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2"/>
  </p:notesMasterIdLst>
  <p:sldIdLst>
    <p:sldId id="256" r:id="rId2"/>
    <p:sldId id="258" r:id="rId3"/>
    <p:sldId id="259" r:id="rId4"/>
    <p:sldId id="261" r:id="rId5"/>
    <p:sldId id="260" r:id="rId6"/>
    <p:sldId id="262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290" r:id="rId21"/>
  </p:sldIdLst>
  <p:sldSz cx="9144000" cy="5143500" type="screen16x9"/>
  <p:notesSz cx="6858000" cy="9144000"/>
  <p:embeddedFontLst>
    <p:embeddedFont>
      <p:font typeface="SimSun" panose="02010600030101010101" pitchFamily="2" charset="-122"/>
      <p:regular r:id="rId23"/>
    </p:embeddedFont>
    <p:embeddedFont>
      <p:font typeface="Anaheim" panose="020B0604020202020204" charset="0"/>
      <p:regular r:id="rId24"/>
    </p:embeddedFont>
    <p:embeddedFont>
      <p:font typeface="Bebas Neue" panose="020B0604020202020204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DM Sans" panose="020B0604020202020204" charset="0"/>
      <p:regular r:id="rId30"/>
      <p:bold r:id="rId31"/>
      <p:italic r:id="rId32"/>
      <p:boldItalic r:id="rId33"/>
    </p:embeddedFont>
    <p:embeddedFont>
      <p:font typeface="Lato" panose="020B0604020202020204" charset="0"/>
      <p:regular r:id="rId34"/>
      <p:bold r:id="rId35"/>
      <p:italic r:id="rId36"/>
      <p:boldItalic r:id="rId37"/>
    </p:embeddedFont>
    <p:embeddedFont>
      <p:font typeface="Nunito Light" panose="020B0604020202020204" charset="0"/>
      <p:regular r:id="rId38"/>
      <p:italic r:id="rId39"/>
    </p:embeddedFont>
    <p:embeddedFont>
      <p:font typeface="Poppins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99"/>
    <a:srgbClr val="99FFCC"/>
    <a:srgbClr val="CC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F73D2A-98A6-48EF-9152-2CC91D31C3DB}">
  <a:tblStyle styleId="{AAF73D2A-98A6-48EF-9152-2CC91D31C3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3012C98-E5C7-481C-AE83-6B068F23AF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tha A/P Gunalan" userId="ea7bfe52-eb47-41e4-a145-3fc04b43606e" providerId="ADAL" clId="{A0AE283A-04D5-427F-8C50-F1CCA24717E6}"/>
    <pc:docChg chg="modSld">
      <pc:chgData name="Navitha A/P Gunalan" userId="ea7bfe52-eb47-41e4-a145-3fc04b43606e" providerId="ADAL" clId="{A0AE283A-04D5-427F-8C50-F1CCA24717E6}" dt="2024-04-04T05:31:21.828" v="14" actId="20577"/>
      <pc:docMkLst>
        <pc:docMk/>
      </pc:docMkLst>
      <pc:sldChg chg="modSp">
        <pc:chgData name="Navitha A/P Gunalan" userId="ea7bfe52-eb47-41e4-a145-3fc04b43606e" providerId="ADAL" clId="{A0AE283A-04D5-427F-8C50-F1CCA24717E6}" dt="2024-04-04T05:31:21.828" v="14" actId="20577"/>
        <pc:sldMkLst>
          <pc:docMk/>
          <pc:sldMk cId="0" sldId="256"/>
        </pc:sldMkLst>
        <pc:spChg chg="mod">
          <ac:chgData name="Navitha A/P Gunalan" userId="ea7bfe52-eb47-41e4-a145-3fc04b43606e" providerId="ADAL" clId="{A0AE283A-04D5-427F-8C50-F1CCA24717E6}" dt="2024-04-04T05:31:21.828" v="14" actId="20577"/>
          <ac:spMkLst>
            <pc:docMk/>
            <pc:sldMk cId="0" sldId="256"/>
            <ac:spMk id="4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50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017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4923497" y="281246"/>
            <a:ext cx="234196" cy="188409"/>
            <a:chOff x="3889166" y="1636096"/>
            <a:chExt cx="98179" cy="78984"/>
          </a:xfrm>
        </p:grpSpPr>
        <p:sp>
          <p:nvSpPr>
            <p:cNvPr id="18" name="Google Shape;18;p3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21" name="Google Shape;21;p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8439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5805300" y="44748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239100" y="11836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4799175" y="1363000"/>
            <a:ext cx="3631800" cy="11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4799175" y="2491420"/>
            <a:ext cx="36318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8617000" y="20445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998247" y="383746"/>
            <a:ext cx="122220" cy="188409"/>
          </a:xfrm>
          <a:custGeom>
            <a:avLst/>
            <a:gdLst/>
            <a:ahLst/>
            <a:cxnLst/>
            <a:rect l="l" t="t" r="r" b="b"/>
            <a:pathLst>
              <a:path w="1444" h="2226" extrusionOk="0">
                <a:moveTo>
                  <a:pt x="1234" y="0"/>
                </a:moveTo>
                <a:cubicBezTo>
                  <a:pt x="1175" y="0"/>
                  <a:pt x="1109" y="21"/>
                  <a:pt x="1062" y="68"/>
                </a:cubicBezTo>
                <a:lnTo>
                  <a:pt x="1" y="1165"/>
                </a:lnTo>
                <a:lnTo>
                  <a:pt x="1062" y="2162"/>
                </a:lnTo>
                <a:cubicBezTo>
                  <a:pt x="1118" y="2190"/>
                  <a:pt x="1175" y="2226"/>
                  <a:pt x="1203" y="2226"/>
                </a:cubicBezTo>
                <a:cubicBezTo>
                  <a:pt x="1267" y="2226"/>
                  <a:pt x="1324" y="2190"/>
                  <a:pt x="1380" y="2162"/>
                </a:cubicBezTo>
                <a:cubicBezTo>
                  <a:pt x="1444" y="2077"/>
                  <a:pt x="1444" y="1929"/>
                  <a:pt x="1352" y="1837"/>
                </a:cubicBezTo>
                <a:lnTo>
                  <a:pt x="616" y="1165"/>
                </a:lnTo>
                <a:lnTo>
                  <a:pt x="1380" y="365"/>
                </a:lnTo>
                <a:cubicBezTo>
                  <a:pt x="1444" y="280"/>
                  <a:pt x="1444" y="132"/>
                  <a:pt x="1352" y="40"/>
                </a:cubicBezTo>
                <a:cubicBezTo>
                  <a:pt x="1327" y="14"/>
                  <a:pt x="1282" y="0"/>
                  <a:pt x="1234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1107852" y="383746"/>
            <a:ext cx="124590" cy="188409"/>
          </a:xfrm>
          <a:custGeom>
            <a:avLst/>
            <a:gdLst/>
            <a:ahLst/>
            <a:cxnLst/>
            <a:rect l="l" t="t" r="r" b="b"/>
            <a:pathLst>
              <a:path w="1472" h="2226" extrusionOk="0">
                <a:moveTo>
                  <a:pt x="1240" y="0"/>
                </a:moveTo>
                <a:cubicBezTo>
                  <a:pt x="1174" y="0"/>
                  <a:pt x="1108" y="21"/>
                  <a:pt x="1062" y="68"/>
                </a:cubicBezTo>
                <a:lnTo>
                  <a:pt x="0" y="1165"/>
                </a:lnTo>
                <a:lnTo>
                  <a:pt x="1090" y="2162"/>
                </a:lnTo>
                <a:cubicBezTo>
                  <a:pt x="1118" y="2190"/>
                  <a:pt x="1182" y="2226"/>
                  <a:pt x="1210" y="2226"/>
                </a:cubicBezTo>
                <a:cubicBezTo>
                  <a:pt x="1267" y="2226"/>
                  <a:pt x="1323" y="2190"/>
                  <a:pt x="1387" y="2162"/>
                </a:cubicBezTo>
                <a:cubicBezTo>
                  <a:pt x="1472" y="2077"/>
                  <a:pt x="1444" y="1929"/>
                  <a:pt x="1359" y="1837"/>
                </a:cubicBezTo>
                <a:lnTo>
                  <a:pt x="616" y="1165"/>
                </a:lnTo>
                <a:lnTo>
                  <a:pt x="1387" y="365"/>
                </a:lnTo>
                <a:cubicBezTo>
                  <a:pt x="1472" y="280"/>
                  <a:pt x="1444" y="132"/>
                  <a:pt x="1387" y="40"/>
                </a:cubicBezTo>
                <a:cubicBezTo>
                  <a:pt x="1346" y="14"/>
                  <a:pt x="1293" y="0"/>
                  <a:pt x="1240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 rot="-5400000">
            <a:off x="7973900" y="24617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99" name="Google Shape;99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1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/>
          <p:nvPr/>
        </p:nvSpPr>
        <p:spPr>
          <a:xfrm rot="-6789333">
            <a:off x="-1733103" y="1956216"/>
            <a:ext cx="2259312" cy="218976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Google Shape;103;p13"/>
          <p:cNvGrpSpPr/>
          <p:nvPr/>
        </p:nvGrpSpPr>
        <p:grpSpPr>
          <a:xfrm rot="10800000">
            <a:off x="190746" y="3262197"/>
            <a:ext cx="234788" cy="188409"/>
            <a:chOff x="4424582" y="1819850"/>
            <a:chExt cx="98427" cy="78984"/>
          </a:xfrm>
        </p:grpSpPr>
        <p:sp>
          <p:nvSpPr>
            <p:cNvPr id="104" name="Google Shape;104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1121725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"/>
          </p:nvPr>
        </p:nvSpPr>
        <p:spPr>
          <a:xfrm>
            <a:off x="3820996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3"/>
          </p:nvPr>
        </p:nvSpPr>
        <p:spPr>
          <a:xfrm>
            <a:off x="1121725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3820996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5" hasCustomPrompt="1"/>
          </p:nvPr>
        </p:nvSpPr>
        <p:spPr>
          <a:xfrm>
            <a:off x="1121725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6" hasCustomPrompt="1"/>
          </p:nvPr>
        </p:nvSpPr>
        <p:spPr>
          <a:xfrm>
            <a:off x="1121725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7" hasCustomPrompt="1"/>
          </p:nvPr>
        </p:nvSpPr>
        <p:spPr>
          <a:xfrm>
            <a:off x="3820996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8" hasCustomPrompt="1"/>
          </p:nvPr>
        </p:nvSpPr>
        <p:spPr>
          <a:xfrm>
            <a:off x="3820996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9"/>
          </p:nvPr>
        </p:nvSpPr>
        <p:spPr>
          <a:xfrm>
            <a:off x="1121725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3"/>
          </p:nvPr>
        </p:nvSpPr>
        <p:spPr>
          <a:xfrm>
            <a:off x="3820996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4"/>
          </p:nvPr>
        </p:nvSpPr>
        <p:spPr>
          <a:xfrm>
            <a:off x="1121725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5"/>
          </p:nvPr>
        </p:nvSpPr>
        <p:spPr>
          <a:xfrm>
            <a:off x="3820996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-690854" y="831214"/>
            <a:ext cx="1404077" cy="1318319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8063173" y="3965293"/>
            <a:ext cx="1518102" cy="1898839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224750" y="141877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24"/>
          <p:cNvGrpSpPr/>
          <p:nvPr/>
        </p:nvGrpSpPr>
        <p:grpSpPr>
          <a:xfrm>
            <a:off x="7828972" y="294071"/>
            <a:ext cx="234196" cy="188409"/>
            <a:chOff x="3889166" y="1636096"/>
            <a:chExt cx="98179" cy="78984"/>
          </a:xfrm>
        </p:grpSpPr>
        <p:sp>
          <p:nvSpPr>
            <p:cNvPr id="256" name="Google Shape;256;p24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8246852" y="4332212"/>
            <a:ext cx="367931" cy="258169"/>
            <a:chOff x="4992850" y="4345375"/>
            <a:chExt cx="619413" cy="638400"/>
          </a:xfrm>
        </p:grpSpPr>
        <p:sp>
          <p:nvSpPr>
            <p:cNvPr id="259" name="Google Shape;259;p24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8746054" y="957297"/>
            <a:ext cx="234788" cy="188409"/>
            <a:chOff x="4424582" y="1819850"/>
            <a:chExt cx="98427" cy="78984"/>
          </a:xfrm>
        </p:grpSpPr>
        <p:sp>
          <p:nvSpPr>
            <p:cNvPr id="262" name="Google Shape;262;p24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4"/>
          <p:cNvSpPr txBox="1">
            <a:spLocks noGrp="1"/>
          </p:cNvSpPr>
          <p:nvPr>
            <p:ph type="subTitle" idx="1"/>
          </p:nvPr>
        </p:nvSpPr>
        <p:spPr>
          <a:xfrm>
            <a:off x="4832078" y="1789575"/>
            <a:ext cx="3254100" cy="19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4"/>
          <p:cNvSpPr txBox="1">
            <a:spLocks noGrp="1"/>
          </p:cNvSpPr>
          <p:nvPr>
            <p:ph type="subTitle" idx="2"/>
          </p:nvPr>
        </p:nvSpPr>
        <p:spPr>
          <a:xfrm>
            <a:off x="1057900" y="1789575"/>
            <a:ext cx="3254100" cy="19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59" r:id="rId6"/>
    <p:sldLayoutId id="2147483670" r:id="rId7"/>
    <p:sldLayoutId id="2147483677" r:id="rId8"/>
    <p:sldLayoutId id="2147483678" r:id="rId9"/>
    <p:sldLayoutId id="214748367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Topic 2: Programming Development and its Elements</a:t>
            </a:r>
            <a:endParaRPr sz="1200" b="0" dirty="0"/>
          </a:p>
        </p:txBody>
      </p:sp>
      <p:sp>
        <p:nvSpPr>
          <p:cNvPr id="434" name="Google Shape;434;p37"/>
          <p:cNvSpPr txBox="1">
            <a:spLocks noGrp="1"/>
          </p:cNvSpPr>
          <p:nvPr>
            <p:ph type="subTitle" idx="1"/>
          </p:nvPr>
        </p:nvSpPr>
        <p:spPr>
          <a:xfrm>
            <a:off x="713225" y="3469437"/>
            <a:ext cx="4100400" cy="3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P</a:t>
            </a:r>
            <a:r>
              <a:rPr lang="en-US"/>
              <a:t>YTHON</a:t>
            </a:r>
            <a:endParaRPr dirty="0"/>
          </a:p>
        </p:txBody>
      </p:sp>
      <p:grpSp>
        <p:nvGrpSpPr>
          <p:cNvPr id="435" name="Google Shape;435;p37"/>
          <p:cNvGrpSpPr/>
          <p:nvPr/>
        </p:nvGrpSpPr>
        <p:grpSpPr>
          <a:xfrm>
            <a:off x="4868886" y="829080"/>
            <a:ext cx="3798091" cy="3485336"/>
            <a:chOff x="4899397" y="752100"/>
            <a:chExt cx="4028950" cy="3697185"/>
          </a:xfrm>
        </p:grpSpPr>
        <p:sp>
          <p:nvSpPr>
            <p:cNvPr id="436" name="Google Shape;436;p37"/>
            <p:cNvSpPr/>
            <p:nvPr/>
          </p:nvSpPr>
          <p:spPr>
            <a:xfrm>
              <a:off x="7780825" y="752100"/>
              <a:ext cx="215100" cy="258300"/>
            </a:xfrm>
            <a:prstGeom prst="bracketPair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7" name="Google Shape;437;p37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438" name="Google Shape;438;p37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226" extrusionOk="0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7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26" extrusionOk="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0" name="Google Shape;440;p37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1" name="Google Shape;441;p37"/>
            <p:cNvGrpSpPr/>
            <p:nvPr/>
          </p:nvGrpSpPr>
          <p:grpSpPr>
            <a:xfrm>
              <a:off x="4899397" y="1263526"/>
              <a:ext cx="3843891" cy="3185759"/>
              <a:chOff x="5893995" y="1281808"/>
              <a:chExt cx="3843891" cy="3185759"/>
            </a:xfrm>
          </p:grpSpPr>
          <p:grpSp>
            <p:nvGrpSpPr>
              <p:cNvPr id="442" name="Google Shape;442;p37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443" name="Google Shape;443;p37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68" h="35085" extrusionOk="0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7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12595" extrusionOk="0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5" name="Google Shape;445;p37"/>
              <p:cNvGrpSpPr/>
              <p:nvPr/>
            </p:nvGrpSpPr>
            <p:grpSpPr>
              <a:xfrm>
                <a:off x="5893995" y="1464670"/>
                <a:ext cx="3643100" cy="2852211"/>
                <a:chOff x="2823538" y="2323833"/>
                <a:chExt cx="1545914" cy="1210307"/>
              </a:xfrm>
            </p:grpSpPr>
            <p:grpSp>
              <p:nvGrpSpPr>
                <p:cNvPr id="446" name="Google Shape;446;p37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447" name="Google Shape;447;p37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7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7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450;p37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1" name="Google Shape;451;p37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452" name="Google Shape;452;p37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37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37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37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532" extrusionOk="0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37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37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37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1126" extrusionOk="0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37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2590" extrusionOk="0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37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2590" extrusionOk="0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37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8" h="708" extrusionOk="0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37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708" extrusionOk="0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37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14" extrusionOk="0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37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14" extrusionOk="0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37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216" extrusionOk="0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6" name="Google Shape;466;p37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467" name="Google Shape;467;p37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8261" extrusionOk="0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37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596" extrusionOk="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37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65" h="14206" extrusionOk="0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37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38" h="11999" extrusionOk="0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37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37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37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37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37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37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37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37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37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37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37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37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37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37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90" extrusionOk="0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37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37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487;p37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488;p37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489;p37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490;p37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37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37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37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37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37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37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7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7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7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7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37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37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7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7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7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7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7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7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7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7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7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7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7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7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37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37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37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37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7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37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37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37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37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37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37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37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37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37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37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37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37" name="Google Shape;537;p37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538" name="Google Shape;538;p37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" h="3984" extrusionOk="0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" name="Google Shape;539;p37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6014" extrusionOk="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" name="Google Shape;540;p37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7" h="1225" extrusionOk="0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" name="Google Shape;541;p37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648" extrusionOk="0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" name="Google Shape;542;p37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8" h="3744" extrusionOk="0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37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298" extrusionOk="0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4" name="Google Shape;544;p37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48" h="2216" extrusionOk="0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5" name="Google Shape;545;p37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546" name="Google Shape;546;p37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1" h="503" extrusionOk="0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7" name="Google Shape;547;p37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7" h="3298" extrusionOk="0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8" name="Google Shape;548;p37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2" h="1837" extrusionOk="0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9" name="Google Shape;549;p37"/>
                <p:cNvGrpSpPr/>
                <p:nvPr/>
              </p:nvGrpSpPr>
              <p:grpSpPr>
                <a:xfrm>
                  <a:off x="3705154" y="2353574"/>
                  <a:ext cx="430899" cy="135173"/>
                  <a:chOff x="3583454" y="2026924"/>
                  <a:chExt cx="430899" cy="135173"/>
                </a:xfrm>
              </p:grpSpPr>
              <p:sp>
                <p:nvSpPr>
                  <p:cNvPr id="550" name="Google Shape;550;p37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1" name="Google Shape;551;p37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2" h="998" extrusionOk="0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2" name="Google Shape;552;p37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37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4" name="Google Shape;554;p37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1034" extrusionOk="0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7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154" extrusionOk="0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37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54" extrusionOk="0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7" name="Google Shape;557;p37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8" name="Google Shape;558;p37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37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2" h="1126" extrusionOk="0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37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119" extrusionOk="0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37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37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1062" extrusionOk="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37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37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" h="1901" extrusionOk="0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37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" h="1769" extrusionOk="0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37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2039" extrusionOk="0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37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901" extrusionOk="0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37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1769" extrusionOk="0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7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2039" extrusionOk="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70" name="Google Shape;570;p37"/>
                <p:cNvGrpSpPr/>
                <p:nvPr/>
              </p:nvGrpSpPr>
              <p:grpSpPr>
                <a:xfrm>
                  <a:off x="4013356" y="2847427"/>
                  <a:ext cx="312169" cy="63373"/>
                  <a:chOff x="4157006" y="2607377"/>
                  <a:chExt cx="312169" cy="63373"/>
                </a:xfrm>
              </p:grpSpPr>
              <p:sp>
                <p:nvSpPr>
                  <p:cNvPr id="571" name="Google Shape;571;p37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76" extrusionOk="0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37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8" h="1176" extrusionOk="0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37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1097" extrusionOk="0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37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097" extrusionOk="0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37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37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" h="1027" extrusionOk="0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37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37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37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1735" extrusionOk="0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37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81" name="Google Shape;581;p37"/>
                <p:cNvGrpSpPr/>
                <p:nvPr/>
              </p:nvGrpSpPr>
              <p:grpSpPr>
                <a:xfrm>
                  <a:off x="3007131" y="2353586"/>
                  <a:ext cx="269330" cy="224564"/>
                  <a:chOff x="2715768" y="1997386"/>
                  <a:chExt cx="269330" cy="224564"/>
                </a:xfrm>
              </p:grpSpPr>
              <p:sp>
                <p:nvSpPr>
                  <p:cNvPr id="582" name="Google Shape;582;p37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" h="3453" extrusionOk="0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37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2095" extrusionOk="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37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7" h="5307" extrusionOk="0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37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8" h="4083" extrusionOk="0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6" name="Google Shape;586;p37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3305" extrusionOk="0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7" name="Google Shape;587;p37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4431" extrusionOk="0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7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475" extrusionOk="0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7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800" extrusionOk="0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7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178" extrusionOk="0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7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708" extrusionOk="0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7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560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7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708" extrusionOk="0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7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326" extrusionOk="0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7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31" extrusionOk="0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7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558" extrusionOk="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7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844" extrusionOk="0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7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" h="503" extrusionOk="0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9" name="Google Shape;599;p37"/>
                <p:cNvGrpSpPr/>
                <p:nvPr/>
              </p:nvGrpSpPr>
              <p:grpSpPr>
                <a:xfrm>
                  <a:off x="3427734" y="2323833"/>
                  <a:ext cx="175743" cy="194657"/>
                  <a:chOff x="3306034" y="1949508"/>
                  <a:chExt cx="175743" cy="194657"/>
                </a:xfrm>
              </p:grpSpPr>
              <p:sp>
                <p:nvSpPr>
                  <p:cNvPr id="600" name="Google Shape;600;p37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4639" extrusionOk="0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1" name="Google Shape;601;p37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2" h="949" extrusionOk="0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2" name="Google Shape;602;p37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2816" extrusionOk="0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37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49" extrusionOk="0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37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432" extrusionOk="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37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" h="567" extrusionOk="0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37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" h="652" extrusionOk="0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7" name="Google Shape;607;p37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411" extrusionOk="0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8" name="Google Shape;608;p37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3" extrusionOk="0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7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1657" extrusionOk="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10" name="Google Shape;610;p37"/>
              <p:cNvGrpSpPr/>
              <p:nvPr/>
            </p:nvGrpSpPr>
            <p:grpSpPr>
              <a:xfrm>
                <a:off x="6350423" y="1987207"/>
                <a:ext cx="2348409" cy="2480360"/>
                <a:chOff x="2970924" y="3808142"/>
                <a:chExt cx="996524" cy="1052516"/>
              </a:xfrm>
            </p:grpSpPr>
            <p:sp>
              <p:nvSpPr>
                <p:cNvPr id="611" name="Google Shape;611;p37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" h="4964" extrusionOk="0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7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4" h="13612" extrusionOk="0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7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8" h="13676" extrusionOk="0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7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444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7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324" extrusionOk="0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7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390" extrusionOk="0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7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447" extrusionOk="0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7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6" h="4620" extrusionOk="0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7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1" h="18044" extrusionOk="0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7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2" h="11645" extrusionOk="0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7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8" h="11557" extrusionOk="0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7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5700" extrusionOk="0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7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5753" extrusionOk="0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7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" h="4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7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114" extrusionOk="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7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8921" extrusionOk="0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7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1672" extrusionOk="0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7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2859" extrusionOk="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7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3538" extrusionOk="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7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" h="2316" extrusionOk="0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7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4197" extrusionOk="0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7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8" h="1855" extrusionOk="0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7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2506" extrusionOk="0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7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387" extrusionOk="0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7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005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7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" h="235" extrusionOk="0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7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097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7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1119" extrusionOk="0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7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132" extrusionOk="0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7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1126" extrusionOk="0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7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1074" extrusionOk="0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7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" h="1062" extrusionOk="0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7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006" extrusionOk="0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7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034" extrusionOk="0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7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411" extrusionOk="0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7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26" extrusionOk="0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7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4" h="17077" extrusionOk="0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7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9370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7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2" h="16216" extrusionOk="0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7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126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2711" extrusionOk="0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125" extrusionOk="0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624" extrusionOk="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4" name="Google Shape;654;p37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655" name="Google Shape;655;p37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7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7" name="Google Shape;657;p37"/>
          <p:cNvCxnSpPr/>
          <p:nvPr/>
        </p:nvCxnSpPr>
        <p:spPr>
          <a:xfrm>
            <a:off x="780725" y="3365350"/>
            <a:ext cx="38697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39"/>
          <p:cNvGrpSpPr/>
          <p:nvPr/>
        </p:nvGrpSpPr>
        <p:grpSpPr>
          <a:xfrm flipH="1">
            <a:off x="6126500" y="838493"/>
            <a:ext cx="2697874" cy="3765515"/>
            <a:chOff x="-5808398" y="445034"/>
            <a:chExt cx="2883268" cy="4024276"/>
          </a:xfrm>
        </p:grpSpPr>
        <p:sp>
          <p:nvSpPr>
            <p:cNvPr id="678" name="Google Shape;678;p39"/>
            <p:cNvSpPr/>
            <p:nvPr/>
          </p:nvSpPr>
          <p:spPr>
            <a:xfrm rot="2744938">
              <a:off x="-3819530" y="1542726"/>
              <a:ext cx="754654" cy="708578"/>
            </a:xfrm>
            <a:custGeom>
              <a:avLst/>
              <a:gdLst/>
              <a:ahLst/>
              <a:cxnLst/>
              <a:rect l="l" t="t" r="r" b="b"/>
              <a:pathLst>
                <a:path w="13414" h="12595" extrusionOk="0">
                  <a:moveTo>
                    <a:pt x="6393" y="1"/>
                  </a:moveTo>
                  <a:cubicBezTo>
                    <a:pt x="6010" y="1"/>
                    <a:pt x="5626" y="38"/>
                    <a:pt x="5242" y="124"/>
                  </a:cubicBezTo>
                  <a:cubicBezTo>
                    <a:pt x="2766" y="598"/>
                    <a:pt x="354" y="2515"/>
                    <a:pt x="177" y="5048"/>
                  </a:cubicBezTo>
                  <a:cubicBezTo>
                    <a:pt x="0" y="7821"/>
                    <a:pt x="3063" y="10064"/>
                    <a:pt x="5129" y="11330"/>
                  </a:cubicBezTo>
                  <a:cubicBezTo>
                    <a:pt x="6309" y="12076"/>
                    <a:pt x="7558" y="12595"/>
                    <a:pt x="8729" y="12595"/>
                  </a:cubicBezTo>
                  <a:cubicBezTo>
                    <a:pt x="9868" y="12595"/>
                    <a:pt x="10932" y="12105"/>
                    <a:pt x="11786" y="10856"/>
                  </a:cubicBezTo>
                  <a:cubicBezTo>
                    <a:pt x="13144" y="8854"/>
                    <a:pt x="13413" y="6137"/>
                    <a:pt x="12409" y="3959"/>
                  </a:cubicBezTo>
                  <a:cubicBezTo>
                    <a:pt x="11404" y="1751"/>
                    <a:pt x="9169" y="160"/>
                    <a:pt x="6749" y="11"/>
                  </a:cubicBezTo>
                  <a:cubicBezTo>
                    <a:pt x="6631" y="4"/>
                    <a:pt x="6512" y="1"/>
                    <a:pt x="63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 rot="6300017">
              <a:off x="-5588098" y="1340012"/>
              <a:ext cx="2259327" cy="2189777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0" name="Google Shape;680;p39"/>
            <p:cNvGrpSpPr/>
            <p:nvPr/>
          </p:nvGrpSpPr>
          <p:grpSpPr>
            <a:xfrm>
              <a:off x="-5163380" y="1291096"/>
              <a:ext cx="1547505" cy="3178214"/>
              <a:chOff x="-2207555" y="876296"/>
              <a:chExt cx="1547505" cy="3178214"/>
            </a:xfrm>
          </p:grpSpPr>
          <p:grpSp>
            <p:nvGrpSpPr>
              <p:cNvPr id="681" name="Google Shape;681;p39"/>
              <p:cNvGrpSpPr/>
              <p:nvPr/>
            </p:nvGrpSpPr>
            <p:grpSpPr>
              <a:xfrm>
                <a:off x="-2207555" y="876296"/>
                <a:ext cx="1547505" cy="3178214"/>
                <a:chOff x="-6810083" y="-1297691"/>
                <a:chExt cx="5037450" cy="10345749"/>
              </a:xfrm>
            </p:grpSpPr>
            <p:sp>
              <p:nvSpPr>
                <p:cNvPr id="682" name="Google Shape;682;p39"/>
                <p:cNvSpPr/>
                <p:nvPr/>
              </p:nvSpPr>
              <p:spPr>
                <a:xfrm>
                  <a:off x="-5891066" y="-605503"/>
                  <a:ext cx="3025992" cy="1331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7" h="2841" extrusionOk="0">
                      <a:moveTo>
                        <a:pt x="3104" y="1"/>
                      </a:moveTo>
                      <a:cubicBezTo>
                        <a:pt x="2964" y="175"/>
                        <a:pt x="2740" y="226"/>
                        <a:pt x="2506" y="226"/>
                      </a:cubicBezTo>
                      <a:cubicBezTo>
                        <a:pt x="2448" y="226"/>
                        <a:pt x="2390" y="223"/>
                        <a:pt x="2332" y="218"/>
                      </a:cubicBezTo>
                      <a:cubicBezTo>
                        <a:pt x="2068" y="175"/>
                        <a:pt x="1804" y="64"/>
                        <a:pt x="1518" y="64"/>
                      </a:cubicBezTo>
                      <a:cubicBezTo>
                        <a:pt x="1495" y="63"/>
                        <a:pt x="1472" y="63"/>
                        <a:pt x="1449" y="63"/>
                      </a:cubicBezTo>
                      <a:cubicBezTo>
                        <a:pt x="1098" y="63"/>
                        <a:pt x="756" y="213"/>
                        <a:pt x="508" y="461"/>
                      </a:cubicBezTo>
                      <a:cubicBezTo>
                        <a:pt x="22" y="947"/>
                        <a:pt x="1" y="1804"/>
                        <a:pt x="440" y="2311"/>
                      </a:cubicBezTo>
                      <a:cubicBezTo>
                        <a:pt x="709" y="2606"/>
                        <a:pt x="1111" y="2760"/>
                        <a:pt x="1503" y="2760"/>
                      </a:cubicBezTo>
                      <a:cubicBezTo>
                        <a:pt x="1788" y="2760"/>
                        <a:pt x="2068" y="2679"/>
                        <a:pt x="2290" y="2512"/>
                      </a:cubicBezTo>
                      <a:lnTo>
                        <a:pt x="5372" y="2840"/>
                      </a:lnTo>
                      <a:cubicBezTo>
                        <a:pt x="5880" y="2819"/>
                        <a:pt x="6345" y="2380"/>
                        <a:pt x="6409" y="1851"/>
                      </a:cubicBezTo>
                      <a:cubicBezTo>
                        <a:pt x="6456" y="1344"/>
                        <a:pt x="6060" y="815"/>
                        <a:pt x="5552" y="704"/>
                      </a:cubicBezTo>
                      <a:cubicBezTo>
                        <a:pt x="5351" y="662"/>
                        <a:pt x="5156" y="683"/>
                        <a:pt x="4955" y="593"/>
                      </a:cubicBezTo>
                      <a:cubicBezTo>
                        <a:pt x="4759" y="530"/>
                        <a:pt x="4558" y="350"/>
                        <a:pt x="4648" y="175"/>
                      </a:cubicBezTo>
                      <a:cubicBezTo>
                        <a:pt x="4119" y="86"/>
                        <a:pt x="3633" y="64"/>
                        <a:pt x="31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9"/>
                <p:cNvSpPr/>
                <p:nvPr/>
              </p:nvSpPr>
              <p:spPr>
                <a:xfrm>
                  <a:off x="-4661805" y="-429293"/>
                  <a:ext cx="805588" cy="1217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597" extrusionOk="0">
                      <a:moveTo>
                        <a:pt x="571" y="0"/>
                      </a:moveTo>
                      <a:lnTo>
                        <a:pt x="0" y="1803"/>
                      </a:lnTo>
                      <a:lnTo>
                        <a:pt x="85" y="2464"/>
                      </a:lnTo>
                      <a:lnTo>
                        <a:pt x="1718" y="2596"/>
                      </a:lnTo>
                      <a:lnTo>
                        <a:pt x="1718" y="2596"/>
                      </a:lnTo>
                      <a:lnTo>
                        <a:pt x="1586" y="2068"/>
                      </a:lnTo>
                      <a:lnTo>
                        <a:pt x="1607" y="878"/>
                      </a:lnTo>
                      <a:lnTo>
                        <a:pt x="571" y="0"/>
                      </a:ln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39"/>
                <p:cNvSpPr/>
                <p:nvPr/>
              </p:nvSpPr>
              <p:spPr>
                <a:xfrm>
                  <a:off x="-4218476" y="-119525"/>
                  <a:ext cx="359900" cy="46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989" extrusionOk="0">
                      <a:moveTo>
                        <a:pt x="349" y="0"/>
                      </a:moveTo>
                      <a:cubicBezTo>
                        <a:pt x="244" y="43"/>
                        <a:pt x="133" y="85"/>
                        <a:pt x="0" y="132"/>
                      </a:cubicBezTo>
                      <a:cubicBezTo>
                        <a:pt x="85" y="481"/>
                        <a:pt x="328" y="814"/>
                        <a:pt x="640" y="989"/>
                      </a:cubicBezTo>
                      <a:lnTo>
                        <a:pt x="661" y="265"/>
                      </a:lnTo>
                      <a:lnTo>
                        <a:pt x="34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39"/>
                <p:cNvSpPr/>
                <p:nvPr/>
              </p:nvSpPr>
              <p:spPr>
                <a:xfrm>
                  <a:off x="-5777185" y="415673"/>
                  <a:ext cx="2961320" cy="743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9" h="1587" extrusionOk="0">
                      <a:moveTo>
                        <a:pt x="2380" y="0"/>
                      </a:moveTo>
                      <a:cubicBezTo>
                        <a:pt x="2380" y="0"/>
                        <a:pt x="1455" y="90"/>
                        <a:pt x="1058" y="265"/>
                      </a:cubicBezTo>
                      <a:cubicBezTo>
                        <a:pt x="746" y="397"/>
                        <a:pt x="1" y="1586"/>
                        <a:pt x="1" y="1586"/>
                      </a:cubicBezTo>
                      <a:lnTo>
                        <a:pt x="6319" y="1586"/>
                      </a:lnTo>
                      <a:cubicBezTo>
                        <a:pt x="6319" y="1586"/>
                        <a:pt x="5595" y="619"/>
                        <a:pt x="5351" y="465"/>
                      </a:cubicBezTo>
                      <a:cubicBezTo>
                        <a:pt x="5087" y="312"/>
                        <a:pt x="3966" y="265"/>
                        <a:pt x="3966" y="265"/>
                      </a:cubicBezTo>
                      <a:cubicBezTo>
                        <a:pt x="3827" y="438"/>
                        <a:pt x="3651" y="503"/>
                        <a:pt x="3468" y="503"/>
                      </a:cubicBezTo>
                      <a:cubicBezTo>
                        <a:pt x="2954" y="503"/>
                        <a:pt x="2380" y="0"/>
                        <a:pt x="23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39"/>
                <p:cNvSpPr/>
                <p:nvPr/>
              </p:nvSpPr>
              <p:spPr>
                <a:xfrm>
                  <a:off x="-4446227" y="-1297691"/>
                  <a:ext cx="1095206" cy="1449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7" h="3093" extrusionOk="0">
                      <a:moveTo>
                        <a:pt x="1228" y="0"/>
                      </a:moveTo>
                      <a:cubicBezTo>
                        <a:pt x="842" y="0"/>
                        <a:pt x="583" y="151"/>
                        <a:pt x="397" y="352"/>
                      </a:cubicBezTo>
                      <a:cubicBezTo>
                        <a:pt x="174" y="595"/>
                        <a:pt x="69" y="928"/>
                        <a:pt x="21" y="1124"/>
                      </a:cubicBezTo>
                      <a:lnTo>
                        <a:pt x="21" y="1166"/>
                      </a:lnTo>
                      <a:lnTo>
                        <a:pt x="21" y="1192"/>
                      </a:lnTo>
                      <a:lnTo>
                        <a:pt x="0" y="1192"/>
                      </a:lnTo>
                      <a:lnTo>
                        <a:pt x="0" y="1214"/>
                      </a:lnTo>
                      <a:lnTo>
                        <a:pt x="0" y="1256"/>
                      </a:lnTo>
                      <a:lnTo>
                        <a:pt x="0" y="1298"/>
                      </a:lnTo>
                      <a:lnTo>
                        <a:pt x="21" y="1367"/>
                      </a:lnTo>
                      <a:lnTo>
                        <a:pt x="418" y="2710"/>
                      </a:lnTo>
                      <a:cubicBezTo>
                        <a:pt x="418" y="2710"/>
                        <a:pt x="742" y="3093"/>
                        <a:pt x="1197" y="3093"/>
                      </a:cubicBezTo>
                      <a:cubicBezTo>
                        <a:pt x="1369" y="3093"/>
                        <a:pt x="1561" y="3037"/>
                        <a:pt x="1761" y="2884"/>
                      </a:cubicBezTo>
                      <a:cubicBezTo>
                        <a:pt x="2157" y="2578"/>
                        <a:pt x="2337" y="1721"/>
                        <a:pt x="2205" y="992"/>
                      </a:cubicBezTo>
                      <a:cubicBezTo>
                        <a:pt x="2184" y="970"/>
                        <a:pt x="2184" y="949"/>
                        <a:pt x="2184" y="928"/>
                      </a:cubicBezTo>
                      <a:lnTo>
                        <a:pt x="2184" y="902"/>
                      </a:lnTo>
                      <a:cubicBezTo>
                        <a:pt x="2157" y="881"/>
                        <a:pt x="2157" y="859"/>
                        <a:pt x="2157" y="838"/>
                      </a:cubicBezTo>
                      <a:lnTo>
                        <a:pt x="2157" y="817"/>
                      </a:lnTo>
                      <a:cubicBezTo>
                        <a:pt x="2136" y="796"/>
                        <a:pt x="2136" y="796"/>
                        <a:pt x="2136" y="770"/>
                      </a:cubicBezTo>
                      <a:cubicBezTo>
                        <a:pt x="2136" y="748"/>
                        <a:pt x="2115" y="727"/>
                        <a:pt x="2115" y="706"/>
                      </a:cubicBezTo>
                      <a:cubicBezTo>
                        <a:pt x="2025" y="463"/>
                        <a:pt x="1919" y="267"/>
                        <a:pt x="1739" y="156"/>
                      </a:cubicBezTo>
                      <a:cubicBezTo>
                        <a:pt x="1697" y="109"/>
                        <a:pt x="1655" y="88"/>
                        <a:pt x="1607" y="66"/>
                      </a:cubicBezTo>
                      <a:cubicBezTo>
                        <a:pt x="1586" y="66"/>
                        <a:pt x="1565" y="66"/>
                        <a:pt x="1544" y="45"/>
                      </a:cubicBezTo>
                      <a:cubicBezTo>
                        <a:pt x="1523" y="45"/>
                        <a:pt x="1496" y="45"/>
                        <a:pt x="1496" y="24"/>
                      </a:cubicBezTo>
                      <a:cubicBezTo>
                        <a:pt x="1433" y="24"/>
                        <a:pt x="1390" y="24"/>
                        <a:pt x="1343" y="3"/>
                      </a:cubicBezTo>
                      <a:lnTo>
                        <a:pt x="1322" y="3"/>
                      </a:lnTo>
                      <a:cubicBezTo>
                        <a:pt x="1290" y="1"/>
                        <a:pt x="1258" y="0"/>
                        <a:pt x="1228" y="0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39"/>
                <p:cNvSpPr/>
                <p:nvPr/>
              </p:nvSpPr>
              <p:spPr>
                <a:xfrm>
                  <a:off x="-4622438" y="-781245"/>
                  <a:ext cx="332733" cy="428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" h="914" extrusionOk="0">
                      <a:moveTo>
                        <a:pt x="487" y="1"/>
                      </a:moveTo>
                      <a:cubicBezTo>
                        <a:pt x="397" y="1"/>
                        <a:pt x="313" y="22"/>
                        <a:pt x="223" y="90"/>
                      </a:cubicBezTo>
                      <a:cubicBezTo>
                        <a:pt x="69" y="223"/>
                        <a:pt x="1" y="461"/>
                        <a:pt x="91" y="661"/>
                      </a:cubicBezTo>
                      <a:cubicBezTo>
                        <a:pt x="167" y="811"/>
                        <a:pt x="353" y="914"/>
                        <a:pt x="531" y="914"/>
                      </a:cubicBezTo>
                      <a:cubicBezTo>
                        <a:pt x="561" y="914"/>
                        <a:pt x="590" y="911"/>
                        <a:pt x="619" y="905"/>
                      </a:cubicBezTo>
                      <a:lnTo>
                        <a:pt x="709" y="154"/>
                      </a:lnTo>
                      <a:cubicBezTo>
                        <a:pt x="662" y="64"/>
                        <a:pt x="577" y="22"/>
                        <a:pt x="487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39"/>
                <p:cNvSpPr/>
                <p:nvPr/>
              </p:nvSpPr>
              <p:spPr>
                <a:xfrm>
                  <a:off x="-4436385" y="-1297691"/>
                  <a:ext cx="1001478" cy="565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7" h="1207" extrusionOk="0">
                      <a:moveTo>
                        <a:pt x="1207" y="0"/>
                      </a:moveTo>
                      <a:cubicBezTo>
                        <a:pt x="821" y="0"/>
                        <a:pt x="562" y="151"/>
                        <a:pt x="376" y="352"/>
                      </a:cubicBezTo>
                      <a:cubicBezTo>
                        <a:pt x="153" y="595"/>
                        <a:pt x="48" y="928"/>
                        <a:pt x="0" y="1124"/>
                      </a:cubicBezTo>
                      <a:cubicBezTo>
                        <a:pt x="92" y="1178"/>
                        <a:pt x="201" y="1207"/>
                        <a:pt x="311" y="1207"/>
                      </a:cubicBezTo>
                      <a:cubicBezTo>
                        <a:pt x="385" y="1207"/>
                        <a:pt x="459" y="1194"/>
                        <a:pt x="529" y="1166"/>
                      </a:cubicBezTo>
                      <a:cubicBezTo>
                        <a:pt x="751" y="1103"/>
                        <a:pt x="904" y="949"/>
                        <a:pt x="1058" y="770"/>
                      </a:cubicBezTo>
                      <a:cubicBezTo>
                        <a:pt x="1211" y="595"/>
                        <a:pt x="1343" y="373"/>
                        <a:pt x="1433" y="156"/>
                      </a:cubicBezTo>
                      <a:cubicBezTo>
                        <a:pt x="1454" y="241"/>
                        <a:pt x="1502" y="331"/>
                        <a:pt x="1544" y="421"/>
                      </a:cubicBezTo>
                      <a:cubicBezTo>
                        <a:pt x="1655" y="616"/>
                        <a:pt x="1851" y="796"/>
                        <a:pt x="2073" y="817"/>
                      </a:cubicBezTo>
                      <a:lnTo>
                        <a:pt x="2136" y="817"/>
                      </a:lnTo>
                      <a:cubicBezTo>
                        <a:pt x="2115" y="796"/>
                        <a:pt x="2115" y="796"/>
                        <a:pt x="2115" y="770"/>
                      </a:cubicBezTo>
                      <a:cubicBezTo>
                        <a:pt x="2115" y="748"/>
                        <a:pt x="2094" y="727"/>
                        <a:pt x="2094" y="706"/>
                      </a:cubicBezTo>
                      <a:cubicBezTo>
                        <a:pt x="2004" y="463"/>
                        <a:pt x="1898" y="267"/>
                        <a:pt x="1718" y="156"/>
                      </a:cubicBezTo>
                      <a:cubicBezTo>
                        <a:pt x="1676" y="109"/>
                        <a:pt x="1634" y="88"/>
                        <a:pt x="1586" y="66"/>
                      </a:cubicBezTo>
                      <a:cubicBezTo>
                        <a:pt x="1565" y="66"/>
                        <a:pt x="1544" y="66"/>
                        <a:pt x="1523" y="45"/>
                      </a:cubicBezTo>
                      <a:cubicBezTo>
                        <a:pt x="1502" y="45"/>
                        <a:pt x="1475" y="45"/>
                        <a:pt x="1475" y="24"/>
                      </a:cubicBezTo>
                      <a:cubicBezTo>
                        <a:pt x="1412" y="24"/>
                        <a:pt x="1369" y="24"/>
                        <a:pt x="1322" y="3"/>
                      </a:cubicBezTo>
                      <a:lnTo>
                        <a:pt x="1301" y="3"/>
                      </a:lnTo>
                      <a:cubicBezTo>
                        <a:pt x="1269" y="1"/>
                        <a:pt x="1237" y="0"/>
                        <a:pt x="120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39"/>
                <p:cNvSpPr/>
                <p:nvPr/>
              </p:nvSpPr>
              <p:spPr>
                <a:xfrm>
                  <a:off x="-3608755" y="8096285"/>
                  <a:ext cx="1836122" cy="951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8" h="2031" extrusionOk="0">
                      <a:moveTo>
                        <a:pt x="0" y="1"/>
                      </a:moveTo>
                      <a:lnTo>
                        <a:pt x="217" y="2031"/>
                      </a:lnTo>
                      <a:lnTo>
                        <a:pt x="3918" y="2031"/>
                      </a:lnTo>
                      <a:cubicBezTo>
                        <a:pt x="3918" y="1740"/>
                        <a:pt x="3764" y="1502"/>
                        <a:pt x="3542" y="1370"/>
                      </a:cubicBezTo>
                      <a:cubicBezTo>
                        <a:pt x="3347" y="1212"/>
                        <a:pt x="3082" y="1169"/>
                        <a:pt x="2860" y="1106"/>
                      </a:cubicBezTo>
                      <a:cubicBezTo>
                        <a:pt x="2617" y="1058"/>
                        <a:pt x="2379" y="974"/>
                        <a:pt x="2178" y="815"/>
                      </a:cubicBezTo>
                      <a:cubicBezTo>
                        <a:pt x="1956" y="619"/>
                        <a:pt x="1850" y="334"/>
                        <a:pt x="1824" y="22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39"/>
                <p:cNvSpPr/>
                <p:nvPr/>
              </p:nvSpPr>
              <p:spPr>
                <a:xfrm>
                  <a:off x="-6128670" y="8096285"/>
                  <a:ext cx="1900794" cy="951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6" h="2031" extrusionOk="0">
                      <a:moveTo>
                        <a:pt x="460" y="1"/>
                      </a:moveTo>
                      <a:lnTo>
                        <a:pt x="0" y="2031"/>
                      </a:lnTo>
                      <a:lnTo>
                        <a:pt x="4029" y="2031"/>
                      </a:lnTo>
                      <a:cubicBezTo>
                        <a:pt x="4055" y="1740"/>
                        <a:pt x="3876" y="1502"/>
                        <a:pt x="3680" y="1370"/>
                      </a:cubicBezTo>
                      <a:cubicBezTo>
                        <a:pt x="3458" y="1212"/>
                        <a:pt x="3215" y="1169"/>
                        <a:pt x="2971" y="1106"/>
                      </a:cubicBezTo>
                      <a:cubicBezTo>
                        <a:pt x="2734" y="1058"/>
                        <a:pt x="2490" y="974"/>
                        <a:pt x="2311" y="815"/>
                      </a:cubicBezTo>
                      <a:cubicBezTo>
                        <a:pt x="2094" y="619"/>
                        <a:pt x="1962" y="334"/>
                        <a:pt x="1962" y="22"/>
                      </a:cubicBezTo>
                      <a:lnTo>
                        <a:pt x="4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39"/>
                <p:cNvSpPr/>
                <p:nvPr/>
              </p:nvSpPr>
              <p:spPr>
                <a:xfrm>
                  <a:off x="-6170848" y="2377887"/>
                  <a:ext cx="3778624" cy="5812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63" h="12404" extrusionOk="0">
                      <a:moveTo>
                        <a:pt x="2776" y="0"/>
                      </a:moveTo>
                      <a:cubicBezTo>
                        <a:pt x="682" y="2929"/>
                        <a:pt x="0" y="12404"/>
                        <a:pt x="0" y="12404"/>
                      </a:cubicBezTo>
                      <a:lnTo>
                        <a:pt x="2998" y="12404"/>
                      </a:lnTo>
                      <a:lnTo>
                        <a:pt x="3590" y="8460"/>
                      </a:lnTo>
                      <a:lnTo>
                        <a:pt x="3791" y="6985"/>
                      </a:lnTo>
                      <a:lnTo>
                        <a:pt x="4098" y="8814"/>
                      </a:lnTo>
                      <a:lnTo>
                        <a:pt x="4716" y="12404"/>
                      </a:lnTo>
                      <a:lnTo>
                        <a:pt x="8063" y="12404"/>
                      </a:lnTo>
                      <a:lnTo>
                        <a:pt x="581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39"/>
                <p:cNvSpPr/>
                <p:nvPr/>
              </p:nvSpPr>
              <p:spPr>
                <a:xfrm>
                  <a:off x="-5851231" y="2563939"/>
                  <a:ext cx="1065682" cy="56365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4" h="12028" extrusionOk="0">
                      <a:moveTo>
                        <a:pt x="2163" y="0"/>
                      </a:moveTo>
                      <a:cubicBezTo>
                        <a:pt x="1655" y="1475"/>
                        <a:pt x="952" y="4055"/>
                        <a:pt x="423" y="7952"/>
                      </a:cubicBezTo>
                      <a:cubicBezTo>
                        <a:pt x="111" y="10288"/>
                        <a:pt x="0" y="11986"/>
                        <a:pt x="0" y="12007"/>
                      </a:cubicBezTo>
                      <a:lnTo>
                        <a:pt x="111" y="12028"/>
                      </a:lnTo>
                      <a:cubicBezTo>
                        <a:pt x="111" y="12007"/>
                        <a:pt x="222" y="10288"/>
                        <a:pt x="529" y="7973"/>
                      </a:cubicBezTo>
                      <a:cubicBezTo>
                        <a:pt x="1058" y="4076"/>
                        <a:pt x="1766" y="1496"/>
                        <a:pt x="2274" y="42"/>
                      </a:cubicBezTo>
                      <a:lnTo>
                        <a:pt x="21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39"/>
                <p:cNvSpPr/>
                <p:nvPr/>
              </p:nvSpPr>
              <p:spPr>
                <a:xfrm>
                  <a:off x="-6810083" y="1139260"/>
                  <a:ext cx="5027543" cy="3530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8" h="7534" extrusionOk="0">
                      <a:moveTo>
                        <a:pt x="0" y="0"/>
                      </a:moveTo>
                      <a:lnTo>
                        <a:pt x="0" y="7534"/>
                      </a:lnTo>
                      <a:lnTo>
                        <a:pt x="10728" y="7534"/>
                      </a:lnTo>
                      <a:lnTo>
                        <a:pt x="1072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39"/>
                <p:cNvSpPr/>
                <p:nvPr/>
              </p:nvSpPr>
              <p:spPr>
                <a:xfrm>
                  <a:off x="-6170848" y="999604"/>
                  <a:ext cx="528154" cy="45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" h="981" extrusionOk="0">
                      <a:moveTo>
                        <a:pt x="635" y="1"/>
                      </a:moveTo>
                      <a:cubicBezTo>
                        <a:pt x="360" y="1"/>
                        <a:pt x="31" y="102"/>
                        <a:pt x="0" y="229"/>
                      </a:cubicBezTo>
                      <a:cubicBezTo>
                        <a:pt x="0" y="388"/>
                        <a:pt x="418" y="938"/>
                        <a:pt x="508" y="938"/>
                      </a:cubicBezTo>
                      <a:cubicBezTo>
                        <a:pt x="619" y="938"/>
                        <a:pt x="619" y="848"/>
                        <a:pt x="619" y="848"/>
                      </a:cubicBezTo>
                      <a:cubicBezTo>
                        <a:pt x="619" y="848"/>
                        <a:pt x="682" y="980"/>
                        <a:pt x="751" y="980"/>
                      </a:cubicBezTo>
                      <a:cubicBezTo>
                        <a:pt x="841" y="980"/>
                        <a:pt x="862" y="917"/>
                        <a:pt x="862" y="917"/>
                      </a:cubicBezTo>
                      <a:cubicBezTo>
                        <a:pt x="862" y="917"/>
                        <a:pt x="896" y="961"/>
                        <a:pt x="948" y="961"/>
                      </a:cubicBezTo>
                      <a:cubicBezTo>
                        <a:pt x="968" y="961"/>
                        <a:pt x="991" y="955"/>
                        <a:pt x="1015" y="938"/>
                      </a:cubicBezTo>
                      <a:cubicBezTo>
                        <a:pt x="1126" y="869"/>
                        <a:pt x="1126" y="229"/>
                        <a:pt x="973" y="97"/>
                      </a:cubicBezTo>
                      <a:cubicBezTo>
                        <a:pt x="911" y="29"/>
                        <a:pt x="780" y="1"/>
                        <a:pt x="635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39"/>
                <p:cNvSpPr/>
                <p:nvPr/>
              </p:nvSpPr>
              <p:spPr>
                <a:xfrm>
                  <a:off x="-5809053" y="1149101"/>
                  <a:ext cx="62329" cy="280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598" extrusionOk="0">
                      <a:moveTo>
                        <a:pt x="69" y="0"/>
                      </a:moveTo>
                      <a:lnTo>
                        <a:pt x="0" y="42"/>
                      </a:lnTo>
                      <a:cubicBezTo>
                        <a:pt x="69" y="333"/>
                        <a:pt x="69" y="571"/>
                        <a:pt x="69" y="598"/>
                      </a:cubicBezTo>
                      <a:lnTo>
                        <a:pt x="132" y="598"/>
                      </a:lnTo>
                      <a:cubicBezTo>
                        <a:pt x="132" y="571"/>
                        <a:pt x="132" y="307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39"/>
                <p:cNvSpPr/>
                <p:nvPr/>
              </p:nvSpPr>
              <p:spPr>
                <a:xfrm>
                  <a:off x="-5923403" y="1180969"/>
                  <a:ext cx="62797" cy="225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482" extrusionOk="0">
                      <a:moveTo>
                        <a:pt x="70" y="1"/>
                      </a:moveTo>
                      <a:lnTo>
                        <a:pt x="1" y="43"/>
                      </a:lnTo>
                      <a:cubicBezTo>
                        <a:pt x="49" y="239"/>
                        <a:pt x="70" y="482"/>
                        <a:pt x="70" y="482"/>
                      </a:cubicBezTo>
                      <a:lnTo>
                        <a:pt x="133" y="461"/>
                      </a:lnTo>
                      <a:cubicBezTo>
                        <a:pt x="133" y="440"/>
                        <a:pt x="112" y="218"/>
                        <a:pt x="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39"/>
                <p:cNvSpPr/>
                <p:nvPr/>
              </p:nvSpPr>
              <p:spPr>
                <a:xfrm>
                  <a:off x="-2939995" y="999604"/>
                  <a:ext cx="528154" cy="45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" h="981" extrusionOk="0">
                      <a:moveTo>
                        <a:pt x="642" y="1"/>
                      </a:moveTo>
                      <a:cubicBezTo>
                        <a:pt x="363" y="1"/>
                        <a:pt x="41" y="102"/>
                        <a:pt x="27" y="229"/>
                      </a:cubicBezTo>
                      <a:cubicBezTo>
                        <a:pt x="0" y="388"/>
                        <a:pt x="423" y="938"/>
                        <a:pt x="508" y="938"/>
                      </a:cubicBezTo>
                      <a:cubicBezTo>
                        <a:pt x="619" y="938"/>
                        <a:pt x="619" y="848"/>
                        <a:pt x="619" y="848"/>
                      </a:cubicBezTo>
                      <a:cubicBezTo>
                        <a:pt x="619" y="848"/>
                        <a:pt x="688" y="980"/>
                        <a:pt x="772" y="980"/>
                      </a:cubicBezTo>
                      <a:cubicBezTo>
                        <a:pt x="841" y="980"/>
                        <a:pt x="862" y="917"/>
                        <a:pt x="862" y="917"/>
                      </a:cubicBezTo>
                      <a:cubicBezTo>
                        <a:pt x="862" y="917"/>
                        <a:pt x="896" y="961"/>
                        <a:pt x="949" y="961"/>
                      </a:cubicBezTo>
                      <a:cubicBezTo>
                        <a:pt x="969" y="961"/>
                        <a:pt x="991" y="955"/>
                        <a:pt x="1016" y="938"/>
                      </a:cubicBezTo>
                      <a:cubicBezTo>
                        <a:pt x="1127" y="869"/>
                        <a:pt x="1127" y="229"/>
                        <a:pt x="994" y="97"/>
                      </a:cubicBezTo>
                      <a:cubicBezTo>
                        <a:pt x="925" y="29"/>
                        <a:pt x="790" y="1"/>
                        <a:pt x="642" y="1"/>
                      </a:cubicBezTo>
                      <a:close/>
                    </a:path>
                  </a:pathLst>
                </a:custGeom>
                <a:solidFill>
                  <a:srgbClr val="A3484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39"/>
                <p:cNvSpPr/>
                <p:nvPr/>
              </p:nvSpPr>
              <p:spPr>
                <a:xfrm>
                  <a:off x="-2588041" y="1149101"/>
                  <a:ext cx="62329" cy="280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" h="598" extrusionOk="0">
                      <a:moveTo>
                        <a:pt x="69" y="0"/>
                      </a:moveTo>
                      <a:lnTo>
                        <a:pt x="0" y="42"/>
                      </a:lnTo>
                      <a:cubicBezTo>
                        <a:pt x="69" y="333"/>
                        <a:pt x="69" y="571"/>
                        <a:pt x="69" y="598"/>
                      </a:cubicBezTo>
                      <a:lnTo>
                        <a:pt x="132" y="598"/>
                      </a:lnTo>
                      <a:cubicBezTo>
                        <a:pt x="132" y="571"/>
                        <a:pt x="132" y="307"/>
                        <a:pt x="6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39"/>
                <p:cNvSpPr/>
                <p:nvPr/>
              </p:nvSpPr>
              <p:spPr>
                <a:xfrm>
                  <a:off x="-2701922" y="1180969"/>
                  <a:ext cx="52487" cy="225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82" extrusionOk="0">
                      <a:moveTo>
                        <a:pt x="48" y="1"/>
                      </a:moveTo>
                      <a:lnTo>
                        <a:pt x="0" y="43"/>
                      </a:lnTo>
                      <a:cubicBezTo>
                        <a:pt x="48" y="239"/>
                        <a:pt x="69" y="482"/>
                        <a:pt x="69" y="482"/>
                      </a:cubicBezTo>
                      <a:lnTo>
                        <a:pt x="111" y="461"/>
                      </a:lnTo>
                      <a:cubicBezTo>
                        <a:pt x="111" y="440"/>
                        <a:pt x="90" y="218"/>
                        <a:pt x="4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39"/>
                <p:cNvSpPr/>
                <p:nvPr/>
              </p:nvSpPr>
              <p:spPr>
                <a:xfrm>
                  <a:off x="-4488405" y="-729226"/>
                  <a:ext cx="146684" cy="124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" h="265" extrusionOk="0">
                      <a:moveTo>
                        <a:pt x="0" y="1"/>
                      </a:moveTo>
                      <a:lnTo>
                        <a:pt x="0" y="43"/>
                      </a:lnTo>
                      <a:cubicBezTo>
                        <a:pt x="69" y="43"/>
                        <a:pt x="132" y="64"/>
                        <a:pt x="180" y="112"/>
                      </a:cubicBezTo>
                      <a:cubicBezTo>
                        <a:pt x="243" y="133"/>
                        <a:pt x="264" y="196"/>
                        <a:pt x="264" y="265"/>
                      </a:cubicBezTo>
                      <a:lnTo>
                        <a:pt x="312" y="265"/>
                      </a:lnTo>
                      <a:cubicBezTo>
                        <a:pt x="312" y="196"/>
                        <a:pt x="264" y="112"/>
                        <a:pt x="222" y="64"/>
                      </a:cubicBezTo>
                      <a:cubicBezTo>
                        <a:pt x="159" y="22"/>
                        <a:pt x="9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39"/>
                <p:cNvSpPr/>
                <p:nvPr/>
              </p:nvSpPr>
              <p:spPr>
                <a:xfrm>
                  <a:off x="-3980860" y="-233400"/>
                  <a:ext cx="359914" cy="162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" h="347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2" y="153"/>
                        <a:pt x="154" y="307"/>
                        <a:pt x="308" y="328"/>
                      </a:cubicBezTo>
                      <a:cubicBezTo>
                        <a:pt x="348" y="340"/>
                        <a:pt x="391" y="346"/>
                        <a:pt x="435" y="346"/>
                      </a:cubicBezTo>
                      <a:cubicBezTo>
                        <a:pt x="559" y="346"/>
                        <a:pt x="689" y="299"/>
                        <a:pt x="768" y="217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02" name="Google Shape;702;p39"/>
              <p:cNvGrpSpPr/>
              <p:nvPr/>
            </p:nvGrpSpPr>
            <p:grpSpPr>
              <a:xfrm>
                <a:off x="-1949281" y="1820326"/>
                <a:ext cx="1051808" cy="229363"/>
                <a:chOff x="4002795" y="1877329"/>
                <a:chExt cx="345546" cy="75352"/>
              </a:xfrm>
            </p:grpSpPr>
            <p:sp>
              <p:nvSpPr>
                <p:cNvPr id="703" name="Google Shape;703;p39"/>
                <p:cNvSpPr/>
                <p:nvPr/>
              </p:nvSpPr>
              <p:spPr>
                <a:xfrm>
                  <a:off x="4002795" y="1877329"/>
                  <a:ext cx="345546" cy="7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7" h="2180" extrusionOk="0">
                      <a:moveTo>
                        <a:pt x="0" y="0"/>
                      </a:moveTo>
                      <a:lnTo>
                        <a:pt x="0" y="2179"/>
                      </a:lnTo>
                      <a:lnTo>
                        <a:pt x="9996" y="2179"/>
                      </a:lnTo>
                      <a:lnTo>
                        <a:pt x="9996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39"/>
                <p:cNvSpPr/>
                <p:nvPr/>
              </p:nvSpPr>
              <p:spPr>
                <a:xfrm>
                  <a:off x="4270785" y="1897619"/>
                  <a:ext cx="21569" cy="34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4" h="1005" extrusionOk="0">
                      <a:moveTo>
                        <a:pt x="559" y="0"/>
                      </a:moveTo>
                      <a:lnTo>
                        <a:pt x="1" y="595"/>
                      </a:lnTo>
                      <a:lnTo>
                        <a:pt x="559" y="1005"/>
                      </a:lnTo>
                      <a:lnTo>
                        <a:pt x="623" y="948"/>
                      </a:lnTo>
                      <a:lnTo>
                        <a:pt x="121" y="595"/>
                      </a:lnTo>
                      <a:lnTo>
                        <a:pt x="623" y="64"/>
                      </a:lnTo>
                      <a:lnTo>
                        <a:pt x="55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39"/>
                <p:cNvSpPr/>
                <p:nvPr/>
              </p:nvSpPr>
              <p:spPr>
                <a:xfrm>
                  <a:off x="4254401" y="1897619"/>
                  <a:ext cx="22536" cy="34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005" extrusionOk="0">
                      <a:moveTo>
                        <a:pt x="595" y="0"/>
                      </a:moveTo>
                      <a:lnTo>
                        <a:pt x="1" y="595"/>
                      </a:lnTo>
                      <a:lnTo>
                        <a:pt x="595" y="1005"/>
                      </a:lnTo>
                      <a:lnTo>
                        <a:pt x="651" y="948"/>
                      </a:lnTo>
                      <a:lnTo>
                        <a:pt x="149" y="595"/>
                      </a:lnTo>
                      <a:lnTo>
                        <a:pt x="651" y="64"/>
                      </a:lnTo>
                      <a:lnTo>
                        <a:pt x="59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39"/>
                <p:cNvSpPr/>
                <p:nvPr/>
              </p:nvSpPr>
              <p:spPr>
                <a:xfrm>
                  <a:off x="4055854" y="1885970"/>
                  <a:ext cx="19356" cy="57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" h="1668" extrusionOk="0">
                      <a:moveTo>
                        <a:pt x="305" y="0"/>
                      </a:moveTo>
                      <a:cubicBezTo>
                        <a:pt x="264" y="0"/>
                        <a:pt x="226" y="22"/>
                        <a:pt x="205" y="47"/>
                      </a:cubicBezTo>
                      <a:cubicBezTo>
                        <a:pt x="149" y="76"/>
                        <a:pt x="85" y="160"/>
                        <a:pt x="85" y="252"/>
                      </a:cubicBezTo>
                      <a:cubicBezTo>
                        <a:pt x="57" y="309"/>
                        <a:pt x="85" y="401"/>
                        <a:pt x="85" y="458"/>
                      </a:cubicBezTo>
                      <a:cubicBezTo>
                        <a:pt x="120" y="514"/>
                        <a:pt x="120" y="542"/>
                        <a:pt x="120" y="578"/>
                      </a:cubicBezTo>
                      <a:cubicBezTo>
                        <a:pt x="120" y="691"/>
                        <a:pt x="85" y="783"/>
                        <a:pt x="0" y="811"/>
                      </a:cubicBezTo>
                      <a:lnTo>
                        <a:pt x="28" y="896"/>
                      </a:lnTo>
                      <a:lnTo>
                        <a:pt x="57" y="896"/>
                      </a:lnTo>
                      <a:cubicBezTo>
                        <a:pt x="85" y="932"/>
                        <a:pt x="120" y="932"/>
                        <a:pt x="120" y="960"/>
                      </a:cubicBezTo>
                      <a:lnTo>
                        <a:pt x="120" y="1108"/>
                      </a:lnTo>
                      <a:lnTo>
                        <a:pt x="120" y="1137"/>
                      </a:lnTo>
                      <a:cubicBezTo>
                        <a:pt x="85" y="1314"/>
                        <a:pt x="120" y="1427"/>
                        <a:pt x="177" y="1519"/>
                      </a:cubicBezTo>
                      <a:cubicBezTo>
                        <a:pt x="234" y="1604"/>
                        <a:pt x="326" y="1667"/>
                        <a:pt x="439" y="1667"/>
                      </a:cubicBezTo>
                      <a:cubicBezTo>
                        <a:pt x="474" y="1667"/>
                        <a:pt x="531" y="1667"/>
                        <a:pt x="559" y="1639"/>
                      </a:cubicBezTo>
                      <a:lnTo>
                        <a:pt x="531" y="1547"/>
                      </a:lnTo>
                      <a:cubicBezTo>
                        <a:pt x="498" y="1567"/>
                        <a:pt x="459" y="1576"/>
                        <a:pt x="421" y="1576"/>
                      </a:cubicBezTo>
                      <a:cubicBezTo>
                        <a:pt x="352" y="1576"/>
                        <a:pt x="285" y="1545"/>
                        <a:pt x="262" y="1490"/>
                      </a:cubicBezTo>
                      <a:cubicBezTo>
                        <a:pt x="205" y="1398"/>
                        <a:pt x="177" y="1285"/>
                        <a:pt x="205" y="1137"/>
                      </a:cubicBezTo>
                      <a:lnTo>
                        <a:pt x="205" y="932"/>
                      </a:lnTo>
                      <a:cubicBezTo>
                        <a:pt x="177" y="896"/>
                        <a:pt x="149" y="868"/>
                        <a:pt x="120" y="840"/>
                      </a:cubicBezTo>
                      <a:cubicBezTo>
                        <a:pt x="177" y="783"/>
                        <a:pt x="205" y="663"/>
                        <a:pt x="205" y="578"/>
                      </a:cubicBezTo>
                      <a:cubicBezTo>
                        <a:pt x="205" y="542"/>
                        <a:pt x="205" y="486"/>
                        <a:pt x="177" y="458"/>
                      </a:cubicBezTo>
                      <a:cubicBezTo>
                        <a:pt x="177" y="366"/>
                        <a:pt x="149" y="309"/>
                        <a:pt x="177" y="252"/>
                      </a:cubicBezTo>
                      <a:cubicBezTo>
                        <a:pt x="177" y="189"/>
                        <a:pt x="205" y="132"/>
                        <a:pt x="262" y="104"/>
                      </a:cubicBezTo>
                      <a:cubicBezTo>
                        <a:pt x="262" y="90"/>
                        <a:pt x="271" y="83"/>
                        <a:pt x="283" y="83"/>
                      </a:cubicBezTo>
                      <a:cubicBezTo>
                        <a:pt x="296" y="83"/>
                        <a:pt x="311" y="90"/>
                        <a:pt x="326" y="104"/>
                      </a:cubicBezTo>
                      <a:lnTo>
                        <a:pt x="354" y="12"/>
                      </a:lnTo>
                      <a:cubicBezTo>
                        <a:pt x="338" y="4"/>
                        <a:pt x="321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39"/>
                <p:cNvSpPr/>
                <p:nvPr/>
              </p:nvSpPr>
              <p:spPr>
                <a:xfrm>
                  <a:off x="4034319" y="1888563"/>
                  <a:ext cx="9333" cy="51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501" extrusionOk="0">
                      <a:moveTo>
                        <a:pt x="213" y="1"/>
                      </a:moveTo>
                      <a:cubicBezTo>
                        <a:pt x="1" y="467"/>
                        <a:pt x="1" y="1033"/>
                        <a:pt x="177" y="1500"/>
                      </a:cubicBezTo>
                      <a:lnTo>
                        <a:pt x="269" y="1472"/>
                      </a:lnTo>
                      <a:cubicBezTo>
                        <a:pt x="93" y="1033"/>
                        <a:pt x="93" y="503"/>
                        <a:pt x="269" y="29"/>
                      </a:cubicBezTo>
                      <a:lnTo>
                        <a:pt x="21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8" name="Google Shape;708;p39"/>
                <p:cNvSpPr/>
                <p:nvPr/>
              </p:nvSpPr>
              <p:spPr>
                <a:xfrm>
                  <a:off x="4303311" y="1885970"/>
                  <a:ext cx="19598" cy="57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" h="1668" extrusionOk="0">
                      <a:moveTo>
                        <a:pt x="256" y="0"/>
                      </a:moveTo>
                      <a:cubicBezTo>
                        <a:pt x="243" y="0"/>
                        <a:pt x="229" y="4"/>
                        <a:pt x="213" y="12"/>
                      </a:cubicBezTo>
                      <a:lnTo>
                        <a:pt x="241" y="104"/>
                      </a:lnTo>
                      <a:cubicBezTo>
                        <a:pt x="255" y="90"/>
                        <a:pt x="262" y="83"/>
                        <a:pt x="269" y="83"/>
                      </a:cubicBezTo>
                      <a:cubicBezTo>
                        <a:pt x="276" y="83"/>
                        <a:pt x="283" y="90"/>
                        <a:pt x="298" y="104"/>
                      </a:cubicBezTo>
                      <a:cubicBezTo>
                        <a:pt x="354" y="132"/>
                        <a:pt x="390" y="189"/>
                        <a:pt x="390" y="252"/>
                      </a:cubicBezTo>
                      <a:lnTo>
                        <a:pt x="390" y="458"/>
                      </a:lnTo>
                      <a:cubicBezTo>
                        <a:pt x="354" y="486"/>
                        <a:pt x="354" y="542"/>
                        <a:pt x="354" y="578"/>
                      </a:cubicBezTo>
                      <a:cubicBezTo>
                        <a:pt x="354" y="663"/>
                        <a:pt x="390" y="783"/>
                        <a:pt x="446" y="840"/>
                      </a:cubicBezTo>
                      <a:cubicBezTo>
                        <a:pt x="390" y="868"/>
                        <a:pt x="390" y="896"/>
                        <a:pt x="354" y="932"/>
                      </a:cubicBezTo>
                      <a:cubicBezTo>
                        <a:pt x="326" y="988"/>
                        <a:pt x="354" y="1073"/>
                        <a:pt x="354" y="1137"/>
                      </a:cubicBezTo>
                      <a:cubicBezTo>
                        <a:pt x="390" y="1285"/>
                        <a:pt x="354" y="1398"/>
                        <a:pt x="298" y="1490"/>
                      </a:cubicBezTo>
                      <a:cubicBezTo>
                        <a:pt x="261" y="1545"/>
                        <a:pt x="198" y="1576"/>
                        <a:pt x="135" y="1576"/>
                      </a:cubicBezTo>
                      <a:cubicBezTo>
                        <a:pt x="100" y="1576"/>
                        <a:pt x="66" y="1567"/>
                        <a:pt x="36" y="1547"/>
                      </a:cubicBezTo>
                      <a:lnTo>
                        <a:pt x="0" y="1639"/>
                      </a:lnTo>
                      <a:cubicBezTo>
                        <a:pt x="36" y="1667"/>
                        <a:pt x="92" y="1667"/>
                        <a:pt x="121" y="1667"/>
                      </a:cubicBezTo>
                      <a:cubicBezTo>
                        <a:pt x="213" y="1667"/>
                        <a:pt x="326" y="1604"/>
                        <a:pt x="390" y="1519"/>
                      </a:cubicBezTo>
                      <a:cubicBezTo>
                        <a:pt x="446" y="1427"/>
                        <a:pt x="474" y="1314"/>
                        <a:pt x="446" y="1137"/>
                      </a:cubicBezTo>
                      <a:lnTo>
                        <a:pt x="446" y="1108"/>
                      </a:lnTo>
                      <a:lnTo>
                        <a:pt x="446" y="960"/>
                      </a:lnTo>
                      <a:cubicBezTo>
                        <a:pt x="446" y="932"/>
                        <a:pt x="474" y="932"/>
                        <a:pt x="503" y="896"/>
                      </a:cubicBezTo>
                      <a:lnTo>
                        <a:pt x="531" y="896"/>
                      </a:lnTo>
                      <a:lnTo>
                        <a:pt x="566" y="811"/>
                      </a:lnTo>
                      <a:lnTo>
                        <a:pt x="531" y="811"/>
                      </a:lnTo>
                      <a:cubicBezTo>
                        <a:pt x="474" y="783"/>
                        <a:pt x="446" y="691"/>
                        <a:pt x="446" y="578"/>
                      </a:cubicBezTo>
                      <a:cubicBezTo>
                        <a:pt x="446" y="542"/>
                        <a:pt x="446" y="514"/>
                        <a:pt x="474" y="458"/>
                      </a:cubicBezTo>
                      <a:lnTo>
                        <a:pt x="474" y="252"/>
                      </a:lnTo>
                      <a:cubicBezTo>
                        <a:pt x="474" y="160"/>
                        <a:pt x="418" y="76"/>
                        <a:pt x="354" y="47"/>
                      </a:cubicBezTo>
                      <a:cubicBezTo>
                        <a:pt x="314" y="22"/>
                        <a:pt x="288" y="0"/>
                        <a:pt x="2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39"/>
                <p:cNvSpPr/>
                <p:nvPr/>
              </p:nvSpPr>
              <p:spPr>
                <a:xfrm>
                  <a:off x="4167847" y="1898587"/>
                  <a:ext cx="21534" cy="3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" h="921" extrusionOk="0">
                      <a:moveTo>
                        <a:pt x="531" y="93"/>
                      </a:moveTo>
                      <a:lnTo>
                        <a:pt x="531" y="828"/>
                      </a:lnTo>
                      <a:lnTo>
                        <a:pt x="92" y="828"/>
                      </a:lnTo>
                      <a:lnTo>
                        <a:pt x="92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623" y="920"/>
                      </a:lnTo>
                      <a:lnTo>
                        <a:pt x="62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39"/>
                <p:cNvSpPr/>
                <p:nvPr/>
              </p:nvSpPr>
              <p:spPr>
                <a:xfrm>
                  <a:off x="4128235" y="1898587"/>
                  <a:ext cx="29622" cy="3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" h="921" extrusionOk="0">
                      <a:moveTo>
                        <a:pt x="764" y="93"/>
                      </a:moveTo>
                      <a:lnTo>
                        <a:pt x="764" y="828"/>
                      </a:lnTo>
                      <a:lnTo>
                        <a:pt x="85" y="828"/>
                      </a:lnTo>
                      <a:lnTo>
                        <a:pt x="85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856" y="920"/>
                      </a:lnTo>
                      <a:lnTo>
                        <a:pt x="85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39"/>
                <p:cNvSpPr/>
                <p:nvPr/>
              </p:nvSpPr>
              <p:spPr>
                <a:xfrm>
                  <a:off x="4086410" y="1898587"/>
                  <a:ext cx="32560" cy="31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921" extrusionOk="0">
                      <a:moveTo>
                        <a:pt x="856" y="93"/>
                      </a:moveTo>
                      <a:lnTo>
                        <a:pt x="856" y="828"/>
                      </a:lnTo>
                      <a:lnTo>
                        <a:pt x="85" y="828"/>
                      </a:lnTo>
                      <a:lnTo>
                        <a:pt x="85" y="93"/>
                      </a:lnTo>
                      <a:close/>
                      <a:moveTo>
                        <a:pt x="0" y="1"/>
                      </a:moveTo>
                      <a:lnTo>
                        <a:pt x="0" y="920"/>
                      </a:lnTo>
                      <a:lnTo>
                        <a:pt x="941" y="920"/>
                      </a:lnTo>
                      <a:lnTo>
                        <a:pt x="94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39"/>
                <p:cNvSpPr/>
                <p:nvPr/>
              </p:nvSpPr>
              <p:spPr>
                <a:xfrm>
                  <a:off x="4223844" y="1897619"/>
                  <a:ext cx="22536" cy="34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005" extrusionOk="0">
                      <a:moveTo>
                        <a:pt x="326" y="92"/>
                      </a:moveTo>
                      <a:cubicBezTo>
                        <a:pt x="446" y="92"/>
                        <a:pt x="566" y="269"/>
                        <a:pt x="566" y="503"/>
                      </a:cubicBezTo>
                      <a:cubicBezTo>
                        <a:pt x="566" y="708"/>
                        <a:pt x="446" y="913"/>
                        <a:pt x="326" y="913"/>
                      </a:cubicBezTo>
                      <a:cubicBezTo>
                        <a:pt x="177" y="913"/>
                        <a:pt x="92" y="708"/>
                        <a:pt x="92" y="503"/>
                      </a:cubicBezTo>
                      <a:cubicBezTo>
                        <a:pt x="92" y="269"/>
                        <a:pt x="177" y="92"/>
                        <a:pt x="326" y="92"/>
                      </a:cubicBezTo>
                      <a:close/>
                      <a:moveTo>
                        <a:pt x="326" y="0"/>
                      </a:moveTo>
                      <a:cubicBezTo>
                        <a:pt x="149" y="0"/>
                        <a:pt x="0" y="205"/>
                        <a:pt x="0" y="503"/>
                      </a:cubicBezTo>
                      <a:cubicBezTo>
                        <a:pt x="0" y="771"/>
                        <a:pt x="149" y="1005"/>
                        <a:pt x="326" y="1005"/>
                      </a:cubicBezTo>
                      <a:cubicBezTo>
                        <a:pt x="503" y="1005"/>
                        <a:pt x="651" y="771"/>
                        <a:pt x="651" y="503"/>
                      </a:cubicBezTo>
                      <a:cubicBezTo>
                        <a:pt x="651" y="205"/>
                        <a:pt x="50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39"/>
                <p:cNvSpPr/>
                <p:nvPr/>
              </p:nvSpPr>
              <p:spPr>
                <a:xfrm>
                  <a:off x="4200616" y="1899831"/>
                  <a:ext cx="2973" cy="30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" h="885" extrusionOk="0">
                      <a:moveTo>
                        <a:pt x="0" y="0"/>
                      </a:moveTo>
                      <a:lnTo>
                        <a:pt x="0" y="884"/>
                      </a:lnTo>
                      <a:lnTo>
                        <a:pt x="85" y="884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14" name="Google Shape;714;p39"/>
              <p:cNvGrpSpPr/>
              <p:nvPr/>
            </p:nvGrpSpPr>
            <p:grpSpPr>
              <a:xfrm>
                <a:off x="-2025807" y="2235105"/>
                <a:ext cx="1184014" cy="258193"/>
                <a:chOff x="3734768" y="858742"/>
                <a:chExt cx="1184014" cy="258193"/>
              </a:xfrm>
            </p:grpSpPr>
            <p:grpSp>
              <p:nvGrpSpPr>
                <p:cNvPr id="715" name="Google Shape;715;p39"/>
                <p:cNvGrpSpPr/>
                <p:nvPr/>
              </p:nvGrpSpPr>
              <p:grpSpPr>
                <a:xfrm>
                  <a:off x="3734768" y="858742"/>
                  <a:ext cx="1184014" cy="258193"/>
                  <a:chOff x="4002795" y="1877329"/>
                  <a:chExt cx="345546" cy="75352"/>
                </a:xfrm>
              </p:grpSpPr>
              <p:sp>
                <p:nvSpPr>
                  <p:cNvPr id="716" name="Google Shape;716;p39"/>
                  <p:cNvSpPr/>
                  <p:nvPr/>
                </p:nvSpPr>
                <p:spPr>
                  <a:xfrm>
                    <a:off x="4002795" y="1877329"/>
                    <a:ext cx="345546" cy="75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97" h="2180" extrusionOk="0">
                        <a:moveTo>
                          <a:pt x="0" y="0"/>
                        </a:moveTo>
                        <a:lnTo>
                          <a:pt x="0" y="2179"/>
                        </a:lnTo>
                        <a:lnTo>
                          <a:pt x="9996" y="2179"/>
                        </a:lnTo>
                        <a:lnTo>
                          <a:pt x="9996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7" name="Google Shape;717;p39"/>
                  <p:cNvSpPr/>
                  <p:nvPr/>
                </p:nvSpPr>
                <p:spPr>
                  <a:xfrm>
                    <a:off x="4270785" y="1897619"/>
                    <a:ext cx="21569" cy="34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4" h="1005" extrusionOk="0">
                        <a:moveTo>
                          <a:pt x="559" y="0"/>
                        </a:moveTo>
                        <a:lnTo>
                          <a:pt x="1" y="595"/>
                        </a:lnTo>
                        <a:lnTo>
                          <a:pt x="559" y="1005"/>
                        </a:lnTo>
                        <a:lnTo>
                          <a:pt x="623" y="948"/>
                        </a:lnTo>
                        <a:lnTo>
                          <a:pt x="121" y="595"/>
                        </a:lnTo>
                        <a:lnTo>
                          <a:pt x="623" y="64"/>
                        </a:lnTo>
                        <a:lnTo>
                          <a:pt x="55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8" name="Google Shape;718;p39"/>
                  <p:cNvSpPr/>
                  <p:nvPr/>
                </p:nvSpPr>
                <p:spPr>
                  <a:xfrm>
                    <a:off x="4254401" y="1897619"/>
                    <a:ext cx="22536" cy="34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2" h="1005" extrusionOk="0">
                        <a:moveTo>
                          <a:pt x="595" y="0"/>
                        </a:moveTo>
                        <a:lnTo>
                          <a:pt x="1" y="595"/>
                        </a:lnTo>
                        <a:lnTo>
                          <a:pt x="595" y="1005"/>
                        </a:lnTo>
                        <a:lnTo>
                          <a:pt x="651" y="948"/>
                        </a:lnTo>
                        <a:lnTo>
                          <a:pt x="149" y="595"/>
                        </a:lnTo>
                        <a:lnTo>
                          <a:pt x="651" y="64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9" name="Google Shape;719;p39"/>
                  <p:cNvSpPr/>
                  <p:nvPr/>
                </p:nvSpPr>
                <p:spPr>
                  <a:xfrm>
                    <a:off x="4055854" y="1885970"/>
                    <a:ext cx="19356" cy="57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0" h="1668" extrusionOk="0">
                        <a:moveTo>
                          <a:pt x="305" y="0"/>
                        </a:moveTo>
                        <a:cubicBezTo>
                          <a:pt x="264" y="0"/>
                          <a:pt x="226" y="22"/>
                          <a:pt x="205" y="47"/>
                        </a:cubicBezTo>
                        <a:cubicBezTo>
                          <a:pt x="149" y="76"/>
                          <a:pt x="85" y="160"/>
                          <a:pt x="85" y="252"/>
                        </a:cubicBezTo>
                        <a:cubicBezTo>
                          <a:pt x="57" y="309"/>
                          <a:pt x="85" y="401"/>
                          <a:pt x="85" y="458"/>
                        </a:cubicBezTo>
                        <a:cubicBezTo>
                          <a:pt x="120" y="514"/>
                          <a:pt x="120" y="542"/>
                          <a:pt x="120" y="578"/>
                        </a:cubicBezTo>
                        <a:cubicBezTo>
                          <a:pt x="120" y="691"/>
                          <a:pt x="85" y="783"/>
                          <a:pt x="0" y="811"/>
                        </a:cubicBezTo>
                        <a:lnTo>
                          <a:pt x="28" y="896"/>
                        </a:lnTo>
                        <a:lnTo>
                          <a:pt x="57" y="896"/>
                        </a:lnTo>
                        <a:cubicBezTo>
                          <a:pt x="85" y="932"/>
                          <a:pt x="120" y="932"/>
                          <a:pt x="120" y="960"/>
                        </a:cubicBezTo>
                        <a:lnTo>
                          <a:pt x="120" y="1108"/>
                        </a:lnTo>
                        <a:lnTo>
                          <a:pt x="120" y="1137"/>
                        </a:lnTo>
                        <a:cubicBezTo>
                          <a:pt x="85" y="1314"/>
                          <a:pt x="120" y="1427"/>
                          <a:pt x="177" y="1519"/>
                        </a:cubicBezTo>
                        <a:cubicBezTo>
                          <a:pt x="234" y="1604"/>
                          <a:pt x="326" y="1667"/>
                          <a:pt x="439" y="1667"/>
                        </a:cubicBezTo>
                        <a:cubicBezTo>
                          <a:pt x="474" y="1667"/>
                          <a:pt x="531" y="1667"/>
                          <a:pt x="559" y="1639"/>
                        </a:cubicBezTo>
                        <a:lnTo>
                          <a:pt x="531" y="1547"/>
                        </a:lnTo>
                        <a:cubicBezTo>
                          <a:pt x="498" y="1567"/>
                          <a:pt x="459" y="1576"/>
                          <a:pt x="421" y="1576"/>
                        </a:cubicBezTo>
                        <a:cubicBezTo>
                          <a:pt x="352" y="1576"/>
                          <a:pt x="285" y="1545"/>
                          <a:pt x="262" y="1490"/>
                        </a:cubicBezTo>
                        <a:cubicBezTo>
                          <a:pt x="205" y="1398"/>
                          <a:pt x="177" y="1285"/>
                          <a:pt x="205" y="1137"/>
                        </a:cubicBezTo>
                        <a:lnTo>
                          <a:pt x="205" y="932"/>
                        </a:lnTo>
                        <a:cubicBezTo>
                          <a:pt x="177" y="896"/>
                          <a:pt x="149" y="868"/>
                          <a:pt x="120" y="840"/>
                        </a:cubicBezTo>
                        <a:cubicBezTo>
                          <a:pt x="177" y="783"/>
                          <a:pt x="205" y="663"/>
                          <a:pt x="205" y="578"/>
                        </a:cubicBezTo>
                        <a:cubicBezTo>
                          <a:pt x="205" y="542"/>
                          <a:pt x="205" y="486"/>
                          <a:pt x="177" y="458"/>
                        </a:cubicBezTo>
                        <a:cubicBezTo>
                          <a:pt x="177" y="366"/>
                          <a:pt x="149" y="309"/>
                          <a:pt x="177" y="252"/>
                        </a:cubicBezTo>
                        <a:cubicBezTo>
                          <a:pt x="177" y="189"/>
                          <a:pt x="205" y="132"/>
                          <a:pt x="262" y="104"/>
                        </a:cubicBezTo>
                        <a:cubicBezTo>
                          <a:pt x="262" y="90"/>
                          <a:pt x="271" y="83"/>
                          <a:pt x="283" y="83"/>
                        </a:cubicBezTo>
                        <a:cubicBezTo>
                          <a:pt x="296" y="83"/>
                          <a:pt x="311" y="90"/>
                          <a:pt x="326" y="104"/>
                        </a:cubicBezTo>
                        <a:lnTo>
                          <a:pt x="354" y="12"/>
                        </a:lnTo>
                        <a:cubicBezTo>
                          <a:pt x="338" y="4"/>
                          <a:pt x="321" y="0"/>
                          <a:pt x="305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0" name="Google Shape;720;p39"/>
                  <p:cNvSpPr/>
                  <p:nvPr/>
                </p:nvSpPr>
                <p:spPr>
                  <a:xfrm>
                    <a:off x="4034319" y="1888563"/>
                    <a:ext cx="9333" cy="518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1501" extrusionOk="0">
                        <a:moveTo>
                          <a:pt x="213" y="1"/>
                        </a:moveTo>
                        <a:cubicBezTo>
                          <a:pt x="1" y="467"/>
                          <a:pt x="1" y="1033"/>
                          <a:pt x="177" y="1500"/>
                        </a:cubicBezTo>
                        <a:lnTo>
                          <a:pt x="269" y="1472"/>
                        </a:lnTo>
                        <a:cubicBezTo>
                          <a:pt x="93" y="1033"/>
                          <a:pt x="93" y="503"/>
                          <a:pt x="269" y="29"/>
                        </a:cubicBezTo>
                        <a:lnTo>
                          <a:pt x="213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1" name="Google Shape;721;p39"/>
                  <p:cNvSpPr/>
                  <p:nvPr/>
                </p:nvSpPr>
                <p:spPr>
                  <a:xfrm>
                    <a:off x="4303311" y="1885970"/>
                    <a:ext cx="19598" cy="576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668" extrusionOk="0">
                        <a:moveTo>
                          <a:pt x="256" y="0"/>
                        </a:moveTo>
                        <a:cubicBezTo>
                          <a:pt x="243" y="0"/>
                          <a:pt x="229" y="4"/>
                          <a:pt x="213" y="12"/>
                        </a:cubicBezTo>
                        <a:lnTo>
                          <a:pt x="241" y="104"/>
                        </a:lnTo>
                        <a:cubicBezTo>
                          <a:pt x="255" y="90"/>
                          <a:pt x="262" y="83"/>
                          <a:pt x="269" y="83"/>
                        </a:cubicBezTo>
                        <a:cubicBezTo>
                          <a:pt x="276" y="83"/>
                          <a:pt x="283" y="90"/>
                          <a:pt x="298" y="104"/>
                        </a:cubicBezTo>
                        <a:cubicBezTo>
                          <a:pt x="354" y="132"/>
                          <a:pt x="390" y="189"/>
                          <a:pt x="390" y="252"/>
                        </a:cubicBezTo>
                        <a:lnTo>
                          <a:pt x="390" y="458"/>
                        </a:lnTo>
                        <a:cubicBezTo>
                          <a:pt x="354" y="486"/>
                          <a:pt x="354" y="542"/>
                          <a:pt x="354" y="578"/>
                        </a:cubicBezTo>
                        <a:cubicBezTo>
                          <a:pt x="354" y="663"/>
                          <a:pt x="390" y="783"/>
                          <a:pt x="446" y="840"/>
                        </a:cubicBezTo>
                        <a:cubicBezTo>
                          <a:pt x="390" y="868"/>
                          <a:pt x="390" y="896"/>
                          <a:pt x="354" y="932"/>
                        </a:cubicBezTo>
                        <a:cubicBezTo>
                          <a:pt x="326" y="988"/>
                          <a:pt x="354" y="1073"/>
                          <a:pt x="354" y="1137"/>
                        </a:cubicBezTo>
                        <a:cubicBezTo>
                          <a:pt x="390" y="1285"/>
                          <a:pt x="354" y="1398"/>
                          <a:pt x="298" y="1490"/>
                        </a:cubicBezTo>
                        <a:cubicBezTo>
                          <a:pt x="261" y="1545"/>
                          <a:pt x="198" y="1576"/>
                          <a:pt x="135" y="1576"/>
                        </a:cubicBezTo>
                        <a:cubicBezTo>
                          <a:pt x="100" y="1576"/>
                          <a:pt x="66" y="1567"/>
                          <a:pt x="36" y="1547"/>
                        </a:cubicBezTo>
                        <a:lnTo>
                          <a:pt x="0" y="1639"/>
                        </a:lnTo>
                        <a:cubicBezTo>
                          <a:pt x="36" y="1667"/>
                          <a:pt x="92" y="1667"/>
                          <a:pt x="121" y="1667"/>
                        </a:cubicBezTo>
                        <a:cubicBezTo>
                          <a:pt x="213" y="1667"/>
                          <a:pt x="326" y="1604"/>
                          <a:pt x="390" y="1519"/>
                        </a:cubicBezTo>
                        <a:cubicBezTo>
                          <a:pt x="446" y="1427"/>
                          <a:pt x="474" y="1314"/>
                          <a:pt x="446" y="1137"/>
                        </a:cubicBezTo>
                        <a:lnTo>
                          <a:pt x="446" y="1108"/>
                        </a:lnTo>
                        <a:lnTo>
                          <a:pt x="446" y="960"/>
                        </a:lnTo>
                        <a:cubicBezTo>
                          <a:pt x="446" y="932"/>
                          <a:pt x="474" y="932"/>
                          <a:pt x="503" y="896"/>
                        </a:cubicBezTo>
                        <a:lnTo>
                          <a:pt x="531" y="896"/>
                        </a:lnTo>
                        <a:lnTo>
                          <a:pt x="566" y="811"/>
                        </a:lnTo>
                        <a:lnTo>
                          <a:pt x="531" y="811"/>
                        </a:lnTo>
                        <a:cubicBezTo>
                          <a:pt x="474" y="783"/>
                          <a:pt x="446" y="691"/>
                          <a:pt x="446" y="578"/>
                        </a:cubicBezTo>
                        <a:cubicBezTo>
                          <a:pt x="446" y="542"/>
                          <a:pt x="446" y="514"/>
                          <a:pt x="474" y="458"/>
                        </a:cubicBezTo>
                        <a:lnTo>
                          <a:pt x="474" y="252"/>
                        </a:lnTo>
                        <a:cubicBezTo>
                          <a:pt x="474" y="160"/>
                          <a:pt x="418" y="76"/>
                          <a:pt x="354" y="47"/>
                        </a:cubicBezTo>
                        <a:cubicBezTo>
                          <a:pt x="314" y="22"/>
                          <a:pt x="288" y="0"/>
                          <a:pt x="256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22" name="Google Shape;722;p39"/>
                <p:cNvGrpSpPr/>
                <p:nvPr/>
              </p:nvGrpSpPr>
              <p:grpSpPr>
                <a:xfrm>
                  <a:off x="3990034" y="875479"/>
                  <a:ext cx="568881" cy="224795"/>
                  <a:chOff x="300879" y="4170864"/>
                  <a:chExt cx="505357" cy="199693"/>
                </a:xfrm>
              </p:grpSpPr>
              <p:sp>
                <p:nvSpPr>
                  <p:cNvPr id="723" name="Google Shape;723;p39"/>
                  <p:cNvSpPr/>
                  <p:nvPr/>
                </p:nvSpPr>
                <p:spPr>
                  <a:xfrm>
                    <a:off x="518149" y="4197063"/>
                    <a:ext cx="71544" cy="1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0" h="1062" extrusionOk="0">
                        <a:moveTo>
                          <a:pt x="57" y="0"/>
                        </a:moveTo>
                        <a:lnTo>
                          <a:pt x="1" y="57"/>
                        </a:lnTo>
                        <a:lnTo>
                          <a:pt x="531" y="616"/>
                        </a:lnTo>
                        <a:lnTo>
                          <a:pt x="1" y="1005"/>
                        </a:lnTo>
                        <a:lnTo>
                          <a:pt x="57" y="1061"/>
                        </a:lnTo>
                        <a:lnTo>
                          <a:pt x="680" y="651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4" name="Google Shape;724;p39"/>
                  <p:cNvSpPr/>
                  <p:nvPr/>
                </p:nvSpPr>
                <p:spPr>
                  <a:xfrm>
                    <a:off x="568021" y="4197063"/>
                    <a:ext cx="71544" cy="111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0" h="1062" extrusionOk="0">
                        <a:moveTo>
                          <a:pt x="57" y="0"/>
                        </a:moveTo>
                        <a:lnTo>
                          <a:pt x="1" y="57"/>
                        </a:lnTo>
                        <a:lnTo>
                          <a:pt x="531" y="616"/>
                        </a:lnTo>
                        <a:lnTo>
                          <a:pt x="1" y="1005"/>
                        </a:lnTo>
                        <a:lnTo>
                          <a:pt x="57" y="1061"/>
                        </a:lnTo>
                        <a:lnTo>
                          <a:pt x="680" y="651"/>
                        </a:lnTo>
                        <a:lnTo>
                          <a:pt x="5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5" name="Google Shape;725;p39"/>
                  <p:cNvSpPr/>
                  <p:nvPr/>
                </p:nvSpPr>
                <p:spPr>
                  <a:xfrm>
                    <a:off x="623794" y="4170864"/>
                    <a:ext cx="64811" cy="187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6" h="1785" extrusionOk="0">
                        <a:moveTo>
                          <a:pt x="286" y="1"/>
                        </a:moveTo>
                        <a:cubicBezTo>
                          <a:pt x="268" y="1"/>
                          <a:pt x="251" y="5"/>
                          <a:pt x="234" y="16"/>
                        </a:cubicBezTo>
                        <a:lnTo>
                          <a:pt x="262" y="101"/>
                        </a:lnTo>
                        <a:lnTo>
                          <a:pt x="354" y="101"/>
                        </a:lnTo>
                        <a:cubicBezTo>
                          <a:pt x="383" y="157"/>
                          <a:pt x="411" y="221"/>
                          <a:pt x="439" y="278"/>
                        </a:cubicBezTo>
                        <a:cubicBezTo>
                          <a:pt x="439" y="334"/>
                          <a:pt x="411" y="398"/>
                          <a:pt x="411" y="483"/>
                        </a:cubicBezTo>
                        <a:cubicBezTo>
                          <a:pt x="411" y="511"/>
                          <a:pt x="383" y="575"/>
                          <a:pt x="383" y="631"/>
                        </a:cubicBezTo>
                        <a:cubicBezTo>
                          <a:pt x="383" y="723"/>
                          <a:pt x="411" y="836"/>
                          <a:pt x="467" y="900"/>
                        </a:cubicBezTo>
                        <a:cubicBezTo>
                          <a:pt x="439" y="928"/>
                          <a:pt x="411" y="957"/>
                          <a:pt x="411" y="985"/>
                        </a:cubicBezTo>
                        <a:cubicBezTo>
                          <a:pt x="383" y="1077"/>
                          <a:pt x="383" y="1134"/>
                          <a:pt x="383" y="1190"/>
                        </a:cubicBezTo>
                        <a:lnTo>
                          <a:pt x="411" y="1218"/>
                        </a:lnTo>
                        <a:cubicBezTo>
                          <a:pt x="411" y="1367"/>
                          <a:pt x="411" y="1487"/>
                          <a:pt x="354" y="1572"/>
                        </a:cubicBezTo>
                        <a:cubicBezTo>
                          <a:pt x="308" y="1639"/>
                          <a:pt x="218" y="1687"/>
                          <a:pt x="139" y="1687"/>
                        </a:cubicBezTo>
                        <a:cubicBezTo>
                          <a:pt x="109" y="1687"/>
                          <a:pt x="81" y="1680"/>
                          <a:pt x="57" y="1664"/>
                        </a:cubicBezTo>
                        <a:lnTo>
                          <a:pt x="1" y="1721"/>
                        </a:lnTo>
                        <a:cubicBezTo>
                          <a:pt x="57" y="1749"/>
                          <a:pt x="85" y="1784"/>
                          <a:pt x="142" y="1784"/>
                        </a:cubicBezTo>
                        <a:cubicBezTo>
                          <a:pt x="234" y="1784"/>
                          <a:pt x="354" y="1721"/>
                          <a:pt x="411" y="1636"/>
                        </a:cubicBezTo>
                        <a:cubicBezTo>
                          <a:pt x="467" y="1516"/>
                          <a:pt x="496" y="1395"/>
                          <a:pt x="467" y="1218"/>
                        </a:cubicBezTo>
                        <a:lnTo>
                          <a:pt x="467" y="1190"/>
                        </a:lnTo>
                        <a:lnTo>
                          <a:pt x="467" y="1013"/>
                        </a:lnTo>
                        <a:cubicBezTo>
                          <a:pt x="496" y="985"/>
                          <a:pt x="496" y="985"/>
                          <a:pt x="531" y="957"/>
                        </a:cubicBezTo>
                        <a:lnTo>
                          <a:pt x="588" y="957"/>
                        </a:lnTo>
                        <a:lnTo>
                          <a:pt x="616" y="865"/>
                        </a:lnTo>
                        <a:lnTo>
                          <a:pt x="588" y="865"/>
                        </a:lnTo>
                        <a:cubicBezTo>
                          <a:pt x="496" y="836"/>
                          <a:pt x="467" y="723"/>
                          <a:pt x="467" y="631"/>
                        </a:cubicBezTo>
                        <a:cubicBezTo>
                          <a:pt x="467" y="575"/>
                          <a:pt x="496" y="546"/>
                          <a:pt x="496" y="483"/>
                        </a:cubicBezTo>
                        <a:cubicBezTo>
                          <a:pt x="496" y="426"/>
                          <a:pt x="531" y="334"/>
                          <a:pt x="531" y="249"/>
                        </a:cubicBezTo>
                        <a:cubicBezTo>
                          <a:pt x="496" y="193"/>
                          <a:pt x="467" y="101"/>
                          <a:pt x="383" y="44"/>
                        </a:cubicBezTo>
                        <a:cubicBezTo>
                          <a:pt x="363" y="24"/>
                          <a:pt x="326" y="1"/>
                          <a:pt x="286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6" name="Google Shape;726;p39"/>
                  <p:cNvSpPr/>
                  <p:nvPr/>
                </p:nvSpPr>
                <p:spPr>
                  <a:xfrm>
                    <a:off x="725748" y="4178439"/>
                    <a:ext cx="31353" cy="1676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1593" extrusionOk="0">
                        <a:moveTo>
                          <a:pt x="93" y="0"/>
                        </a:moveTo>
                        <a:lnTo>
                          <a:pt x="1" y="29"/>
                        </a:lnTo>
                        <a:cubicBezTo>
                          <a:pt x="206" y="531"/>
                          <a:pt x="206" y="1090"/>
                          <a:pt x="1" y="1564"/>
                        </a:cubicBezTo>
                        <a:lnTo>
                          <a:pt x="93" y="1592"/>
                        </a:lnTo>
                        <a:cubicBezTo>
                          <a:pt x="298" y="1090"/>
                          <a:pt x="298" y="503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7" name="Google Shape;727;p39"/>
                  <p:cNvSpPr/>
                  <p:nvPr/>
                </p:nvSpPr>
                <p:spPr>
                  <a:xfrm>
                    <a:off x="765940" y="4175493"/>
                    <a:ext cx="40296" cy="19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" h="1854" extrusionOk="0">
                        <a:moveTo>
                          <a:pt x="121" y="0"/>
                        </a:moveTo>
                        <a:lnTo>
                          <a:pt x="29" y="28"/>
                        </a:lnTo>
                        <a:cubicBezTo>
                          <a:pt x="298" y="587"/>
                          <a:pt x="270" y="1266"/>
                          <a:pt x="1" y="1825"/>
                        </a:cubicBezTo>
                        <a:lnTo>
                          <a:pt x="64" y="1854"/>
                        </a:lnTo>
                        <a:cubicBezTo>
                          <a:pt x="383" y="1295"/>
                          <a:pt x="383" y="587"/>
                          <a:pt x="121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8" name="Google Shape;728;p39"/>
                  <p:cNvSpPr/>
                  <p:nvPr/>
                </p:nvSpPr>
                <p:spPr>
                  <a:xfrm>
                    <a:off x="419141" y="4170864"/>
                    <a:ext cx="64916" cy="1878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785" extrusionOk="0">
                        <a:moveTo>
                          <a:pt x="331" y="1"/>
                        </a:moveTo>
                        <a:cubicBezTo>
                          <a:pt x="291" y="1"/>
                          <a:pt x="254" y="24"/>
                          <a:pt x="234" y="44"/>
                        </a:cubicBezTo>
                        <a:cubicBezTo>
                          <a:pt x="149" y="101"/>
                          <a:pt x="114" y="193"/>
                          <a:pt x="86" y="249"/>
                        </a:cubicBezTo>
                        <a:cubicBezTo>
                          <a:pt x="86" y="334"/>
                          <a:pt x="114" y="426"/>
                          <a:pt x="114" y="483"/>
                        </a:cubicBezTo>
                        <a:cubicBezTo>
                          <a:pt x="114" y="546"/>
                          <a:pt x="149" y="575"/>
                          <a:pt x="149" y="631"/>
                        </a:cubicBezTo>
                        <a:cubicBezTo>
                          <a:pt x="149" y="723"/>
                          <a:pt x="114" y="836"/>
                          <a:pt x="29" y="865"/>
                        </a:cubicBezTo>
                        <a:lnTo>
                          <a:pt x="1" y="865"/>
                        </a:lnTo>
                        <a:lnTo>
                          <a:pt x="29" y="957"/>
                        </a:lnTo>
                        <a:lnTo>
                          <a:pt x="86" y="957"/>
                        </a:lnTo>
                        <a:cubicBezTo>
                          <a:pt x="114" y="985"/>
                          <a:pt x="114" y="985"/>
                          <a:pt x="149" y="1013"/>
                        </a:cubicBezTo>
                        <a:lnTo>
                          <a:pt x="149" y="1190"/>
                        </a:lnTo>
                        <a:lnTo>
                          <a:pt x="114" y="1218"/>
                        </a:lnTo>
                        <a:cubicBezTo>
                          <a:pt x="114" y="1395"/>
                          <a:pt x="149" y="1516"/>
                          <a:pt x="206" y="1636"/>
                        </a:cubicBezTo>
                        <a:cubicBezTo>
                          <a:pt x="263" y="1721"/>
                          <a:pt x="383" y="1784"/>
                          <a:pt x="468" y="1784"/>
                        </a:cubicBezTo>
                        <a:cubicBezTo>
                          <a:pt x="531" y="1784"/>
                          <a:pt x="560" y="1749"/>
                          <a:pt x="616" y="1721"/>
                        </a:cubicBezTo>
                        <a:lnTo>
                          <a:pt x="560" y="1664"/>
                        </a:lnTo>
                        <a:cubicBezTo>
                          <a:pt x="534" y="1680"/>
                          <a:pt x="505" y="1687"/>
                          <a:pt x="475" y="1687"/>
                        </a:cubicBezTo>
                        <a:cubicBezTo>
                          <a:pt x="396" y="1687"/>
                          <a:pt x="309" y="1639"/>
                          <a:pt x="263" y="1572"/>
                        </a:cubicBezTo>
                        <a:cubicBezTo>
                          <a:pt x="206" y="1487"/>
                          <a:pt x="206" y="1367"/>
                          <a:pt x="206" y="1218"/>
                        </a:cubicBezTo>
                        <a:lnTo>
                          <a:pt x="234" y="1190"/>
                        </a:lnTo>
                        <a:cubicBezTo>
                          <a:pt x="234" y="1134"/>
                          <a:pt x="234" y="1077"/>
                          <a:pt x="206" y="985"/>
                        </a:cubicBezTo>
                        <a:cubicBezTo>
                          <a:pt x="206" y="957"/>
                          <a:pt x="178" y="928"/>
                          <a:pt x="149" y="900"/>
                        </a:cubicBezTo>
                        <a:cubicBezTo>
                          <a:pt x="206" y="836"/>
                          <a:pt x="234" y="723"/>
                          <a:pt x="234" y="631"/>
                        </a:cubicBezTo>
                        <a:cubicBezTo>
                          <a:pt x="234" y="575"/>
                          <a:pt x="206" y="511"/>
                          <a:pt x="206" y="483"/>
                        </a:cubicBezTo>
                        <a:cubicBezTo>
                          <a:pt x="206" y="398"/>
                          <a:pt x="178" y="334"/>
                          <a:pt x="178" y="278"/>
                        </a:cubicBezTo>
                        <a:cubicBezTo>
                          <a:pt x="206" y="221"/>
                          <a:pt x="234" y="157"/>
                          <a:pt x="263" y="101"/>
                        </a:cubicBezTo>
                        <a:lnTo>
                          <a:pt x="355" y="101"/>
                        </a:lnTo>
                        <a:lnTo>
                          <a:pt x="383" y="16"/>
                        </a:lnTo>
                        <a:cubicBezTo>
                          <a:pt x="366" y="5"/>
                          <a:pt x="348" y="1"/>
                          <a:pt x="33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9" name="Google Shape;729;p39"/>
                  <p:cNvSpPr/>
                  <p:nvPr/>
                </p:nvSpPr>
                <p:spPr>
                  <a:xfrm>
                    <a:off x="350751" y="4178439"/>
                    <a:ext cx="31353" cy="1676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1593" extrusionOk="0">
                        <a:moveTo>
                          <a:pt x="205" y="0"/>
                        </a:moveTo>
                        <a:cubicBezTo>
                          <a:pt x="0" y="503"/>
                          <a:pt x="0" y="1090"/>
                          <a:pt x="205" y="1592"/>
                        </a:cubicBezTo>
                        <a:lnTo>
                          <a:pt x="297" y="1564"/>
                        </a:lnTo>
                        <a:cubicBezTo>
                          <a:pt x="92" y="1090"/>
                          <a:pt x="92" y="531"/>
                          <a:pt x="297" y="29"/>
                        </a:cubicBezTo>
                        <a:lnTo>
                          <a:pt x="205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0" name="Google Shape;730;p39"/>
                  <p:cNvSpPr/>
                  <p:nvPr/>
                </p:nvSpPr>
                <p:spPr>
                  <a:xfrm>
                    <a:off x="300879" y="4175493"/>
                    <a:ext cx="41033" cy="19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0" h="1854" extrusionOk="0">
                        <a:moveTo>
                          <a:pt x="269" y="0"/>
                        </a:moveTo>
                        <a:lnTo>
                          <a:pt x="269" y="0"/>
                        </a:lnTo>
                        <a:cubicBezTo>
                          <a:pt x="0" y="587"/>
                          <a:pt x="0" y="1295"/>
                          <a:pt x="325" y="1854"/>
                        </a:cubicBezTo>
                        <a:lnTo>
                          <a:pt x="389" y="1825"/>
                        </a:lnTo>
                        <a:cubicBezTo>
                          <a:pt x="120" y="1266"/>
                          <a:pt x="92" y="587"/>
                          <a:pt x="354" y="28"/>
                        </a:cubicBezTo>
                        <a:lnTo>
                          <a:pt x="269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31" name="Google Shape;731;p39"/>
            <p:cNvGrpSpPr/>
            <p:nvPr/>
          </p:nvGrpSpPr>
          <p:grpSpPr>
            <a:xfrm>
              <a:off x="-5163370" y="445034"/>
              <a:ext cx="1789390" cy="838699"/>
              <a:chOff x="-4182420" y="20059"/>
              <a:chExt cx="1789390" cy="838699"/>
            </a:xfrm>
          </p:grpSpPr>
          <p:grpSp>
            <p:nvGrpSpPr>
              <p:cNvPr id="732" name="Google Shape;732;p39"/>
              <p:cNvGrpSpPr/>
              <p:nvPr/>
            </p:nvGrpSpPr>
            <p:grpSpPr>
              <a:xfrm>
                <a:off x="-3554488" y="20059"/>
                <a:ext cx="688617" cy="567202"/>
                <a:chOff x="4646862" y="1815214"/>
                <a:chExt cx="226229" cy="186341"/>
              </a:xfrm>
            </p:grpSpPr>
            <p:sp>
              <p:nvSpPr>
                <p:cNvPr id="733" name="Google Shape;733;p39"/>
                <p:cNvSpPr/>
                <p:nvPr/>
              </p:nvSpPr>
              <p:spPr>
                <a:xfrm>
                  <a:off x="4646862" y="1841622"/>
                  <a:ext cx="199578" cy="159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4" h="4627" extrusionOk="0">
                      <a:moveTo>
                        <a:pt x="1" y="0"/>
                      </a:moveTo>
                      <a:lnTo>
                        <a:pt x="1" y="4627"/>
                      </a:lnTo>
                      <a:lnTo>
                        <a:pt x="5774" y="4627"/>
                      </a:lnTo>
                      <a:lnTo>
                        <a:pt x="577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4" name="Google Shape;734;p39"/>
                <p:cNvSpPr/>
                <p:nvPr/>
              </p:nvSpPr>
              <p:spPr>
                <a:xfrm>
                  <a:off x="4673271" y="1815214"/>
                  <a:ext cx="199820" cy="159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81" h="4627" extrusionOk="0">
                      <a:moveTo>
                        <a:pt x="1" y="0"/>
                      </a:moveTo>
                      <a:lnTo>
                        <a:pt x="1" y="4627"/>
                      </a:lnTo>
                      <a:lnTo>
                        <a:pt x="5781" y="4627"/>
                      </a:lnTo>
                      <a:lnTo>
                        <a:pt x="578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5" name="Google Shape;735;p39"/>
                <p:cNvSpPr/>
                <p:nvPr/>
              </p:nvSpPr>
              <p:spPr>
                <a:xfrm>
                  <a:off x="4844441" y="1827415"/>
                  <a:ext cx="16418" cy="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115" extrusionOk="0">
                      <a:moveTo>
                        <a:pt x="1" y="1"/>
                      </a:moveTo>
                      <a:lnTo>
                        <a:pt x="1" y="114"/>
                      </a:lnTo>
                      <a:lnTo>
                        <a:pt x="475" y="114"/>
                      </a:lnTo>
                      <a:lnTo>
                        <a:pt x="47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6" name="Google Shape;736;p39"/>
                <p:cNvSpPr/>
                <p:nvPr/>
              </p:nvSpPr>
              <p:spPr>
                <a:xfrm>
                  <a:off x="4735386" y="1827415"/>
                  <a:ext cx="90768" cy="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6" h="115" extrusionOk="0">
                      <a:moveTo>
                        <a:pt x="1" y="1"/>
                      </a:moveTo>
                      <a:lnTo>
                        <a:pt x="1" y="114"/>
                      </a:lnTo>
                      <a:lnTo>
                        <a:pt x="2625" y="114"/>
                      </a:lnTo>
                      <a:lnTo>
                        <a:pt x="2625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7" name="Google Shape;737;p39"/>
                <p:cNvSpPr/>
                <p:nvPr/>
              </p:nvSpPr>
              <p:spPr>
                <a:xfrm>
                  <a:off x="4843473" y="1847740"/>
                  <a:ext cx="3940" cy="2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765" extrusionOk="0">
                      <a:moveTo>
                        <a:pt x="1" y="0"/>
                      </a:moveTo>
                      <a:lnTo>
                        <a:pt x="1" y="764"/>
                      </a:lnTo>
                      <a:lnTo>
                        <a:pt x="114" y="764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8" name="Google Shape;738;p39"/>
                <p:cNvSpPr/>
                <p:nvPr/>
              </p:nvSpPr>
              <p:spPr>
                <a:xfrm>
                  <a:off x="4843473" y="1886350"/>
                  <a:ext cx="3940" cy="54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1565" extrusionOk="0">
                      <a:moveTo>
                        <a:pt x="1" y="1"/>
                      </a:moveTo>
                      <a:lnTo>
                        <a:pt x="1" y="1564"/>
                      </a:lnTo>
                      <a:lnTo>
                        <a:pt x="114" y="1564"/>
                      </a:lnTo>
                      <a:lnTo>
                        <a:pt x="11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9" name="Google Shape;739;p39"/>
                <p:cNvSpPr/>
                <p:nvPr/>
              </p:nvSpPr>
              <p:spPr>
                <a:xfrm>
                  <a:off x="4855710" y="1904705"/>
                  <a:ext cx="3940" cy="18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532" extrusionOk="0">
                      <a:moveTo>
                        <a:pt x="0" y="0"/>
                      </a:moveTo>
                      <a:lnTo>
                        <a:pt x="0" y="531"/>
                      </a:lnTo>
                      <a:lnTo>
                        <a:pt x="114" y="531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740" name="Google Shape;740;p39"/>
              <p:cNvGrpSpPr/>
              <p:nvPr/>
            </p:nvGrpSpPr>
            <p:grpSpPr>
              <a:xfrm>
                <a:off x="-4182420" y="71225"/>
                <a:ext cx="1789390" cy="787533"/>
                <a:chOff x="4802651" y="2120880"/>
                <a:chExt cx="587861" cy="258725"/>
              </a:xfrm>
            </p:grpSpPr>
            <p:sp>
              <p:nvSpPr>
                <p:cNvPr id="741" name="Google Shape;741;p39"/>
                <p:cNvSpPr/>
                <p:nvPr/>
              </p:nvSpPr>
              <p:spPr>
                <a:xfrm>
                  <a:off x="4820971" y="2152404"/>
                  <a:ext cx="538972" cy="22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3" h="6453" extrusionOk="0">
                      <a:moveTo>
                        <a:pt x="15388" y="1"/>
                      </a:moveTo>
                      <a:lnTo>
                        <a:pt x="11235" y="6042"/>
                      </a:lnTo>
                      <a:lnTo>
                        <a:pt x="8228" y="2180"/>
                      </a:lnTo>
                      <a:lnTo>
                        <a:pt x="5101" y="6071"/>
                      </a:lnTo>
                      <a:lnTo>
                        <a:pt x="2420" y="2774"/>
                      </a:lnTo>
                      <a:lnTo>
                        <a:pt x="1" y="5865"/>
                      </a:lnTo>
                      <a:lnTo>
                        <a:pt x="178" y="6014"/>
                      </a:lnTo>
                      <a:lnTo>
                        <a:pt x="2420" y="3156"/>
                      </a:lnTo>
                      <a:lnTo>
                        <a:pt x="5101" y="6424"/>
                      </a:lnTo>
                      <a:lnTo>
                        <a:pt x="8228" y="2562"/>
                      </a:lnTo>
                      <a:lnTo>
                        <a:pt x="11235" y="6453"/>
                      </a:lnTo>
                      <a:lnTo>
                        <a:pt x="15593" y="121"/>
                      </a:lnTo>
                      <a:lnTo>
                        <a:pt x="1538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39"/>
                <p:cNvSpPr/>
                <p:nvPr/>
              </p:nvSpPr>
              <p:spPr>
                <a:xfrm>
                  <a:off x="4802651" y="2335811"/>
                  <a:ext cx="42826" cy="43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9" h="1267" extrusionOk="0">
                      <a:moveTo>
                        <a:pt x="623" y="1"/>
                      </a:moveTo>
                      <a:cubicBezTo>
                        <a:pt x="269" y="1"/>
                        <a:pt x="0" y="262"/>
                        <a:pt x="0" y="616"/>
                      </a:cubicBezTo>
                      <a:cubicBezTo>
                        <a:pt x="0" y="970"/>
                        <a:pt x="269" y="1267"/>
                        <a:pt x="623" y="1267"/>
                      </a:cubicBezTo>
                      <a:cubicBezTo>
                        <a:pt x="977" y="1267"/>
                        <a:pt x="1238" y="970"/>
                        <a:pt x="1238" y="616"/>
                      </a:cubicBezTo>
                      <a:cubicBezTo>
                        <a:pt x="1238" y="262"/>
                        <a:pt x="977" y="1"/>
                        <a:pt x="6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39"/>
                <p:cNvSpPr/>
                <p:nvPr/>
              </p:nvSpPr>
              <p:spPr>
                <a:xfrm>
                  <a:off x="4981875" y="2346077"/>
                  <a:ext cx="33805" cy="3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0" extrusionOk="0">
                      <a:moveTo>
                        <a:pt x="475" y="1"/>
                      </a:moveTo>
                      <a:cubicBezTo>
                        <a:pt x="213" y="1"/>
                        <a:pt x="1" y="206"/>
                        <a:pt x="1" y="468"/>
                      </a:cubicBezTo>
                      <a:cubicBezTo>
                        <a:pt x="1" y="736"/>
                        <a:pt x="213" y="970"/>
                        <a:pt x="475" y="970"/>
                      </a:cubicBezTo>
                      <a:cubicBezTo>
                        <a:pt x="744" y="970"/>
                        <a:pt x="977" y="736"/>
                        <a:pt x="977" y="468"/>
                      </a:cubicBezTo>
                      <a:cubicBezTo>
                        <a:pt x="977" y="206"/>
                        <a:pt x="744" y="1"/>
                        <a:pt x="4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4" name="Google Shape;744;p39"/>
                <p:cNvSpPr/>
                <p:nvPr/>
              </p:nvSpPr>
              <p:spPr>
                <a:xfrm>
                  <a:off x="5191932" y="2346077"/>
                  <a:ext cx="33528" cy="3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970" extrusionOk="0">
                      <a:moveTo>
                        <a:pt x="468" y="1"/>
                      </a:moveTo>
                      <a:cubicBezTo>
                        <a:pt x="206" y="1"/>
                        <a:pt x="1" y="206"/>
                        <a:pt x="1" y="468"/>
                      </a:cubicBezTo>
                      <a:cubicBezTo>
                        <a:pt x="1" y="736"/>
                        <a:pt x="206" y="970"/>
                        <a:pt x="468" y="970"/>
                      </a:cubicBezTo>
                      <a:cubicBezTo>
                        <a:pt x="736" y="970"/>
                        <a:pt x="970" y="736"/>
                        <a:pt x="970" y="468"/>
                      </a:cubicBezTo>
                      <a:cubicBezTo>
                        <a:pt x="970" y="206"/>
                        <a:pt x="736" y="1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39"/>
                <p:cNvSpPr/>
                <p:nvPr/>
              </p:nvSpPr>
              <p:spPr>
                <a:xfrm>
                  <a:off x="5340600" y="2138232"/>
                  <a:ext cx="33805" cy="33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970" extrusionOk="0">
                      <a:moveTo>
                        <a:pt x="475" y="1"/>
                      </a:moveTo>
                      <a:cubicBezTo>
                        <a:pt x="206" y="1"/>
                        <a:pt x="1" y="206"/>
                        <a:pt x="1" y="467"/>
                      </a:cubicBezTo>
                      <a:cubicBezTo>
                        <a:pt x="1" y="736"/>
                        <a:pt x="206" y="970"/>
                        <a:pt x="475" y="970"/>
                      </a:cubicBezTo>
                      <a:cubicBezTo>
                        <a:pt x="737" y="970"/>
                        <a:pt x="977" y="736"/>
                        <a:pt x="977" y="467"/>
                      </a:cubicBezTo>
                      <a:cubicBezTo>
                        <a:pt x="977" y="206"/>
                        <a:pt x="737" y="1"/>
                        <a:pt x="4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6" name="Google Shape;746;p39"/>
                <p:cNvSpPr/>
                <p:nvPr/>
              </p:nvSpPr>
              <p:spPr>
                <a:xfrm>
                  <a:off x="4882118" y="2231906"/>
                  <a:ext cx="44796" cy="44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" h="1295" extrusionOk="0">
                      <a:moveTo>
                        <a:pt x="651" y="0"/>
                      </a:moveTo>
                      <a:cubicBezTo>
                        <a:pt x="298" y="0"/>
                        <a:pt x="0" y="297"/>
                        <a:pt x="0" y="651"/>
                      </a:cubicBezTo>
                      <a:cubicBezTo>
                        <a:pt x="0" y="1005"/>
                        <a:pt x="298" y="1295"/>
                        <a:pt x="651" y="1295"/>
                      </a:cubicBezTo>
                      <a:cubicBezTo>
                        <a:pt x="1005" y="1295"/>
                        <a:pt x="1295" y="1005"/>
                        <a:pt x="1295" y="651"/>
                      </a:cubicBezTo>
                      <a:cubicBezTo>
                        <a:pt x="1295" y="297"/>
                        <a:pt x="1005" y="0"/>
                        <a:pt x="65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7" name="Google Shape;747;p39"/>
                <p:cNvSpPr/>
                <p:nvPr/>
              </p:nvSpPr>
              <p:spPr>
                <a:xfrm>
                  <a:off x="5088995" y="2213551"/>
                  <a:ext cx="38678" cy="38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1119" extrusionOk="0">
                      <a:moveTo>
                        <a:pt x="559" y="0"/>
                      </a:moveTo>
                      <a:cubicBezTo>
                        <a:pt x="234" y="0"/>
                        <a:pt x="0" y="262"/>
                        <a:pt x="0" y="559"/>
                      </a:cubicBezTo>
                      <a:cubicBezTo>
                        <a:pt x="0" y="885"/>
                        <a:pt x="234" y="1118"/>
                        <a:pt x="559" y="1118"/>
                      </a:cubicBezTo>
                      <a:cubicBezTo>
                        <a:pt x="856" y="1118"/>
                        <a:pt x="1118" y="885"/>
                        <a:pt x="1118" y="559"/>
                      </a:cubicBezTo>
                      <a:cubicBezTo>
                        <a:pt x="1118" y="262"/>
                        <a:pt x="856" y="0"/>
                        <a:pt x="5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" name="Google Shape;748;p39"/>
                <p:cNvSpPr/>
                <p:nvPr/>
              </p:nvSpPr>
              <p:spPr>
                <a:xfrm>
                  <a:off x="5323248" y="2120880"/>
                  <a:ext cx="67263" cy="67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1946" extrusionOk="0">
                      <a:moveTo>
                        <a:pt x="977" y="113"/>
                      </a:moveTo>
                      <a:cubicBezTo>
                        <a:pt x="1444" y="113"/>
                        <a:pt x="1833" y="503"/>
                        <a:pt x="1833" y="969"/>
                      </a:cubicBezTo>
                      <a:cubicBezTo>
                        <a:pt x="1833" y="1443"/>
                        <a:pt x="1444" y="1825"/>
                        <a:pt x="977" y="1825"/>
                      </a:cubicBezTo>
                      <a:cubicBezTo>
                        <a:pt x="503" y="1825"/>
                        <a:pt x="121" y="1443"/>
                        <a:pt x="121" y="969"/>
                      </a:cubicBezTo>
                      <a:cubicBezTo>
                        <a:pt x="121" y="503"/>
                        <a:pt x="503" y="113"/>
                        <a:pt x="977" y="113"/>
                      </a:cubicBezTo>
                      <a:close/>
                      <a:moveTo>
                        <a:pt x="977" y="0"/>
                      </a:moveTo>
                      <a:cubicBezTo>
                        <a:pt x="446" y="0"/>
                        <a:pt x="1" y="439"/>
                        <a:pt x="1" y="969"/>
                      </a:cubicBezTo>
                      <a:cubicBezTo>
                        <a:pt x="1" y="1500"/>
                        <a:pt x="446" y="1946"/>
                        <a:pt x="977" y="1946"/>
                      </a:cubicBezTo>
                      <a:cubicBezTo>
                        <a:pt x="1507" y="1946"/>
                        <a:pt x="1946" y="1500"/>
                        <a:pt x="1946" y="969"/>
                      </a:cubicBezTo>
                      <a:cubicBezTo>
                        <a:pt x="1946" y="439"/>
                        <a:pt x="1507" y="0"/>
                        <a:pt x="97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749" name="Google Shape;74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754" name="Google Shape;754;p39"/>
          <p:cNvSpPr txBox="1">
            <a:spLocks noGrp="1"/>
          </p:cNvSpPr>
          <p:nvPr>
            <p:ph type="title" idx="5"/>
          </p:nvPr>
        </p:nvSpPr>
        <p:spPr>
          <a:xfrm>
            <a:off x="1121725" y="1238726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55" name="Google Shape;755;p39"/>
          <p:cNvSpPr txBox="1">
            <a:spLocks noGrp="1"/>
          </p:cNvSpPr>
          <p:nvPr>
            <p:ph type="title" idx="6"/>
          </p:nvPr>
        </p:nvSpPr>
        <p:spPr>
          <a:xfrm>
            <a:off x="1121725" y="2971389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56" name="Google Shape;756;p39"/>
          <p:cNvSpPr txBox="1">
            <a:spLocks noGrp="1"/>
          </p:cNvSpPr>
          <p:nvPr>
            <p:ph type="title" idx="7"/>
          </p:nvPr>
        </p:nvSpPr>
        <p:spPr>
          <a:xfrm>
            <a:off x="3820996" y="1238726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7" name="Google Shape;757;p39"/>
          <p:cNvSpPr txBox="1">
            <a:spLocks noGrp="1"/>
          </p:cNvSpPr>
          <p:nvPr>
            <p:ph type="title" idx="8"/>
          </p:nvPr>
        </p:nvSpPr>
        <p:spPr>
          <a:xfrm>
            <a:off x="3820996" y="2971389"/>
            <a:ext cx="7347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58" name="Google Shape;758;p39"/>
          <p:cNvSpPr txBox="1">
            <a:spLocks noGrp="1"/>
          </p:cNvSpPr>
          <p:nvPr>
            <p:ph type="subTitle" idx="9"/>
          </p:nvPr>
        </p:nvSpPr>
        <p:spPr>
          <a:xfrm>
            <a:off x="1175925" y="2039165"/>
            <a:ext cx="2645071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-MY" sz="18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      </a:t>
            </a:r>
            <a:r>
              <a:rPr lang="en-MY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Software development process </a:t>
            </a:r>
            <a:endParaRPr lang="en-MY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759" name="Google Shape;759;p39"/>
          <p:cNvSpPr txBox="1">
            <a:spLocks noGrp="1"/>
          </p:cNvSpPr>
          <p:nvPr>
            <p:ph type="subTitle" idx="13"/>
          </p:nvPr>
        </p:nvSpPr>
        <p:spPr>
          <a:xfrm>
            <a:off x="4186153" y="23719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just"/>
            <a:endParaRPr lang="en-MY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algn="ctr"/>
            <a:r>
              <a:rPr lang="en-MY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 Pseudocode and flowchart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0" name="Google Shape;760;p39"/>
          <p:cNvSpPr txBox="1">
            <a:spLocks noGrp="1"/>
          </p:cNvSpPr>
          <p:nvPr>
            <p:ph type="subTitle" idx="14"/>
          </p:nvPr>
        </p:nvSpPr>
        <p:spPr>
          <a:xfrm>
            <a:off x="1035788" y="383587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MY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Elements of program </a:t>
            </a:r>
          </a:p>
        </p:txBody>
      </p:sp>
      <p:sp>
        <p:nvSpPr>
          <p:cNvPr id="761" name="Google Shape;761;p39"/>
          <p:cNvSpPr txBox="1">
            <a:spLocks noGrp="1"/>
          </p:cNvSpPr>
          <p:nvPr>
            <p:ph type="subTitle" idx="15"/>
          </p:nvPr>
        </p:nvSpPr>
        <p:spPr>
          <a:xfrm>
            <a:off x="4649964" y="372086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solidFill>
                  <a:schemeClr val="bg1">
                    <a:lumMod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and output from keyboard </a:t>
            </a:r>
            <a:endParaRPr sz="3200" dirty="0">
              <a:solidFill>
                <a:schemeClr val="bg1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0"/>
          <p:cNvSpPr txBox="1">
            <a:spLocks noGrp="1"/>
          </p:cNvSpPr>
          <p:nvPr>
            <p:ph type="title"/>
          </p:nvPr>
        </p:nvSpPr>
        <p:spPr>
          <a:xfrm>
            <a:off x="4830424" y="2124960"/>
            <a:ext cx="3631800" cy="11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600" dirty="0"/>
              <a:t>Software development process </a:t>
            </a:r>
            <a:r>
              <a:rPr lang="en" sz="3600" dirty="0"/>
              <a:t>!</a:t>
            </a:r>
            <a:endParaRPr sz="3600" dirty="0"/>
          </a:p>
        </p:txBody>
      </p:sp>
      <p:sp>
        <p:nvSpPr>
          <p:cNvPr id="768" name="Google Shape;768;p40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9" name="Google Shape;769;p40"/>
          <p:cNvGrpSpPr/>
          <p:nvPr/>
        </p:nvGrpSpPr>
        <p:grpSpPr>
          <a:xfrm>
            <a:off x="5167427" y="3788607"/>
            <a:ext cx="367931" cy="258169"/>
            <a:chOff x="4992850" y="4345375"/>
            <a:chExt cx="619413" cy="638400"/>
          </a:xfrm>
        </p:grpSpPr>
        <p:sp>
          <p:nvSpPr>
            <p:cNvPr id="770" name="Google Shape;770;p40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0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0"/>
          <p:cNvGrpSpPr/>
          <p:nvPr/>
        </p:nvGrpSpPr>
        <p:grpSpPr>
          <a:xfrm>
            <a:off x="520008" y="1267050"/>
            <a:ext cx="3869790" cy="3336828"/>
            <a:chOff x="520010" y="913806"/>
            <a:chExt cx="4279321" cy="3689957"/>
          </a:xfrm>
        </p:grpSpPr>
        <p:grpSp>
          <p:nvGrpSpPr>
            <p:cNvPr id="773" name="Google Shape;773;p40"/>
            <p:cNvGrpSpPr/>
            <p:nvPr/>
          </p:nvGrpSpPr>
          <p:grpSpPr>
            <a:xfrm>
              <a:off x="556838" y="1010468"/>
              <a:ext cx="4235148" cy="3496847"/>
              <a:chOff x="3257382" y="114825"/>
              <a:chExt cx="1326095" cy="1094954"/>
            </a:xfrm>
          </p:grpSpPr>
          <p:sp>
            <p:nvSpPr>
              <p:cNvPr id="774" name="Google Shape;774;p40"/>
              <p:cNvSpPr/>
              <p:nvPr/>
            </p:nvSpPr>
            <p:spPr>
              <a:xfrm>
                <a:off x="4310616" y="243907"/>
                <a:ext cx="272860" cy="341306"/>
              </a:xfrm>
              <a:custGeom>
                <a:avLst/>
                <a:gdLst/>
                <a:ahLst/>
                <a:cxnLst/>
                <a:rect l="l" t="t" r="r" b="b"/>
                <a:pathLst>
                  <a:path w="7690" h="9619" extrusionOk="0">
                    <a:moveTo>
                      <a:pt x="1814" y="0"/>
                    </a:moveTo>
                    <a:cubicBezTo>
                      <a:pt x="1314" y="0"/>
                      <a:pt x="835" y="161"/>
                      <a:pt x="503" y="527"/>
                    </a:cubicBezTo>
                    <a:cubicBezTo>
                      <a:pt x="114" y="938"/>
                      <a:pt x="1" y="1532"/>
                      <a:pt x="29" y="2063"/>
                    </a:cubicBezTo>
                    <a:cubicBezTo>
                      <a:pt x="57" y="2621"/>
                      <a:pt x="234" y="3152"/>
                      <a:pt x="383" y="3683"/>
                    </a:cubicBezTo>
                    <a:cubicBezTo>
                      <a:pt x="913" y="5777"/>
                      <a:pt x="149" y="9017"/>
                      <a:pt x="3064" y="9547"/>
                    </a:cubicBezTo>
                    <a:cubicBezTo>
                      <a:pt x="3307" y="9596"/>
                      <a:pt x="3542" y="9619"/>
                      <a:pt x="3768" y="9619"/>
                    </a:cubicBezTo>
                    <a:cubicBezTo>
                      <a:pt x="6281" y="9619"/>
                      <a:pt x="7690" y="6774"/>
                      <a:pt x="7365" y="4418"/>
                    </a:cubicBezTo>
                    <a:cubicBezTo>
                      <a:pt x="7252" y="3739"/>
                      <a:pt x="6983" y="3060"/>
                      <a:pt x="6573" y="2501"/>
                    </a:cubicBezTo>
                    <a:cubicBezTo>
                      <a:pt x="6276" y="2119"/>
                      <a:pt x="5922" y="1822"/>
                      <a:pt x="5512" y="1589"/>
                    </a:cubicBezTo>
                    <a:cubicBezTo>
                      <a:pt x="5129" y="1383"/>
                      <a:pt x="4684" y="1263"/>
                      <a:pt x="4274" y="1058"/>
                    </a:cubicBezTo>
                    <a:cubicBezTo>
                      <a:pt x="3863" y="825"/>
                      <a:pt x="3474" y="527"/>
                      <a:pt x="3064" y="322"/>
                    </a:cubicBezTo>
                    <a:cubicBezTo>
                      <a:pt x="2683" y="117"/>
                      <a:pt x="2240" y="0"/>
                      <a:pt x="181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40"/>
              <p:cNvSpPr/>
              <p:nvPr/>
            </p:nvSpPr>
            <p:spPr>
              <a:xfrm>
                <a:off x="3257382" y="114825"/>
                <a:ext cx="1233017" cy="1094954"/>
              </a:xfrm>
              <a:custGeom>
                <a:avLst/>
                <a:gdLst/>
                <a:ahLst/>
                <a:cxnLst/>
                <a:rect l="l" t="t" r="r" b="b"/>
                <a:pathLst>
                  <a:path w="34750" h="30859" extrusionOk="0">
                    <a:moveTo>
                      <a:pt x="19927" y="1"/>
                    </a:moveTo>
                    <a:cubicBezTo>
                      <a:pt x="17317" y="1"/>
                      <a:pt x="14720" y="895"/>
                      <a:pt x="13116" y="2899"/>
                    </a:cubicBezTo>
                    <a:cubicBezTo>
                      <a:pt x="11970" y="4342"/>
                      <a:pt x="11440" y="6203"/>
                      <a:pt x="10492" y="7795"/>
                    </a:cubicBezTo>
                    <a:cubicBezTo>
                      <a:pt x="9346" y="9768"/>
                      <a:pt x="7606" y="11332"/>
                      <a:pt x="5837" y="12832"/>
                    </a:cubicBezTo>
                    <a:cubicBezTo>
                      <a:pt x="4542" y="13949"/>
                      <a:pt x="3184" y="15074"/>
                      <a:pt x="2208" y="16517"/>
                    </a:cubicBezTo>
                    <a:cubicBezTo>
                      <a:pt x="262" y="19290"/>
                      <a:pt x="1" y="23118"/>
                      <a:pt x="1472" y="26153"/>
                    </a:cubicBezTo>
                    <a:cubicBezTo>
                      <a:pt x="2859" y="28926"/>
                      <a:pt x="5250" y="30135"/>
                      <a:pt x="8221" y="30312"/>
                    </a:cubicBezTo>
                    <a:cubicBezTo>
                      <a:pt x="12027" y="30574"/>
                      <a:pt x="15826" y="30786"/>
                      <a:pt x="19632" y="30843"/>
                    </a:cubicBezTo>
                    <a:cubicBezTo>
                      <a:pt x="20489" y="30852"/>
                      <a:pt x="21343" y="30858"/>
                      <a:pt x="22195" y="30858"/>
                    </a:cubicBezTo>
                    <a:cubicBezTo>
                      <a:pt x="23952" y="30858"/>
                      <a:pt x="25703" y="30832"/>
                      <a:pt x="27470" y="30751"/>
                    </a:cubicBezTo>
                    <a:cubicBezTo>
                      <a:pt x="29126" y="30666"/>
                      <a:pt x="30894" y="30517"/>
                      <a:pt x="32246" y="29577"/>
                    </a:cubicBezTo>
                    <a:cubicBezTo>
                      <a:pt x="34042" y="28339"/>
                      <a:pt x="34750" y="25976"/>
                      <a:pt x="34488" y="23825"/>
                    </a:cubicBezTo>
                    <a:cubicBezTo>
                      <a:pt x="34219" y="21703"/>
                      <a:pt x="33102" y="19757"/>
                      <a:pt x="31863" y="17989"/>
                    </a:cubicBezTo>
                    <a:cubicBezTo>
                      <a:pt x="31099" y="16899"/>
                      <a:pt x="30243" y="15866"/>
                      <a:pt x="29656" y="14657"/>
                    </a:cubicBezTo>
                    <a:cubicBezTo>
                      <a:pt x="28680" y="12683"/>
                      <a:pt x="28447" y="10476"/>
                      <a:pt x="28029" y="8325"/>
                    </a:cubicBezTo>
                    <a:cubicBezTo>
                      <a:pt x="27591" y="6111"/>
                      <a:pt x="27675" y="3727"/>
                      <a:pt x="25971" y="1986"/>
                    </a:cubicBezTo>
                    <a:cubicBezTo>
                      <a:pt x="25058" y="1039"/>
                      <a:pt x="23728" y="543"/>
                      <a:pt x="22433" y="274"/>
                    </a:cubicBezTo>
                    <a:cubicBezTo>
                      <a:pt x="21619" y="95"/>
                      <a:pt x="20772" y="1"/>
                      <a:pt x="199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6" name="Google Shape;776;p40"/>
            <p:cNvGrpSpPr/>
            <p:nvPr/>
          </p:nvGrpSpPr>
          <p:grpSpPr>
            <a:xfrm>
              <a:off x="1174871" y="2057672"/>
              <a:ext cx="3433642" cy="2314438"/>
              <a:chOff x="3450898" y="2575754"/>
              <a:chExt cx="1075130" cy="724711"/>
            </a:xfrm>
          </p:grpSpPr>
          <p:sp>
            <p:nvSpPr>
              <p:cNvPr id="777" name="Google Shape;777;p40"/>
              <p:cNvSpPr/>
              <p:nvPr/>
            </p:nvSpPr>
            <p:spPr>
              <a:xfrm>
                <a:off x="3451927" y="2872699"/>
                <a:ext cx="174716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4924" h="914" extrusionOk="0">
                    <a:moveTo>
                      <a:pt x="439" y="1"/>
                    </a:moveTo>
                    <a:cubicBezTo>
                      <a:pt x="205" y="1"/>
                      <a:pt x="0" y="206"/>
                      <a:pt x="0" y="446"/>
                    </a:cubicBezTo>
                    <a:cubicBezTo>
                      <a:pt x="0" y="708"/>
                      <a:pt x="205" y="913"/>
                      <a:pt x="439" y="913"/>
                    </a:cubicBezTo>
                    <a:lnTo>
                      <a:pt x="4450" y="913"/>
                    </a:lnTo>
                    <a:cubicBezTo>
                      <a:pt x="4719" y="913"/>
                      <a:pt x="4924" y="708"/>
                      <a:pt x="4924" y="446"/>
                    </a:cubicBezTo>
                    <a:cubicBezTo>
                      <a:pt x="4924" y="206"/>
                      <a:pt x="4719" y="1"/>
                      <a:pt x="44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0"/>
              <p:cNvSpPr/>
              <p:nvPr/>
            </p:nvSpPr>
            <p:spPr>
              <a:xfrm>
                <a:off x="3658004" y="2872699"/>
                <a:ext cx="138098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914" extrusionOk="0">
                    <a:moveTo>
                      <a:pt x="467" y="1"/>
                    </a:moveTo>
                    <a:cubicBezTo>
                      <a:pt x="234" y="1"/>
                      <a:pt x="29" y="178"/>
                      <a:pt x="0" y="411"/>
                    </a:cubicBezTo>
                    <a:cubicBezTo>
                      <a:pt x="0" y="680"/>
                      <a:pt x="205" y="913"/>
                      <a:pt x="467" y="913"/>
                    </a:cubicBezTo>
                    <a:lnTo>
                      <a:pt x="3445" y="913"/>
                    </a:lnTo>
                    <a:cubicBezTo>
                      <a:pt x="3714" y="913"/>
                      <a:pt x="3891" y="708"/>
                      <a:pt x="3891" y="446"/>
                    </a:cubicBezTo>
                    <a:cubicBezTo>
                      <a:pt x="3891" y="206"/>
                      <a:pt x="3714" y="1"/>
                      <a:pt x="34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40"/>
              <p:cNvSpPr/>
              <p:nvPr/>
            </p:nvSpPr>
            <p:spPr>
              <a:xfrm>
                <a:off x="3985321" y="2872699"/>
                <a:ext cx="340916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9608" h="914" extrusionOk="0">
                    <a:moveTo>
                      <a:pt x="439" y="1"/>
                    </a:moveTo>
                    <a:cubicBezTo>
                      <a:pt x="205" y="1"/>
                      <a:pt x="0" y="206"/>
                      <a:pt x="0" y="446"/>
                    </a:cubicBezTo>
                    <a:cubicBezTo>
                      <a:pt x="0" y="708"/>
                      <a:pt x="205" y="913"/>
                      <a:pt x="439" y="913"/>
                    </a:cubicBezTo>
                    <a:lnTo>
                      <a:pt x="9169" y="913"/>
                    </a:lnTo>
                    <a:cubicBezTo>
                      <a:pt x="9402" y="913"/>
                      <a:pt x="9607" y="708"/>
                      <a:pt x="9607" y="446"/>
                    </a:cubicBezTo>
                    <a:cubicBezTo>
                      <a:pt x="9607" y="206"/>
                      <a:pt x="9402" y="1"/>
                      <a:pt x="91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40"/>
              <p:cNvSpPr/>
              <p:nvPr/>
            </p:nvSpPr>
            <p:spPr>
              <a:xfrm>
                <a:off x="4362844" y="2872699"/>
                <a:ext cx="131817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3715" h="914" extrusionOk="0">
                    <a:moveTo>
                      <a:pt x="474" y="1"/>
                    </a:moveTo>
                    <a:cubicBezTo>
                      <a:pt x="205" y="1"/>
                      <a:pt x="0" y="206"/>
                      <a:pt x="0" y="446"/>
                    </a:cubicBezTo>
                    <a:cubicBezTo>
                      <a:pt x="0" y="708"/>
                      <a:pt x="205" y="913"/>
                      <a:pt x="474" y="913"/>
                    </a:cubicBezTo>
                    <a:lnTo>
                      <a:pt x="3240" y="913"/>
                    </a:lnTo>
                    <a:cubicBezTo>
                      <a:pt x="3509" y="913"/>
                      <a:pt x="3714" y="708"/>
                      <a:pt x="3714" y="446"/>
                    </a:cubicBezTo>
                    <a:cubicBezTo>
                      <a:pt x="3714" y="206"/>
                      <a:pt x="3509" y="1"/>
                      <a:pt x="32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40"/>
              <p:cNvSpPr/>
              <p:nvPr/>
            </p:nvSpPr>
            <p:spPr>
              <a:xfrm>
                <a:off x="4081440" y="2951291"/>
                <a:ext cx="313807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8844" h="913" extrusionOk="0">
                    <a:moveTo>
                      <a:pt x="446" y="0"/>
                    </a:moveTo>
                    <a:cubicBezTo>
                      <a:pt x="206" y="0"/>
                      <a:pt x="1" y="205"/>
                      <a:pt x="1" y="467"/>
                    </a:cubicBezTo>
                    <a:cubicBezTo>
                      <a:pt x="1" y="708"/>
                      <a:pt x="206" y="913"/>
                      <a:pt x="446" y="913"/>
                    </a:cubicBezTo>
                    <a:lnTo>
                      <a:pt x="8405" y="913"/>
                    </a:lnTo>
                    <a:cubicBezTo>
                      <a:pt x="8638" y="913"/>
                      <a:pt x="8844" y="708"/>
                      <a:pt x="8844" y="467"/>
                    </a:cubicBezTo>
                    <a:cubicBezTo>
                      <a:pt x="8844" y="205"/>
                      <a:pt x="8638" y="0"/>
                      <a:pt x="84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40"/>
              <p:cNvSpPr/>
              <p:nvPr/>
            </p:nvSpPr>
            <p:spPr>
              <a:xfrm>
                <a:off x="4422560" y="2951291"/>
                <a:ext cx="91900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913" extrusionOk="0">
                    <a:moveTo>
                      <a:pt x="439" y="0"/>
                    </a:moveTo>
                    <a:cubicBezTo>
                      <a:pt x="206" y="0"/>
                      <a:pt x="1" y="205"/>
                      <a:pt x="1" y="467"/>
                    </a:cubicBezTo>
                    <a:cubicBezTo>
                      <a:pt x="1" y="708"/>
                      <a:pt x="206" y="913"/>
                      <a:pt x="439" y="913"/>
                    </a:cubicBezTo>
                    <a:lnTo>
                      <a:pt x="2151" y="913"/>
                    </a:lnTo>
                    <a:cubicBezTo>
                      <a:pt x="2385" y="913"/>
                      <a:pt x="2590" y="708"/>
                      <a:pt x="2590" y="467"/>
                    </a:cubicBezTo>
                    <a:cubicBezTo>
                      <a:pt x="2590" y="205"/>
                      <a:pt x="2385" y="0"/>
                      <a:pt x="2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40"/>
              <p:cNvSpPr/>
              <p:nvPr/>
            </p:nvSpPr>
            <p:spPr>
              <a:xfrm>
                <a:off x="3985321" y="2951291"/>
                <a:ext cx="67062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913" extrusionOk="0">
                    <a:moveTo>
                      <a:pt x="439" y="0"/>
                    </a:moveTo>
                    <a:cubicBezTo>
                      <a:pt x="205" y="0"/>
                      <a:pt x="0" y="205"/>
                      <a:pt x="0" y="467"/>
                    </a:cubicBezTo>
                    <a:cubicBezTo>
                      <a:pt x="0" y="708"/>
                      <a:pt x="205" y="913"/>
                      <a:pt x="439" y="913"/>
                    </a:cubicBezTo>
                    <a:lnTo>
                      <a:pt x="1443" y="913"/>
                    </a:lnTo>
                    <a:cubicBezTo>
                      <a:pt x="1677" y="913"/>
                      <a:pt x="1889" y="708"/>
                      <a:pt x="1889" y="467"/>
                    </a:cubicBezTo>
                    <a:cubicBezTo>
                      <a:pt x="1889" y="205"/>
                      <a:pt x="1677" y="0"/>
                      <a:pt x="14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40"/>
              <p:cNvSpPr/>
              <p:nvPr/>
            </p:nvSpPr>
            <p:spPr>
              <a:xfrm>
                <a:off x="3772964" y="2951291"/>
                <a:ext cx="167442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4719" h="913" extrusionOk="0">
                    <a:moveTo>
                      <a:pt x="446" y="0"/>
                    </a:moveTo>
                    <a:cubicBezTo>
                      <a:pt x="205" y="0"/>
                      <a:pt x="0" y="205"/>
                      <a:pt x="0" y="467"/>
                    </a:cubicBezTo>
                    <a:cubicBezTo>
                      <a:pt x="0" y="708"/>
                      <a:pt x="205" y="913"/>
                      <a:pt x="446" y="913"/>
                    </a:cubicBezTo>
                    <a:lnTo>
                      <a:pt x="4450" y="913"/>
                    </a:lnTo>
                    <a:cubicBezTo>
                      <a:pt x="4599" y="913"/>
                      <a:pt x="4719" y="792"/>
                      <a:pt x="4719" y="644"/>
                    </a:cubicBezTo>
                    <a:lnTo>
                      <a:pt x="4719" y="290"/>
                    </a:lnTo>
                    <a:cubicBezTo>
                      <a:pt x="4719" y="142"/>
                      <a:pt x="4599" y="0"/>
                      <a:pt x="44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40"/>
              <p:cNvSpPr/>
              <p:nvPr/>
            </p:nvSpPr>
            <p:spPr>
              <a:xfrm>
                <a:off x="3523954" y="2951291"/>
                <a:ext cx="219672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13" extrusionOk="0">
                    <a:moveTo>
                      <a:pt x="298" y="0"/>
                    </a:moveTo>
                    <a:cubicBezTo>
                      <a:pt x="121" y="0"/>
                      <a:pt x="1" y="142"/>
                      <a:pt x="1" y="290"/>
                    </a:cubicBezTo>
                    <a:lnTo>
                      <a:pt x="1" y="644"/>
                    </a:lnTo>
                    <a:cubicBezTo>
                      <a:pt x="1" y="792"/>
                      <a:pt x="121" y="913"/>
                      <a:pt x="298" y="913"/>
                    </a:cubicBezTo>
                    <a:lnTo>
                      <a:pt x="5724" y="913"/>
                    </a:lnTo>
                    <a:cubicBezTo>
                      <a:pt x="5985" y="913"/>
                      <a:pt x="6191" y="708"/>
                      <a:pt x="6191" y="467"/>
                    </a:cubicBezTo>
                    <a:cubicBezTo>
                      <a:pt x="6191" y="205"/>
                      <a:pt x="5985" y="0"/>
                      <a:pt x="57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40"/>
              <p:cNvSpPr/>
              <p:nvPr/>
            </p:nvSpPr>
            <p:spPr>
              <a:xfrm>
                <a:off x="3451927" y="2951291"/>
                <a:ext cx="36689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913" extrusionOk="0">
                    <a:moveTo>
                      <a:pt x="439" y="0"/>
                    </a:moveTo>
                    <a:cubicBezTo>
                      <a:pt x="205" y="0"/>
                      <a:pt x="0" y="205"/>
                      <a:pt x="0" y="467"/>
                    </a:cubicBezTo>
                    <a:cubicBezTo>
                      <a:pt x="0" y="708"/>
                      <a:pt x="205" y="913"/>
                      <a:pt x="439" y="913"/>
                    </a:cubicBezTo>
                    <a:lnTo>
                      <a:pt x="587" y="913"/>
                    </a:lnTo>
                    <a:cubicBezTo>
                      <a:pt x="828" y="913"/>
                      <a:pt x="1033" y="708"/>
                      <a:pt x="1033" y="467"/>
                    </a:cubicBezTo>
                    <a:cubicBezTo>
                      <a:pt x="1033" y="205"/>
                      <a:pt x="828" y="0"/>
                      <a:pt x="5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0"/>
              <p:cNvSpPr/>
              <p:nvPr/>
            </p:nvSpPr>
            <p:spPr>
              <a:xfrm>
                <a:off x="3450898" y="3030592"/>
                <a:ext cx="377569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10641" h="914" extrusionOk="0">
                    <a:moveTo>
                      <a:pt x="532" y="1"/>
                    </a:moveTo>
                    <a:cubicBezTo>
                      <a:pt x="234" y="1"/>
                      <a:pt x="1" y="206"/>
                      <a:pt x="1" y="475"/>
                    </a:cubicBezTo>
                    <a:cubicBezTo>
                      <a:pt x="1" y="708"/>
                      <a:pt x="234" y="913"/>
                      <a:pt x="532" y="913"/>
                    </a:cubicBezTo>
                    <a:lnTo>
                      <a:pt x="10082" y="913"/>
                    </a:lnTo>
                    <a:cubicBezTo>
                      <a:pt x="10372" y="913"/>
                      <a:pt x="10641" y="708"/>
                      <a:pt x="10641" y="475"/>
                    </a:cubicBezTo>
                    <a:cubicBezTo>
                      <a:pt x="10641" y="206"/>
                      <a:pt x="10372" y="1"/>
                      <a:pt x="100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0"/>
              <p:cNvSpPr/>
              <p:nvPr/>
            </p:nvSpPr>
            <p:spPr>
              <a:xfrm>
                <a:off x="4004126" y="3030592"/>
                <a:ext cx="356741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10054" h="914" extrusionOk="0">
                    <a:moveTo>
                      <a:pt x="326" y="1"/>
                    </a:moveTo>
                    <a:cubicBezTo>
                      <a:pt x="121" y="1"/>
                      <a:pt x="1" y="206"/>
                      <a:pt x="1" y="475"/>
                    </a:cubicBezTo>
                    <a:cubicBezTo>
                      <a:pt x="1" y="708"/>
                      <a:pt x="121" y="913"/>
                      <a:pt x="326" y="913"/>
                    </a:cubicBezTo>
                    <a:lnTo>
                      <a:pt x="9728" y="913"/>
                    </a:lnTo>
                    <a:cubicBezTo>
                      <a:pt x="9905" y="913"/>
                      <a:pt x="10053" y="708"/>
                      <a:pt x="10053" y="475"/>
                    </a:cubicBezTo>
                    <a:cubicBezTo>
                      <a:pt x="10053" y="206"/>
                      <a:pt x="9905" y="1"/>
                      <a:pt x="97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40"/>
              <p:cNvSpPr/>
              <p:nvPr/>
            </p:nvSpPr>
            <p:spPr>
              <a:xfrm>
                <a:off x="4395204" y="3030592"/>
                <a:ext cx="130824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3687" h="914" extrusionOk="0">
                    <a:moveTo>
                      <a:pt x="446" y="1"/>
                    </a:moveTo>
                    <a:cubicBezTo>
                      <a:pt x="206" y="1"/>
                      <a:pt x="1" y="206"/>
                      <a:pt x="1" y="475"/>
                    </a:cubicBezTo>
                    <a:cubicBezTo>
                      <a:pt x="1" y="708"/>
                      <a:pt x="206" y="913"/>
                      <a:pt x="446" y="913"/>
                    </a:cubicBezTo>
                    <a:lnTo>
                      <a:pt x="3248" y="913"/>
                    </a:lnTo>
                    <a:cubicBezTo>
                      <a:pt x="3481" y="913"/>
                      <a:pt x="3686" y="708"/>
                      <a:pt x="3686" y="475"/>
                    </a:cubicBezTo>
                    <a:cubicBezTo>
                      <a:pt x="3686" y="206"/>
                      <a:pt x="3481" y="1"/>
                      <a:pt x="32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40"/>
              <p:cNvSpPr/>
              <p:nvPr/>
            </p:nvSpPr>
            <p:spPr>
              <a:xfrm>
                <a:off x="4107555" y="3110177"/>
                <a:ext cx="381827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10761" h="913" extrusionOk="0">
                    <a:moveTo>
                      <a:pt x="446" y="0"/>
                    </a:moveTo>
                    <a:cubicBezTo>
                      <a:pt x="213" y="0"/>
                      <a:pt x="0" y="205"/>
                      <a:pt x="0" y="439"/>
                    </a:cubicBezTo>
                    <a:cubicBezTo>
                      <a:pt x="0" y="708"/>
                      <a:pt x="213" y="913"/>
                      <a:pt x="446" y="913"/>
                    </a:cubicBezTo>
                    <a:lnTo>
                      <a:pt x="10322" y="913"/>
                    </a:lnTo>
                    <a:cubicBezTo>
                      <a:pt x="10584" y="913"/>
                      <a:pt x="10761" y="708"/>
                      <a:pt x="10761" y="439"/>
                    </a:cubicBezTo>
                    <a:cubicBezTo>
                      <a:pt x="10761" y="205"/>
                      <a:pt x="10584" y="0"/>
                      <a:pt x="103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40"/>
              <p:cNvSpPr/>
              <p:nvPr/>
            </p:nvSpPr>
            <p:spPr>
              <a:xfrm>
                <a:off x="3537757" y="3110177"/>
                <a:ext cx="301246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8490" h="913" extrusionOk="0">
                    <a:moveTo>
                      <a:pt x="468" y="0"/>
                    </a:moveTo>
                    <a:cubicBezTo>
                      <a:pt x="206" y="0"/>
                      <a:pt x="1" y="205"/>
                      <a:pt x="1" y="439"/>
                    </a:cubicBezTo>
                    <a:cubicBezTo>
                      <a:pt x="1" y="708"/>
                      <a:pt x="206" y="913"/>
                      <a:pt x="468" y="913"/>
                    </a:cubicBezTo>
                    <a:lnTo>
                      <a:pt x="8044" y="913"/>
                    </a:lnTo>
                    <a:cubicBezTo>
                      <a:pt x="8278" y="913"/>
                      <a:pt x="8490" y="708"/>
                      <a:pt x="8490" y="439"/>
                    </a:cubicBezTo>
                    <a:cubicBezTo>
                      <a:pt x="8490" y="205"/>
                      <a:pt x="8278" y="0"/>
                      <a:pt x="80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0"/>
              <p:cNvSpPr/>
              <p:nvPr/>
            </p:nvSpPr>
            <p:spPr>
              <a:xfrm>
                <a:off x="3857800" y="3110177"/>
                <a:ext cx="195580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5512" h="913" extrusionOk="0">
                    <a:moveTo>
                      <a:pt x="467" y="0"/>
                    </a:moveTo>
                    <a:cubicBezTo>
                      <a:pt x="206" y="0"/>
                      <a:pt x="0" y="205"/>
                      <a:pt x="0" y="439"/>
                    </a:cubicBezTo>
                    <a:cubicBezTo>
                      <a:pt x="0" y="708"/>
                      <a:pt x="206" y="913"/>
                      <a:pt x="467" y="913"/>
                    </a:cubicBezTo>
                    <a:lnTo>
                      <a:pt x="5066" y="913"/>
                    </a:lnTo>
                    <a:cubicBezTo>
                      <a:pt x="5306" y="913"/>
                      <a:pt x="5511" y="708"/>
                      <a:pt x="5511" y="439"/>
                    </a:cubicBezTo>
                    <a:cubicBezTo>
                      <a:pt x="5511" y="205"/>
                      <a:pt x="5306" y="0"/>
                      <a:pt x="5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40"/>
              <p:cNvSpPr/>
              <p:nvPr/>
            </p:nvSpPr>
            <p:spPr>
              <a:xfrm>
                <a:off x="3658004" y="3189727"/>
                <a:ext cx="58511" cy="31437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886" extrusionOk="0">
                    <a:moveTo>
                      <a:pt x="467" y="1"/>
                    </a:moveTo>
                    <a:cubicBezTo>
                      <a:pt x="205" y="1"/>
                      <a:pt x="0" y="178"/>
                      <a:pt x="0" y="439"/>
                    </a:cubicBezTo>
                    <a:cubicBezTo>
                      <a:pt x="0" y="673"/>
                      <a:pt x="205" y="885"/>
                      <a:pt x="467" y="885"/>
                    </a:cubicBezTo>
                    <a:lnTo>
                      <a:pt x="1175" y="885"/>
                    </a:lnTo>
                    <a:cubicBezTo>
                      <a:pt x="1443" y="885"/>
                      <a:pt x="1649" y="673"/>
                      <a:pt x="1649" y="439"/>
                    </a:cubicBezTo>
                    <a:cubicBezTo>
                      <a:pt x="1649" y="178"/>
                      <a:pt x="1443" y="1"/>
                      <a:pt x="117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40"/>
              <p:cNvSpPr/>
              <p:nvPr/>
            </p:nvSpPr>
            <p:spPr>
              <a:xfrm>
                <a:off x="3451927" y="3189727"/>
                <a:ext cx="155910" cy="31437"/>
              </a:xfrm>
              <a:custGeom>
                <a:avLst/>
                <a:gdLst/>
                <a:ahLst/>
                <a:cxnLst/>
                <a:rect l="l" t="t" r="r" b="b"/>
                <a:pathLst>
                  <a:path w="4394" h="886" extrusionOk="0">
                    <a:moveTo>
                      <a:pt x="439" y="1"/>
                    </a:moveTo>
                    <a:cubicBezTo>
                      <a:pt x="205" y="1"/>
                      <a:pt x="0" y="178"/>
                      <a:pt x="0" y="439"/>
                    </a:cubicBezTo>
                    <a:cubicBezTo>
                      <a:pt x="0" y="673"/>
                      <a:pt x="205" y="885"/>
                      <a:pt x="439" y="885"/>
                    </a:cubicBezTo>
                    <a:lnTo>
                      <a:pt x="4393" y="885"/>
                    </a:lnTo>
                    <a:lnTo>
                      <a:pt x="439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0"/>
              <p:cNvSpPr/>
              <p:nvPr/>
            </p:nvSpPr>
            <p:spPr>
              <a:xfrm>
                <a:off x="3737305" y="3189727"/>
                <a:ext cx="54501" cy="31437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886" extrusionOk="0">
                    <a:moveTo>
                      <a:pt x="475" y="1"/>
                    </a:moveTo>
                    <a:cubicBezTo>
                      <a:pt x="213" y="1"/>
                      <a:pt x="1" y="178"/>
                      <a:pt x="1" y="439"/>
                    </a:cubicBezTo>
                    <a:cubicBezTo>
                      <a:pt x="1" y="673"/>
                      <a:pt x="213" y="885"/>
                      <a:pt x="475" y="885"/>
                    </a:cubicBezTo>
                    <a:lnTo>
                      <a:pt x="1062" y="885"/>
                    </a:lnTo>
                    <a:cubicBezTo>
                      <a:pt x="1331" y="885"/>
                      <a:pt x="1536" y="673"/>
                      <a:pt x="1536" y="439"/>
                    </a:cubicBezTo>
                    <a:cubicBezTo>
                      <a:pt x="1536" y="178"/>
                      <a:pt x="1331" y="1"/>
                      <a:pt x="10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0"/>
              <p:cNvSpPr/>
              <p:nvPr/>
            </p:nvSpPr>
            <p:spPr>
              <a:xfrm>
                <a:off x="3812632" y="3189727"/>
                <a:ext cx="242736" cy="31437"/>
              </a:xfrm>
              <a:custGeom>
                <a:avLst/>
                <a:gdLst/>
                <a:ahLst/>
                <a:cxnLst/>
                <a:rect l="l" t="t" r="r" b="b"/>
                <a:pathLst>
                  <a:path w="6841" h="886" extrusionOk="0">
                    <a:moveTo>
                      <a:pt x="474" y="1"/>
                    </a:moveTo>
                    <a:cubicBezTo>
                      <a:pt x="212" y="1"/>
                      <a:pt x="0" y="178"/>
                      <a:pt x="0" y="439"/>
                    </a:cubicBezTo>
                    <a:cubicBezTo>
                      <a:pt x="0" y="673"/>
                      <a:pt x="212" y="885"/>
                      <a:pt x="474" y="885"/>
                    </a:cubicBezTo>
                    <a:lnTo>
                      <a:pt x="6402" y="885"/>
                    </a:lnTo>
                    <a:cubicBezTo>
                      <a:pt x="6664" y="885"/>
                      <a:pt x="6841" y="673"/>
                      <a:pt x="6841" y="439"/>
                    </a:cubicBezTo>
                    <a:cubicBezTo>
                      <a:pt x="6841" y="178"/>
                      <a:pt x="6664" y="1"/>
                      <a:pt x="6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40"/>
              <p:cNvSpPr/>
              <p:nvPr/>
            </p:nvSpPr>
            <p:spPr>
              <a:xfrm>
                <a:off x="4089991" y="3189727"/>
                <a:ext cx="109712" cy="31437"/>
              </a:xfrm>
              <a:custGeom>
                <a:avLst/>
                <a:gdLst/>
                <a:ahLst/>
                <a:cxnLst/>
                <a:rect l="l" t="t" r="r" b="b"/>
                <a:pathLst>
                  <a:path w="3092" h="886" extrusionOk="0">
                    <a:moveTo>
                      <a:pt x="467" y="1"/>
                    </a:moveTo>
                    <a:cubicBezTo>
                      <a:pt x="205" y="1"/>
                      <a:pt x="0" y="178"/>
                      <a:pt x="0" y="439"/>
                    </a:cubicBezTo>
                    <a:cubicBezTo>
                      <a:pt x="0" y="673"/>
                      <a:pt x="205" y="885"/>
                      <a:pt x="467" y="885"/>
                    </a:cubicBezTo>
                    <a:lnTo>
                      <a:pt x="2653" y="885"/>
                    </a:lnTo>
                    <a:cubicBezTo>
                      <a:pt x="2887" y="885"/>
                      <a:pt x="3092" y="673"/>
                      <a:pt x="3092" y="439"/>
                    </a:cubicBezTo>
                    <a:cubicBezTo>
                      <a:pt x="3092" y="178"/>
                      <a:pt x="2887" y="1"/>
                      <a:pt x="26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40"/>
              <p:cNvSpPr/>
              <p:nvPr/>
            </p:nvSpPr>
            <p:spPr>
              <a:xfrm>
                <a:off x="4246855" y="3189727"/>
                <a:ext cx="111734" cy="31437"/>
              </a:xfrm>
              <a:custGeom>
                <a:avLst/>
                <a:gdLst/>
                <a:ahLst/>
                <a:cxnLst/>
                <a:rect l="l" t="t" r="r" b="b"/>
                <a:pathLst>
                  <a:path w="3149" h="886" extrusionOk="0">
                    <a:moveTo>
                      <a:pt x="468" y="1"/>
                    </a:moveTo>
                    <a:cubicBezTo>
                      <a:pt x="206" y="1"/>
                      <a:pt x="1" y="178"/>
                      <a:pt x="1" y="439"/>
                    </a:cubicBezTo>
                    <a:cubicBezTo>
                      <a:pt x="1" y="673"/>
                      <a:pt x="206" y="885"/>
                      <a:pt x="468" y="885"/>
                    </a:cubicBezTo>
                    <a:lnTo>
                      <a:pt x="2710" y="885"/>
                    </a:lnTo>
                    <a:cubicBezTo>
                      <a:pt x="2944" y="885"/>
                      <a:pt x="3149" y="673"/>
                      <a:pt x="3149" y="439"/>
                    </a:cubicBezTo>
                    <a:cubicBezTo>
                      <a:pt x="3149" y="178"/>
                      <a:pt x="2944" y="1"/>
                      <a:pt x="27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0"/>
              <p:cNvSpPr/>
              <p:nvPr/>
            </p:nvSpPr>
            <p:spPr>
              <a:xfrm>
                <a:off x="4415038" y="3189727"/>
                <a:ext cx="74336" cy="31437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886" extrusionOk="0">
                    <a:moveTo>
                      <a:pt x="446" y="1"/>
                    </a:moveTo>
                    <a:cubicBezTo>
                      <a:pt x="177" y="1"/>
                      <a:pt x="1" y="178"/>
                      <a:pt x="1" y="439"/>
                    </a:cubicBezTo>
                    <a:cubicBezTo>
                      <a:pt x="1" y="673"/>
                      <a:pt x="177" y="885"/>
                      <a:pt x="446" y="885"/>
                    </a:cubicBezTo>
                    <a:lnTo>
                      <a:pt x="1656" y="885"/>
                    </a:lnTo>
                    <a:cubicBezTo>
                      <a:pt x="1918" y="885"/>
                      <a:pt x="2095" y="673"/>
                      <a:pt x="2095" y="439"/>
                    </a:cubicBezTo>
                    <a:cubicBezTo>
                      <a:pt x="2095" y="178"/>
                      <a:pt x="1918" y="1"/>
                      <a:pt x="16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3640156" y="3268034"/>
                <a:ext cx="231239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6517" h="914" extrusionOk="0">
                    <a:moveTo>
                      <a:pt x="475" y="1"/>
                    </a:moveTo>
                    <a:cubicBezTo>
                      <a:pt x="206" y="1"/>
                      <a:pt x="1" y="206"/>
                      <a:pt x="1" y="475"/>
                    </a:cubicBezTo>
                    <a:cubicBezTo>
                      <a:pt x="1" y="708"/>
                      <a:pt x="206" y="914"/>
                      <a:pt x="475" y="914"/>
                    </a:cubicBezTo>
                    <a:lnTo>
                      <a:pt x="6042" y="914"/>
                    </a:lnTo>
                    <a:cubicBezTo>
                      <a:pt x="6311" y="914"/>
                      <a:pt x="6516" y="708"/>
                      <a:pt x="6516" y="475"/>
                    </a:cubicBezTo>
                    <a:cubicBezTo>
                      <a:pt x="6516" y="206"/>
                      <a:pt x="6311" y="1"/>
                      <a:pt x="60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3916274" y="3268034"/>
                <a:ext cx="61811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914" extrusionOk="0">
                    <a:moveTo>
                      <a:pt x="439" y="1"/>
                    </a:moveTo>
                    <a:cubicBezTo>
                      <a:pt x="206" y="1"/>
                      <a:pt x="1" y="206"/>
                      <a:pt x="1" y="475"/>
                    </a:cubicBezTo>
                    <a:cubicBezTo>
                      <a:pt x="1" y="708"/>
                      <a:pt x="206" y="914"/>
                      <a:pt x="439" y="914"/>
                    </a:cubicBezTo>
                    <a:lnTo>
                      <a:pt x="1295" y="914"/>
                    </a:lnTo>
                    <a:cubicBezTo>
                      <a:pt x="1564" y="914"/>
                      <a:pt x="1741" y="708"/>
                      <a:pt x="1741" y="475"/>
                    </a:cubicBezTo>
                    <a:cubicBezTo>
                      <a:pt x="1741" y="206"/>
                      <a:pt x="1564" y="1"/>
                      <a:pt x="1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0"/>
              <p:cNvSpPr/>
              <p:nvPr/>
            </p:nvSpPr>
            <p:spPr>
              <a:xfrm>
                <a:off x="4041772" y="3268034"/>
                <a:ext cx="184048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5187" h="914" extrusionOk="0">
                    <a:moveTo>
                      <a:pt x="475" y="1"/>
                    </a:moveTo>
                    <a:cubicBezTo>
                      <a:pt x="206" y="1"/>
                      <a:pt x="1" y="206"/>
                      <a:pt x="1" y="475"/>
                    </a:cubicBezTo>
                    <a:cubicBezTo>
                      <a:pt x="1" y="708"/>
                      <a:pt x="206" y="914"/>
                      <a:pt x="475" y="914"/>
                    </a:cubicBezTo>
                    <a:lnTo>
                      <a:pt x="4720" y="914"/>
                    </a:lnTo>
                    <a:cubicBezTo>
                      <a:pt x="4981" y="914"/>
                      <a:pt x="5186" y="708"/>
                      <a:pt x="5186" y="475"/>
                    </a:cubicBezTo>
                    <a:cubicBezTo>
                      <a:pt x="5186" y="206"/>
                      <a:pt x="4981" y="1"/>
                      <a:pt x="472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40"/>
              <p:cNvSpPr/>
              <p:nvPr/>
            </p:nvSpPr>
            <p:spPr>
              <a:xfrm>
                <a:off x="4258174" y="3268034"/>
                <a:ext cx="150623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4245" h="914" extrusionOk="0">
                    <a:moveTo>
                      <a:pt x="446" y="1"/>
                    </a:moveTo>
                    <a:cubicBezTo>
                      <a:pt x="212" y="1"/>
                      <a:pt x="0" y="206"/>
                      <a:pt x="0" y="475"/>
                    </a:cubicBezTo>
                    <a:cubicBezTo>
                      <a:pt x="0" y="708"/>
                      <a:pt x="212" y="914"/>
                      <a:pt x="446" y="914"/>
                    </a:cubicBezTo>
                    <a:lnTo>
                      <a:pt x="3778" y="914"/>
                    </a:lnTo>
                    <a:cubicBezTo>
                      <a:pt x="4040" y="914"/>
                      <a:pt x="4245" y="708"/>
                      <a:pt x="4245" y="475"/>
                    </a:cubicBezTo>
                    <a:cubicBezTo>
                      <a:pt x="4245" y="206"/>
                      <a:pt x="4040" y="1"/>
                      <a:pt x="37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4130653" y="2643772"/>
                <a:ext cx="381827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10761" h="914" extrusionOk="0">
                    <a:moveTo>
                      <a:pt x="446" y="1"/>
                    </a:moveTo>
                    <a:cubicBezTo>
                      <a:pt x="177" y="1"/>
                      <a:pt x="0" y="206"/>
                      <a:pt x="0" y="468"/>
                    </a:cubicBezTo>
                    <a:cubicBezTo>
                      <a:pt x="0" y="708"/>
                      <a:pt x="177" y="914"/>
                      <a:pt x="446" y="914"/>
                    </a:cubicBezTo>
                    <a:lnTo>
                      <a:pt x="10315" y="914"/>
                    </a:lnTo>
                    <a:cubicBezTo>
                      <a:pt x="10555" y="914"/>
                      <a:pt x="10760" y="708"/>
                      <a:pt x="10760" y="468"/>
                    </a:cubicBezTo>
                    <a:cubicBezTo>
                      <a:pt x="10760" y="206"/>
                      <a:pt x="10555" y="1"/>
                      <a:pt x="103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4199665" y="2575754"/>
                <a:ext cx="74336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914" extrusionOk="0">
                    <a:moveTo>
                      <a:pt x="446" y="1"/>
                    </a:moveTo>
                    <a:cubicBezTo>
                      <a:pt x="206" y="1"/>
                      <a:pt x="1" y="206"/>
                      <a:pt x="1" y="439"/>
                    </a:cubicBezTo>
                    <a:cubicBezTo>
                      <a:pt x="1" y="708"/>
                      <a:pt x="206" y="913"/>
                      <a:pt x="446" y="913"/>
                    </a:cubicBezTo>
                    <a:lnTo>
                      <a:pt x="1649" y="913"/>
                    </a:lnTo>
                    <a:cubicBezTo>
                      <a:pt x="1890" y="913"/>
                      <a:pt x="2095" y="708"/>
                      <a:pt x="2095" y="439"/>
                    </a:cubicBezTo>
                    <a:cubicBezTo>
                      <a:pt x="2095" y="206"/>
                      <a:pt x="1890" y="1"/>
                      <a:pt x="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40"/>
              <p:cNvSpPr/>
              <p:nvPr/>
            </p:nvSpPr>
            <p:spPr>
              <a:xfrm>
                <a:off x="3988337" y="2575754"/>
                <a:ext cx="177980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5016" h="914" extrusionOk="0">
                    <a:moveTo>
                      <a:pt x="474" y="1"/>
                    </a:moveTo>
                    <a:cubicBezTo>
                      <a:pt x="212" y="1"/>
                      <a:pt x="0" y="206"/>
                      <a:pt x="0" y="439"/>
                    </a:cubicBezTo>
                    <a:cubicBezTo>
                      <a:pt x="0" y="708"/>
                      <a:pt x="212" y="913"/>
                      <a:pt x="474" y="913"/>
                    </a:cubicBezTo>
                    <a:lnTo>
                      <a:pt x="4570" y="913"/>
                    </a:lnTo>
                    <a:cubicBezTo>
                      <a:pt x="4811" y="913"/>
                      <a:pt x="5016" y="708"/>
                      <a:pt x="5016" y="439"/>
                    </a:cubicBezTo>
                    <a:cubicBezTo>
                      <a:pt x="5016" y="206"/>
                      <a:pt x="4811" y="1"/>
                      <a:pt x="4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40"/>
              <p:cNvSpPr/>
              <p:nvPr/>
            </p:nvSpPr>
            <p:spPr>
              <a:xfrm>
                <a:off x="4299084" y="2575754"/>
                <a:ext cx="213392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6014" h="914" extrusionOk="0">
                    <a:moveTo>
                      <a:pt x="474" y="1"/>
                    </a:moveTo>
                    <a:cubicBezTo>
                      <a:pt x="205" y="1"/>
                      <a:pt x="0" y="206"/>
                      <a:pt x="0" y="439"/>
                    </a:cubicBezTo>
                    <a:cubicBezTo>
                      <a:pt x="0" y="708"/>
                      <a:pt x="205" y="913"/>
                      <a:pt x="474" y="913"/>
                    </a:cubicBezTo>
                    <a:lnTo>
                      <a:pt x="5568" y="913"/>
                    </a:lnTo>
                    <a:cubicBezTo>
                      <a:pt x="5808" y="913"/>
                      <a:pt x="6013" y="708"/>
                      <a:pt x="6013" y="439"/>
                    </a:cubicBezTo>
                    <a:cubicBezTo>
                      <a:pt x="6013" y="206"/>
                      <a:pt x="5808" y="1"/>
                      <a:pt x="556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4112806" y="2723109"/>
                <a:ext cx="109996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3100" h="914" extrusionOk="0">
                    <a:moveTo>
                      <a:pt x="475" y="0"/>
                    </a:moveTo>
                    <a:cubicBezTo>
                      <a:pt x="206" y="0"/>
                      <a:pt x="1" y="206"/>
                      <a:pt x="1" y="446"/>
                    </a:cubicBezTo>
                    <a:cubicBezTo>
                      <a:pt x="1" y="708"/>
                      <a:pt x="206" y="913"/>
                      <a:pt x="475" y="913"/>
                    </a:cubicBezTo>
                    <a:lnTo>
                      <a:pt x="2654" y="913"/>
                    </a:lnTo>
                    <a:cubicBezTo>
                      <a:pt x="2894" y="913"/>
                      <a:pt x="3100" y="708"/>
                      <a:pt x="3100" y="446"/>
                    </a:cubicBezTo>
                    <a:cubicBezTo>
                      <a:pt x="3100" y="206"/>
                      <a:pt x="289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4269705" y="2723109"/>
                <a:ext cx="111983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914" extrusionOk="0">
                    <a:moveTo>
                      <a:pt x="446" y="0"/>
                    </a:moveTo>
                    <a:cubicBezTo>
                      <a:pt x="206" y="0"/>
                      <a:pt x="0" y="206"/>
                      <a:pt x="0" y="446"/>
                    </a:cubicBezTo>
                    <a:cubicBezTo>
                      <a:pt x="0" y="708"/>
                      <a:pt x="206" y="913"/>
                      <a:pt x="446" y="913"/>
                    </a:cubicBezTo>
                    <a:lnTo>
                      <a:pt x="2717" y="913"/>
                    </a:lnTo>
                    <a:cubicBezTo>
                      <a:pt x="2950" y="913"/>
                      <a:pt x="3156" y="708"/>
                      <a:pt x="3156" y="446"/>
                    </a:cubicBezTo>
                    <a:cubicBezTo>
                      <a:pt x="3156" y="206"/>
                      <a:pt x="2950" y="0"/>
                      <a:pt x="271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40"/>
              <p:cNvSpPr/>
              <p:nvPr/>
            </p:nvSpPr>
            <p:spPr>
              <a:xfrm>
                <a:off x="4428840" y="2723109"/>
                <a:ext cx="89913" cy="32431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914" extrusionOk="0">
                    <a:moveTo>
                      <a:pt x="439" y="0"/>
                    </a:moveTo>
                    <a:cubicBezTo>
                      <a:pt x="177" y="0"/>
                      <a:pt x="1" y="206"/>
                      <a:pt x="1" y="446"/>
                    </a:cubicBezTo>
                    <a:cubicBezTo>
                      <a:pt x="1" y="708"/>
                      <a:pt x="177" y="913"/>
                      <a:pt x="439" y="913"/>
                    </a:cubicBezTo>
                    <a:lnTo>
                      <a:pt x="2088" y="913"/>
                    </a:lnTo>
                    <a:cubicBezTo>
                      <a:pt x="2328" y="913"/>
                      <a:pt x="2533" y="708"/>
                      <a:pt x="2533" y="446"/>
                    </a:cubicBezTo>
                    <a:cubicBezTo>
                      <a:pt x="2533" y="206"/>
                      <a:pt x="2328" y="0"/>
                      <a:pt x="20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40"/>
              <p:cNvSpPr/>
              <p:nvPr/>
            </p:nvSpPr>
            <p:spPr>
              <a:xfrm>
                <a:off x="4187140" y="2802694"/>
                <a:ext cx="122521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913" extrusionOk="0">
                    <a:moveTo>
                      <a:pt x="446" y="0"/>
                    </a:moveTo>
                    <a:cubicBezTo>
                      <a:pt x="205" y="0"/>
                      <a:pt x="0" y="205"/>
                      <a:pt x="0" y="439"/>
                    </a:cubicBezTo>
                    <a:cubicBezTo>
                      <a:pt x="0" y="707"/>
                      <a:pt x="205" y="913"/>
                      <a:pt x="446" y="913"/>
                    </a:cubicBezTo>
                    <a:lnTo>
                      <a:pt x="2978" y="913"/>
                    </a:lnTo>
                    <a:cubicBezTo>
                      <a:pt x="3240" y="913"/>
                      <a:pt x="3452" y="707"/>
                      <a:pt x="3452" y="439"/>
                    </a:cubicBezTo>
                    <a:cubicBezTo>
                      <a:pt x="3452" y="205"/>
                      <a:pt x="3240" y="0"/>
                      <a:pt x="29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3939372" y="2802694"/>
                <a:ext cx="61527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913" extrusionOk="0">
                    <a:moveTo>
                      <a:pt x="439" y="0"/>
                    </a:moveTo>
                    <a:cubicBezTo>
                      <a:pt x="206" y="0"/>
                      <a:pt x="1" y="205"/>
                      <a:pt x="1" y="439"/>
                    </a:cubicBezTo>
                    <a:cubicBezTo>
                      <a:pt x="1" y="707"/>
                      <a:pt x="206" y="913"/>
                      <a:pt x="439" y="913"/>
                    </a:cubicBezTo>
                    <a:lnTo>
                      <a:pt x="1295" y="913"/>
                    </a:lnTo>
                    <a:cubicBezTo>
                      <a:pt x="1529" y="913"/>
                      <a:pt x="1734" y="707"/>
                      <a:pt x="1734" y="439"/>
                    </a:cubicBezTo>
                    <a:cubicBezTo>
                      <a:pt x="1734" y="205"/>
                      <a:pt x="1529" y="0"/>
                      <a:pt x="12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4031234" y="2802694"/>
                <a:ext cx="99457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913" extrusionOk="0">
                    <a:moveTo>
                      <a:pt x="447" y="0"/>
                    </a:moveTo>
                    <a:cubicBezTo>
                      <a:pt x="206" y="0"/>
                      <a:pt x="1" y="205"/>
                      <a:pt x="1" y="439"/>
                    </a:cubicBezTo>
                    <a:cubicBezTo>
                      <a:pt x="1" y="707"/>
                      <a:pt x="206" y="913"/>
                      <a:pt x="447" y="913"/>
                    </a:cubicBezTo>
                    <a:lnTo>
                      <a:pt x="2328" y="913"/>
                    </a:lnTo>
                    <a:cubicBezTo>
                      <a:pt x="2597" y="913"/>
                      <a:pt x="2802" y="707"/>
                      <a:pt x="2802" y="439"/>
                    </a:cubicBezTo>
                    <a:cubicBezTo>
                      <a:pt x="2802" y="205"/>
                      <a:pt x="2597" y="0"/>
                      <a:pt x="23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40"/>
              <p:cNvSpPr/>
              <p:nvPr/>
            </p:nvSpPr>
            <p:spPr>
              <a:xfrm>
                <a:off x="4369089" y="2802694"/>
                <a:ext cx="149665" cy="32396"/>
              </a:xfrm>
              <a:custGeom>
                <a:avLst/>
                <a:gdLst/>
                <a:ahLst/>
                <a:cxnLst/>
                <a:rect l="l" t="t" r="r" b="b"/>
                <a:pathLst>
                  <a:path w="4218" h="913" extrusionOk="0">
                    <a:moveTo>
                      <a:pt x="447" y="0"/>
                    </a:moveTo>
                    <a:cubicBezTo>
                      <a:pt x="206" y="0"/>
                      <a:pt x="1" y="205"/>
                      <a:pt x="1" y="439"/>
                    </a:cubicBezTo>
                    <a:cubicBezTo>
                      <a:pt x="1" y="707"/>
                      <a:pt x="206" y="913"/>
                      <a:pt x="447" y="913"/>
                    </a:cubicBezTo>
                    <a:lnTo>
                      <a:pt x="3772" y="913"/>
                    </a:lnTo>
                    <a:cubicBezTo>
                      <a:pt x="4040" y="913"/>
                      <a:pt x="4217" y="707"/>
                      <a:pt x="4217" y="439"/>
                    </a:cubicBezTo>
                    <a:cubicBezTo>
                      <a:pt x="4217" y="205"/>
                      <a:pt x="4040" y="0"/>
                      <a:pt x="37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" name="Google Shape;815;p40"/>
            <p:cNvGrpSpPr/>
            <p:nvPr/>
          </p:nvGrpSpPr>
          <p:grpSpPr>
            <a:xfrm>
              <a:off x="1158100" y="913806"/>
              <a:ext cx="1910430" cy="3689957"/>
              <a:chOff x="3445647" y="3610431"/>
              <a:chExt cx="598187" cy="1155422"/>
            </a:xfrm>
          </p:grpSpPr>
          <p:sp>
            <p:nvSpPr>
              <p:cNvPr id="816" name="Google Shape;816;p40"/>
              <p:cNvSpPr/>
              <p:nvPr/>
            </p:nvSpPr>
            <p:spPr>
              <a:xfrm>
                <a:off x="3891188" y="4339258"/>
                <a:ext cx="69049" cy="14963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4217" extrusionOk="0">
                    <a:moveTo>
                      <a:pt x="822" y="0"/>
                    </a:moveTo>
                    <a:cubicBezTo>
                      <a:pt x="730" y="0"/>
                      <a:pt x="639" y="17"/>
                      <a:pt x="559" y="53"/>
                    </a:cubicBezTo>
                    <a:cubicBezTo>
                      <a:pt x="262" y="201"/>
                      <a:pt x="57" y="463"/>
                      <a:pt x="29" y="789"/>
                    </a:cubicBezTo>
                    <a:cubicBezTo>
                      <a:pt x="0" y="965"/>
                      <a:pt x="29" y="1142"/>
                      <a:pt x="57" y="1319"/>
                    </a:cubicBezTo>
                    <a:cubicBezTo>
                      <a:pt x="177" y="1970"/>
                      <a:pt x="297" y="2649"/>
                      <a:pt x="411" y="3293"/>
                    </a:cubicBezTo>
                    <a:cubicBezTo>
                      <a:pt x="498" y="3691"/>
                      <a:pt x="528" y="4217"/>
                      <a:pt x="1014" y="4217"/>
                    </a:cubicBezTo>
                    <a:cubicBezTo>
                      <a:pt x="1038" y="4217"/>
                      <a:pt x="1063" y="4215"/>
                      <a:pt x="1090" y="4213"/>
                    </a:cubicBezTo>
                    <a:cubicBezTo>
                      <a:pt x="1267" y="4213"/>
                      <a:pt x="1444" y="4149"/>
                      <a:pt x="1592" y="4036"/>
                    </a:cubicBezTo>
                    <a:cubicBezTo>
                      <a:pt x="1946" y="3710"/>
                      <a:pt x="1826" y="3059"/>
                      <a:pt x="1797" y="2649"/>
                    </a:cubicBezTo>
                    <a:cubicBezTo>
                      <a:pt x="1797" y="2055"/>
                      <a:pt x="1741" y="1496"/>
                      <a:pt x="1649" y="937"/>
                    </a:cubicBezTo>
                    <a:cubicBezTo>
                      <a:pt x="1620" y="704"/>
                      <a:pt x="1564" y="463"/>
                      <a:pt x="1415" y="258"/>
                    </a:cubicBezTo>
                    <a:cubicBezTo>
                      <a:pt x="1271" y="94"/>
                      <a:pt x="1040" y="0"/>
                      <a:pt x="822" y="0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3905736" y="4458334"/>
                <a:ext cx="138098" cy="51237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1444" extrusionOk="0">
                    <a:moveTo>
                      <a:pt x="1416" y="1"/>
                    </a:moveTo>
                    <a:cubicBezTo>
                      <a:pt x="1359" y="1"/>
                      <a:pt x="1267" y="1"/>
                      <a:pt x="1210" y="29"/>
                    </a:cubicBezTo>
                    <a:cubicBezTo>
                      <a:pt x="800" y="85"/>
                      <a:pt x="418" y="149"/>
                      <a:pt x="1" y="234"/>
                    </a:cubicBezTo>
                    <a:cubicBezTo>
                      <a:pt x="64" y="468"/>
                      <a:pt x="93" y="708"/>
                      <a:pt x="64" y="970"/>
                    </a:cubicBezTo>
                    <a:lnTo>
                      <a:pt x="64" y="1295"/>
                    </a:lnTo>
                    <a:cubicBezTo>
                      <a:pt x="93" y="1387"/>
                      <a:pt x="149" y="1444"/>
                      <a:pt x="241" y="1444"/>
                    </a:cubicBezTo>
                    <a:lnTo>
                      <a:pt x="3276" y="1444"/>
                    </a:lnTo>
                    <a:cubicBezTo>
                      <a:pt x="3389" y="1444"/>
                      <a:pt x="3510" y="1415"/>
                      <a:pt x="3658" y="1415"/>
                    </a:cubicBezTo>
                    <a:cubicBezTo>
                      <a:pt x="3743" y="1415"/>
                      <a:pt x="3863" y="1352"/>
                      <a:pt x="3863" y="1239"/>
                    </a:cubicBezTo>
                    <a:cubicBezTo>
                      <a:pt x="3892" y="736"/>
                      <a:pt x="2010" y="383"/>
                      <a:pt x="1684" y="149"/>
                    </a:cubicBezTo>
                    <a:cubicBezTo>
                      <a:pt x="1592" y="85"/>
                      <a:pt x="1507" y="29"/>
                      <a:pt x="14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40"/>
              <p:cNvSpPr/>
              <p:nvPr/>
            </p:nvSpPr>
            <p:spPr>
              <a:xfrm>
                <a:off x="3531476" y="4605511"/>
                <a:ext cx="69084" cy="128979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3635" extrusionOk="0">
                    <a:moveTo>
                      <a:pt x="993" y="0"/>
                    </a:moveTo>
                    <a:cubicBezTo>
                      <a:pt x="754" y="0"/>
                      <a:pt x="514" y="90"/>
                      <a:pt x="383" y="246"/>
                    </a:cubicBezTo>
                    <a:cubicBezTo>
                      <a:pt x="291" y="359"/>
                      <a:pt x="263" y="508"/>
                      <a:pt x="234" y="628"/>
                    </a:cubicBezTo>
                    <a:cubicBezTo>
                      <a:pt x="1" y="1597"/>
                      <a:pt x="234" y="2630"/>
                      <a:pt x="319" y="3634"/>
                    </a:cubicBezTo>
                    <a:cubicBezTo>
                      <a:pt x="708" y="3571"/>
                      <a:pt x="1090" y="3514"/>
                      <a:pt x="1472" y="3429"/>
                    </a:cubicBezTo>
                    <a:cubicBezTo>
                      <a:pt x="1501" y="3429"/>
                      <a:pt x="1557" y="3429"/>
                      <a:pt x="1593" y="3366"/>
                    </a:cubicBezTo>
                    <a:cubicBezTo>
                      <a:pt x="1621" y="3366"/>
                      <a:pt x="1621" y="3309"/>
                      <a:pt x="1621" y="3281"/>
                    </a:cubicBezTo>
                    <a:cubicBezTo>
                      <a:pt x="1677" y="2630"/>
                      <a:pt x="1734" y="2014"/>
                      <a:pt x="1798" y="1364"/>
                    </a:cubicBezTo>
                    <a:cubicBezTo>
                      <a:pt x="1826" y="1130"/>
                      <a:pt x="1946" y="656"/>
                      <a:pt x="1854" y="423"/>
                    </a:cubicBezTo>
                    <a:cubicBezTo>
                      <a:pt x="1734" y="210"/>
                      <a:pt x="1295" y="34"/>
                      <a:pt x="1090" y="5"/>
                    </a:cubicBezTo>
                    <a:cubicBezTo>
                      <a:pt x="1058" y="2"/>
                      <a:pt x="1026" y="0"/>
                      <a:pt x="993" y="0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40"/>
              <p:cNvSpPr/>
              <p:nvPr/>
            </p:nvSpPr>
            <p:spPr>
              <a:xfrm>
                <a:off x="3591972" y="3683204"/>
                <a:ext cx="60782" cy="130930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3690" extrusionOk="0">
                    <a:moveTo>
                      <a:pt x="206" y="1"/>
                    </a:moveTo>
                    <a:cubicBezTo>
                      <a:pt x="149" y="1"/>
                      <a:pt x="93" y="1"/>
                      <a:pt x="64" y="29"/>
                    </a:cubicBezTo>
                    <a:cubicBezTo>
                      <a:pt x="1" y="65"/>
                      <a:pt x="1" y="178"/>
                      <a:pt x="1" y="270"/>
                    </a:cubicBezTo>
                    <a:cubicBezTo>
                      <a:pt x="1" y="418"/>
                      <a:pt x="29" y="560"/>
                      <a:pt x="64" y="708"/>
                    </a:cubicBezTo>
                    <a:lnTo>
                      <a:pt x="64" y="829"/>
                    </a:lnTo>
                    <a:cubicBezTo>
                      <a:pt x="121" y="1154"/>
                      <a:pt x="64" y="1479"/>
                      <a:pt x="29" y="1798"/>
                    </a:cubicBezTo>
                    <a:cubicBezTo>
                      <a:pt x="29" y="1862"/>
                      <a:pt x="1" y="1946"/>
                      <a:pt x="1" y="1975"/>
                    </a:cubicBezTo>
                    <a:cubicBezTo>
                      <a:pt x="1" y="2152"/>
                      <a:pt x="1" y="2300"/>
                      <a:pt x="64" y="2477"/>
                    </a:cubicBezTo>
                    <a:cubicBezTo>
                      <a:pt x="121" y="2859"/>
                      <a:pt x="475" y="3630"/>
                      <a:pt x="949" y="3687"/>
                    </a:cubicBezTo>
                    <a:cubicBezTo>
                      <a:pt x="957" y="3689"/>
                      <a:pt x="965" y="3690"/>
                      <a:pt x="973" y="3690"/>
                    </a:cubicBezTo>
                    <a:cubicBezTo>
                      <a:pt x="1079" y="3690"/>
                      <a:pt x="1188" y="3532"/>
                      <a:pt x="1267" y="3453"/>
                    </a:cubicBezTo>
                    <a:cubicBezTo>
                      <a:pt x="1479" y="3184"/>
                      <a:pt x="1656" y="2859"/>
                      <a:pt x="1713" y="2505"/>
                    </a:cubicBezTo>
                    <a:cubicBezTo>
                      <a:pt x="1713" y="2328"/>
                      <a:pt x="1713" y="2152"/>
                      <a:pt x="1684" y="2010"/>
                    </a:cubicBezTo>
                    <a:cubicBezTo>
                      <a:pt x="1656" y="1741"/>
                      <a:pt x="1656" y="1508"/>
                      <a:pt x="1621" y="1267"/>
                    </a:cubicBezTo>
                    <a:cubicBezTo>
                      <a:pt x="1621" y="1154"/>
                      <a:pt x="1592" y="1034"/>
                      <a:pt x="1592" y="914"/>
                    </a:cubicBezTo>
                    <a:cubicBezTo>
                      <a:pt x="1536" y="708"/>
                      <a:pt x="1444" y="503"/>
                      <a:pt x="1302" y="355"/>
                    </a:cubicBezTo>
                    <a:cubicBezTo>
                      <a:pt x="1034" y="29"/>
                      <a:pt x="595" y="1"/>
                      <a:pt x="206" y="1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40"/>
              <p:cNvSpPr/>
              <p:nvPr/>
            </p:nvSpPr>
            <p:spPr>
              <a:xfrm>
                <a:off x="3591972" y="3690939"/>
                <a:ext cx="53508" cy="43537"/>
              </a:xfrm>
              <a:custGeom>
                <a:avLst/>
                <a:gdLst/>
                <a:ahLst/>
                <a:cxnLst/>
                <a:rect l="l" t="t" r="r" b="b"/>
                <a:pathLst>
                  <a:path w="1508" h="1227" extrusionOk="0">
                    <a:moveTo>
                      <a:pt x="681" y="1"/>
                    </a:moveTo>
                    <a:cubicBezTo>
                      <a:pt x="528" y="1"/>
                      <a:pt x="382" y="53"/>
                      <a:pt x="270" y="165"/>
                    </a:cubicBezTo>
                    <a:cubicBezTo>
                      <a:pt x="241" y="200"/>
                      <a:pt x="206" y="229"/>
                      <a:pt x="178" y="257"/>
                    </a:cubicBezTo>
                    <a:cubicBezTo>
                      <a:pt x="149" y="285"/>
                      <a:pt x="93" y="285"/>
                      <a:pt x="64" y="314"/>
                    </a:cubicBezTo>
                    <a:cubicBezTo>
                      <a:pt x="1" y="342"/>
                      <a:pt x="29" y="405"/>
                      <a:pt x="29" y="434"/>
                    </a:cubicBezTo>
                    <a:cubicBezTo>
                      <a:pt x="64" y="554"/>
                      <a:pt x="64" y="696"/>
                      <a:pt x="93" y="816"/>
                    </a:cubicBezTo>
                    <a:cubicBezTo>
                      <a:pt x="93" y="936"/>
                      <a:pt x="64" y="1085"/>
                      <a:pt x="64" y="1226"/>
                    </a:cubicBezTo>
                    <a:cubicBezTo>
                      <a:pt x="64" y="1226"/>
                      <a:pt x="736" y="1113"/>
                      <a:pt x="1005" y="1021"/>
                    </a:cubicBezTo>
                    <a:cubicBezTo>
                      <a:pt x="1154" y="993"/>
                      <a:pt x="1331" y="936"/>
                      <a:pt x="1508" y="872"/>
                    </a:cubicBezTo>
                    <a:lnTo>
                      <a:pt x="1508" y="788"/>
                    </a:lnTo>
                    <a:cubicBezTo>
                      <a:pt x="1508" y="696"/>
                      <a:pt x="1444" y="611"/>
                      <a:pt x="1416" y="519"/>
                    </a:cubicBezTo>
                    <a:cubicBezTo>
                      <a:pt x="1359" y="434"/>
                      <a:pt x="1331" y="377"/>
                      <a:pt x="1267" y="285"/>
                    </a:cubicBezTo>
                    <a:cubicBezTo>
                      <a:pt x="1182" y="200"/>
                      <a:pt x="1062" y="108"/>
                      <a:pt x="949" y="52"/>
                    </a:cubicBezTo>
                    <a:cubicBezTo>
                      <a:pt x="861" y="18"/>
                      <a:pt x="769" y="1"/>
                      <a:pt x="6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40"/>
              <p:cNvSpPr/>
              <p:nvPr/>
            </p:nvSpPr>
            <p:spPr>
              <a:xfrm>
                <a:off x="3646437" y="3627817"/>
                <a:ext cx="21893" cy="47156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329" extrusionOk="0">
                    <a:moveTo>
                      <a:pt x="213" y="0"/>
                    </a:moveTo>
                    <a:cubicBezTo>
                      <a:pt x="180" y="0"/>
                      <a:pt x="149" y="10"/>
                      <a:pt x="121" y="34"/>
                    </a:cubicBezTo>
                    <a:cubicBezTo>
                      <a:pt x="1" y="119"/>
                      <a:pt x="178" y="472"/>
                      <a:pt x="234" y="593"/>
                    </a:cubicBezTo>
                    <a:cubicBezTo>
                      <a:pt x="326" y="770"/>
                      <a:pt x="298" y="946"/>
                      <a:pt x="326" y="1123"/>
                    </a:cubicBezTo>
                    <a:cubicBezTo>
                      <a:pt x="326" y="1180"/>
                      <a:pt x="326" y="1237"/>
                      <a:pt x="355" y="1272"/>
                    </a:cubicBezTo>
                    <a:cubicBezTo>
                      <a:pt x="383" y="1300"/>
                      <a:pt x="439" y="1328"/>
                      <a:pt x="503" y="1328"/>
                    </a:cubicBezTo>
                    <a:cubicBezTo>
                      <a:pt x="560" y="1300"/>
                      <a:pt x="560" y="1237"/>
                      <a:pt x="588" y="1180"/>
                    </a:cubicBezTo>
                    <a:lnTo>
                      <a:pt x="588" y="918"/>
                    </a:lnTo>
                    <a:cubicBezTo>
                      <a:pt x="616" y="706"/>
                      <a:pt x="616" y="472"/>
                      <a:pt x="560" y="267"/>
                    </a:cubicBezTo>
                    <a:cubicBezTo>
                      <a:pt x="514" y="171"/>
                      <a:pt x="349" y="0"/>
                      <a:pt x="2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40"/>
              <p:cNvSpPr/>
              <p:nvPr/>
            </p:nvSpPr>
            <p:spPr>
              <a:xfrm>
                <a:off x="3656975" y="3663724"/>
                <a:ext cx="19870" cy="2718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766" extrusionOk="0">
                    <a:moveTo>
                      <a:pt x="214" y="0"/>
                    </a:moveTo>
                    <a:cubicBezTo>
                      <a:pt x="122" y="0"/>
                      <a:pt x="37" y="58"/>
                      <a:pt x="1" y="196"/>
                    </a:cubicBezTo>
                    <a:lnTo>
                      <a:pt x="142" y="755"/>
                    </a:lnTo>
                    <a:cubicBezTo>
                      <a:pt x="167" y="762"/>
                      <a:pt x="189" y="765"/>
                      <a:pt x="211" y="765"/>
                    </a:cubicBezTo>
                    <a:cubicBezTo>
                      <a:pt x="299" y="765"/>
                      <a:pt x="372" y="715"/>
                      <a:pt x="440" y="670"/>
                    </a:cubicBezTo>
                    <a:cubicBezTo>
                      <a:pt x="532" y="550"/>
                      <a:pt x="560" y="401"/>
                      <a:pt x="532" y="260"/>
                    </a:cubicBezTo>
                    <a:cubicBezTo>
                      <a:pt x="479" y="105"/>
                      <a:pt x="339" y="0"/>
                      <a:pt x="214" y="0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40"/>
              <p:cNvSpPr/>
              <p:nvPr/>
            </p:nvSpPr>
            <p:spPr>
              <a:xfrm>
                <a:off x="3581683" y="3629165"/>
                <a:ext cx="84626" cy="101409"/>
              </a:xfrm>
              <a:custGeom>
                <a:avLst/>
                <a:gdLst/>
                <a:ahLst/>
                <a:cxnLst/>
                <a:rect l="l" t="t" r="r" b="b"/>
                <a:pathLst>
                  <a:path w="2385" h="2858" extrusionOk="0">
                    <a:moveTo>
                      <a:pt x="1958" y="1"/>
                    </a:moveTo>
                    <a:cubicBezTo>
                      <a:pt x="1709" y="1"/>
                      <a:pt x="1264" y="290"/>
                      <a:pt x="1062" y="314"/>
                    </a:cubicBezTo>
                    <a:cubicBezTo>
                      <a:pt x="850" y="378"/>
                      <a:pt x="496" y="434"/>
                      <a:pt x="319" y="583"/>
                    </a:cubicBezTo>
                    <a:cubicBezTo>
                      <a:pt x="1" y="937"/>
                      <a:pt x="57" y="1552"/>
                      <a:pt x="262" y="1998"/>
                    </a:cubicBezTo>
                    <a:cubicBezTo>
                      <a:pt x="291" y="2055"/>
                      <a:pt x="383" y="2260"/>
                      <a:pt x="411" y="2323"/>
                    </a:cubicBezTo>
                    <a:cubicBezTo>
                      <a:pt x="682" y="2729"/>
                      <a:pt x="1105" y="2858"/>
                      <a:pt x="1435" y="2858"/>
                    </a:cubicBezTo>
                    <a:cubicBezTo>
                      <a:pt x="1537" y="2858"/>
                      <a:pt x="1629" y="2846"/>
                      <a:pt x="1706" y="2826"/>
                    </a:cubicBezTo>
                    <a:cubicBezTo>
                      <a:pt x="2088" y="2734"/>
                      <a:pt x="2300" y="2408"/>
                      <a:pt x="2356" y="1970"/>
                    </a:cubicBezTo>
                    <a:cubicBezTo>
                      <a:pt x="2356" y="1906"/>
                      <a:pt x="2385" y="1644"/>
                      <a:pt x="2385" y="1552"/>
                    </a:cubicBezTo>
                    <a:cubicBezTo>
                      <a:pt x="2385" y="1057"/>
                      <a:pt x="2264" y="137"/>
                      <a:pt x="2059" y="24"/>
                    </a:cubicBezTo>
                    <a:cubicBezTo>
                      <a:pt x="2032" y="8"/>
                      <a:pt x="1997" y="1"/>
                      <a:pt x="1958" y="1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40"/>
              <p:cNvSpPr/>
              <p:nvPr/>
            </p:nvSpPr>
            <p:spPr>
              <a:xfrm>
                <a:off x="3573167" y="3610431"/>
                <a:ext cx="94171" cy="76855"/>
              </a:xfrm>
              <a:custGeom>
                <a:avLst/>
                <a:gdLst/>
                <a:ahLst/>
                <a:cxnLst/>
                <a:rect l="l" t="t" r="r" b="b"/>
                <a:pathLst>
                  <a:path w="2654" h="2166" extrusionOk="0">
                    <a:moveTo>
                      <a:pt x="1228" y="0"/>
                    </a:moveTo>
                    <a:cubicBezTo>
                      <a:pt x="1132" y="0"/>
                      <a:pt x="1037" y="7"/>
                      <a:pt x="948" y="22"/>
                    </a:cubicBezTo>
                    <a:cubicBezTo>
                      <a:pt x="708" y="78"/>
                      <a:pt x="474" y="198"/>
                      <a:pt x="297" y="404"/>
                    </a:cubicBezTo>
                    <a:cubicBezTo>
                      <a:pt x="92" y="665"/>
                      <a:pt x="0" y="1054"/>
                      <a:pt x="92" y="1408"/>
                    </a:cubicBezTo>
                    <a:cubicBezTo>
                      <a:pt x="120" y="1642"/>
                      <a:pt x="205" y="2024"/>
                      <a:pt x="474" y="2144"/>
                    </a:cubicBezTo>
                    <a:cubicBezTo>
                      <a:pt x="511" y="2158"/>
                      <a:pt x="546" y="2165"/>
                      <a:pt x="578" y="2165"/>
                    </a:cubicBezTo>
                    <a:cubicBezTo>
                      <a:pt x="674" y="2165"/>
                      <a:pt x="745" y="2100"/>
                      <a:pt x="771" y="1967"/>
                    </a:cubicBezTo>
                    <a:cubicBezTo>
                      <a:pt x="800" y="1790"/>
                      <a:pt x="771" y="1585"/>
                      <a:pt x="771" y="1373"/>
                    </a:cubicBezTo>
                    <a:cubicBezTo>
                      <a:pt x="771" y="1345"/>
                      <a:pt x="771" y="1345"/>
                      <a:pt x="800" y="1316"/>
                    </a:cubicBezTo>
                    <a:cubicBezTo>
                      <a:pt x="828" y="1288"/>
                      <a:pt x="856" y="1288"/>
                      <a:pt x="884" y="1288"/>
                    </a:cubicBezTo>
                    <a:cubicBezTo>
                      <a:pt x="1330" y="1231"/>
                      <a:pt x="1684" y="1019"/>
                      <a:pt x="2038" y="757"/>
                    </a:cubicBezTo>
                    <a:cubicBezTo>
                      <a:pt x="2122" y="842"/>
                      <a:pt x="2214" y="906"/>
                      <a:pt x="2328" y="934"/>
                    </a:cubicBezTo>
                    <a:cubicBezTo>
                      <a:pt x="2391" y="934"/>
                      <a:pt x="2476" y="934"/>
                      <a:pt x="2540" y="906"/>
                    </a:cubicBezTo>
                    <a:cubicBezTo>
                      <a:pt x="2625" y="878"/>
                      <a:pt x="2653" y="814"/>
                      <a:pt x="2625" y="729"/>
                    </a:cubicBezTo>
                    <a:cubicBezTo>
                      <a:pt x="2625" y="665"/>
                      <a:pt x="2596" y="609"/>
                      <a:pt x="2540" y="552"/>
                    </a:cubicBezTo>
                    <a:cubicBezTo>
                      <a:pt x="2448" y="404"/>
                      <a:pt x="2328" y="312"/>
                      <a:pt x="2214" y="227"/>
                    </a:cubicBezTo>
                    <a:cubicBezTo>
                      <a:pt x="2009" y="106"/>
                      <a:pt x="1769" y="50"/>
                      <a:pt x="1507" y="22"/>
                    </a:cubicBezTo>
                    <a:cubicBezTo>
                      <a:pt x="1419" y="7"/>
                      <a:pt x="1323" y="0"/>
                      <a:pt x="12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40"/>
              <p:cNvSpPr/>
              <p:nvPr/>
            </p:nvSpPr>
            <p:spPr>
              <a:xfrm>
                <a:off x="3574125" y="3667876"/>
                <a:ext cx="29450" cy="30586"/>
              </a:xfrm>
              <a:custGeom>
                <a:avLst/>
                <a:gdLst/>
                <a:ahLst/>
                <a:cxnLst/>
                <a:rect l="l" t="t" r="r" b="b"/>
                <a:pathLst>
                  <a:path w="830" h="862" extrusionOk="0">
                    <a:moveTo>
                      <a:pt x="435" y="1"/>
                    </a:moveTo>
                    <a:cubicBezTo>
                      <a:pt x="73" y="1"/>
                      <a:pt x="0" y="551"/>
                      <a:pt x="242" y="787"/>
                    </a:cubicBezTo>
                    <a:cubicBezTo>
                      <a:pt x="290" y="837"/>
                      <a:pt x="349" y="862"/>
                      <a:pt x="410" y="862"/>
                    </a:cubicBezTo>
                    <a:cubicBezTo>
                      <a:pt x="494" y="862"/>
                      <a:pt x="583" y="816"/>
                      <a:pt x="652" y="730"/>
                    </a:cubicBezTo>
                    <a:lnTo>
                      <a:pt x="829" y="284"/>
                    </a:lnTo>
                    <a:cubicBezTo>
                      <a:pt x="744" y="171"/>
                      <a:pt x="681" y="51"/>
                      <a:pt x="567" y="23"/>
                    </a:cubicBezTo>
                    <a:cubicBezTo>
                      <a:pt x="520" y="8"/>
                      <a:pt x="476" y="1"/>
                      <a:pt x="435" y="1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40"/>
              <p:cNvSpPr/>
              <p:nvPr/>
            </p:nvSpPr>
            <p:spPr>
              <a:xfrm>
                <a:off x="3507384" y="4019214"/>
                <a:ext cx="479972" cy="645249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18185" extrusionOk="0">
                    <a:moveTo>
                      <a:pt x="2992" y="0"/>
                    </a:moveTo>
                    <a:cubicBezTo>
                      <a:pt x="2859" y="0"/>
                      <a:pt x="2725" y="8"/>
                      <a:pt x="2590" y="25"/>
                    </a:cubicBezTo>
                    <a:cubicBezTo>
                      <a:pt x="2003" y="81"/>
                      <a:pt x="1147" y="407"/>
                      <a:pt x="885" y="994"/>
                    </a:cubicBezTo>
                    <a:cubicBezTo>
                      <a:pt x="588" y="1673"/>
                      <a:pt x="383" y="2501"/>
                      <a:pt x="262" y="3237"/>
                    </a:cubicBezTo>
                    <a:cubicBezTo>
                      <a:pt x="29" y="4800"/>
                      <a:pt x="57" y="6300"/>
                      <a:pt x="86" y="7891"/>
                    </a:cubicBezTo>
                    <a:cubicBezTo>
                      <a:pt x="149" y="9342"/>
                      <a:pt x="1" y="11167"/>
                      <a:pt x="29" y="12638"/>
                    </a:cubicBezTo>
                    <a:cubicBezTo>
                      <a:pt x="57" y="14612"/>
                      <a:pt x="57" y="16147"/>
                      <a:pt x="206" y="18008"/>
                    </a:cubicBezTo>
                    <a:cubicBezTo>
                      <a:pt x="234" y="18093"/>
                      <a:pt x="765" y="18149"/>
                      <a:pt x="857" y="18149"/>
                    </a:cubicBezTo>
                    <a:cubicBezTo>
                      <a:pt x="1052" y="18164"/>
                      <a:pt x="1248" y="18169"/>
                      <a:pt x="1443" y="18169"/>
                    </a:cubicBezTo>
                    <a:cubicBezTo>
                      <a:pt x="1842" y="18169"/>
                      <a:pt x="2240" y="18149"/>
                      <a:pt x="2634" y="18149"/>
                    </a:cubicBezTo>
                    <a:cubicBezTo>
                      <a:pt x="2888" y="18149"/>
                      <a:pt x="3140" y="18157"/>
                      <a:pt x="3389" y="18185"/>
                    </a:cubicBezTo>
                    <a:cubicBezTo>
                      <a:pt x="3418" y="16324"/>
                      <a:pt x="3474" y="14471"/>
                      <a:pt x="3510" y="12610"/>
                    </a:cubicBezTo>
                    <a:cubicBezTo>
                      <a:pt x="3538" y="11315"/>
                      <a:pt x="3538" y="9985"/>
                      <a:pt x="3715" y="8691"/>
                    </a:cubicBezTo>
                    <a:cubicBezTo>
                      <a:pt x="3828" y="7573"/>
                      <a:pt x="3920" y="6448"/>
                      <a:pt x="4005" y="5359"/>
                    </a:cubicBezTo>
                    <a:cubicBezTo>
                      <a:pt x="4005" y="5154"/>
                      <a:pt x="3976" y="4885"/>
                      <a:pt x="4040" y="4708"/>
                    </a:cubicBezTo>
                    <a:cubicBezTo>
                      <a:pt x="4066" y="4590"/>
                      <a:pt x="4151" y="4556"/>
                      <a:pt x="4259" y="4556"/>
                    </a:cubicBezTo>
                    <a:cubicBezTo>
                      <a:pt x="4391" y="4556"/>
                      <a:pt x="4555" y="4608"/>
                      <a:pt x="4684" y="4623"/>
                    </a:cubicBezTo>
                    <a:cubicBezTo>
                      <a:pt x="5214" y="4743"/>
                      <a:pt x="5717" y="4920"/>
                      <a:pt x="6219" y="5062"/>
                    </a:cubicBezTo>
                    <a:cubicBezTo>
                      <a:pt x="7400" y="5479"/>
                      <a:pt x="8667" y="5805"/>
                      <a:pt x="9905" y="5946"/>
                    </a:cubicBezTo>
                    <a:cubicBezTo>
                      <a:pt x="9876" y="6010"/>
                      <a:pt x="9841" y="6066"/>
                      <a:pt x="9841" y="6123"/>
                    </a:cubicBezTo>
                    <a:lnTo>
                      <a:pt x="9841" y="6215"/>
                    </a:lnTo>
                    <a:cubicBezTo>
                      <a:pt x="9905" y="7043"/>
                      <a:pt x="9933" y="7835"/>
                      <a:pt x="9961" y="8663"/>
                    </a:cubicBezTo>
                    <a:cubicBezTo>
                      <a:pt x="9961" y="8896"/>
                      <a:pt x="10195" y="10757"/>
                      <a:pt x="10195" y="11344"/>
                    </a:cubicBezTo>
                    <a:cubicBezTo>
                      <a:pt x="10195" y="11429"/>
                      <a:pt x="10287" y="11492"/>
                      <a:pt x="10372" y="11492"/>
                    </a:cubicBezTo>
                    <a:cubicBezTo>
                      <a:pt x="10496" y="11454"/>
                      <a:pt x="10647" y="11443"/>
                      <a:pt x="10801" y="11443"/>
                    </a:cubicBezTo>
                    <a:cubicBezTo>
                      <a:pt x="11015" y="11443"/>
                      <a:pt x="11236" y="11464"/>
                      <a:pt x="11405" y="11464"/>
                    </a:cubicBezTo>
                    <a:cubicBezTo>
                      <a:pt x="11935" y="11429"/>
                      <a:pt x="12466" y="11400"/>
                      <a:pt x="12996" y="11344"/>
                    </a:cubicBezTo>
                    <a:cubicBezTo>
                      <a:pt x="13060" y="11344"/>
                      <a:pt x="13117" y="11315"/>
                      <a:pt x="13145" y="11287"/>
                    </a:cubicBezTo>
                    <a:cubicBezTo>
                      <a:pt x="13201" y="11252"/>
                      <a:pt x="13201" y="11195"/>
                      <a:pt x="13201" y="11139"/>
                    </a:cubicBezTo>
                    <a:cubicBezTo>
                      <a:pt x="13527" y="9221"/>
                      <a:pt x="13499" y="7425"/>
                      <a:pt x="13350" y="5451"/>
                    </a:cubicBezTo>
                    <a:cubicBezTo>
                      <a:pt x="13293" y="4651"/>
                      <a:pt x="13378" y="3442"/>
                      <a:pt x="12586" y="3003"/>
                    </a:cubicBezTo>
                    <a:cubicBezTo>
                      <a:pt x="11645" y="2409"/>
                      <a:pt x="10315" y="2267"/>
                      <a:pt x="9226" y="1998"/>
                    </a:cubicBezTo>
                    <a:cubicBezTo>
                      <a:pt x="8370" y="1765"/>
                      <a:pt x="7514" y="1560"/>
                      <a:pt x="6693" y="1234"/>
                    </a:cubicBezTo>
                    <a:cubicBezTo>
                      <a:pt x="6014" y="966"/>
                      <a:pt x="5391" y="640"/>
                      <a:pt x="4712" y="378"/>
                    </a:cubicBezTo>
                    <a:cubicBezTo>
                      <a:pt x="4162" y="159"/>
                      <a:pt x="3589" y="0"/>
                      <a:pt x="299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40"/>
              <p:cNvSpPr/>
              <p:nvPr/>
            </p:nvSpPr>
            <p:spPr>
              <a:xfrm>
                <a:off x="3470732" y="3752251"/>
                <a:ext cx="313807" cy="326404"/>
              </a:xfrm>
              <a:custGeom>
                <a:avLst/>
                <a:gdLst/>
                <a:ahLst/>
                <a:cxnLst/>
                <a:rect l="l" t="t" r="r" b="b"/>
                <a:pathLst>
                  <a:path w="8844" h="9199" extrusionOk="0">
                    <a:moveTo>
                      <a:pt x="3418" y="0"/>
                    </a:moveTo>
                    <a:cubicBezTo>
                      <a:pt x="3036" y="121"/>
                      <a:pt x="2654" y="92"/>
                      <a:pt x="2243" y="149"/>
                    </a:cubicBezTo>
                    <a:cubicBezTo>
                      <a:pt x="1975" y="177"/>
                      <a:pt x="1741" y="269"/>
                      <a:pt x="1444" y="298"/>
                    </a:cubicBezTo>
                    <a:cubicBezTo>
                      <a:pt x="913" y="418"/>
                      <a:pt x="439" y="800"/>
                      <a:pt x="206" y="1302"/>
                    </a:cubicBezTo>
                    <a:cubicBezTo>
                      <a:pt x="86" y="1536"/>
                      <a:pt x="1" y="1769"/>
                      <a:pt x="1" y="2038"/>
                    </a:cubicBezTo>
                    <a:cubicBezTo>
                      <a:pt x="1" y="2243"/>
                      <a:pt x="29" y="2476"/>
                      <a:pt x="57" y="2682"/>
                    </a:cubicBezTo>
                    <a:cubicBezTo>
                      <a:pt x="178" y="3453"/>
                      <a:pt x="206" y="4309"/>
                      <a:pt x="503" y="5016"/>
                    </a:cubicBezTo>
                    <a:cubicBezTo>
                      <a:pt x="616" y="5334"/>
                      <a:pt x="828" y="5632"/>
                      <a:pt x="1034" y="5929"/>
                    </a:cubicBezTo>
                    <a:cubicBezTo>
                      <a:pt x="1119" y="6077"/>
                      <a:pt x="1211" y="6219"/>
                      <a:pt x="1324" y="6339"/>
                    </a:cubicBezTo>
                    <a:cubicBezTo>
                      <a:pt x="1383" y="6366"/>
                      <a:pt x="1567" y="6547"/>
                      <a:pt x="1636" y="6547"/>
                    </a:cubicBezTo>
                    <a:cubicBezTo>
                      <a:pt x="1641" y="6547"/>
                      <a:pt x="1645" y="6546"/>
                      <a:pt x="1649" y="6544"/>
                    </a:cubicBezTo>
                    <a:lnTo>
                      <a:pt x="1677" y="6544"/>
                    </a:lnTo>
                    <a:cubicBezTo>
                      <a:pt x="1621" y="6898"/>
                      <a:pt x="1593" y="7315"/>
                      <a:pt x="1501" y="7697"/>
                    </a:cubicBezTo>
                    <a:cubicBezTo>
                      <a:pt x="1472" y="7931"/>
                      <a:pt x="1324" y="8284"/>
                      <a:pt x="1472" y="8518"/>
                    </a:cubicBezTo>
                    <a:cubicBezTo>
                      <a:pt x="1593" y="8730"/>
                      <a:pt x="1946" y="8787"/>
                      <a:pt x="2151" y="8815"/>
                    </a:cubicBezTo>
                    <a:cubicBezTo>
                      <a:pt x="2774" y="8935"/>
                      <a:pt x="3389" y="8992"/>
                      <a:pt x="4040" y="9084"/>
                    </a:cubicBezTo>
                    <a:cubicBezTo>
                      <a:pt x="4571" y="9140"/>
                      <a:pt x="5116" y="9199"/>
                      <a:pt x="5657" y="9199"/>
                    </a:cubicBezTo>
                    <a:cubicBezTo>
                      <a:pt x="6198" y="9199"/>
                      <a:pt x="6736" y="9140"/>
                      <a:pt x="7252" y="8964"/>
                    </a:cubicBezTo>
                    <a:cubicBezTo>
                      <a:pt x="7401" y="8907"/>
                      <a:pt x="7577" y="8843"/>
                      <a:pt x="7691" y="8730"/>
                    </a:cubicBezTo>
                    <a:cubicBezTo>
                      <a:pt x="7988" y="8433"/>
                      <a:pt x="7811" y="7697"/>
                      <a:pt x="7811" y="7315"/>
                    </a:cubicBezTo>
                    <a:cubicBezTo>
                      <a:pt x="7811" y="7223"/>
                      <a:pt x="7811" y="6693"/>
                      <a:pt x="7662" y="6693"/>
                    </a:cubicBezTo>
                    <a:cubicBezTo>
                      <a:pt x="7811" y="6693"/>
                      <a:pt x="7959" y="6664"/>
                      <a:pt x="8080" y="6608"/>
                    </a:cubicBezTo>
                    <a:cubicBezTo>
                      <a:pt x="8341" y="6431"/>
                      <a:pt x="8490" y="6106"/>
                      <a:pt x="8575" y="5780"/>
                    </a:cubicBezTo>
                    <a:cubicBezTo>
                      <a:pt x="8723" y="5306"/>
                      <a:pt x="8844" y="4776"/>
                      <a:pt x="8815" y="4273"/>
                    </a:cubicBezTo>
                    <a:cubicBezTo>
                      <a:pt x="8787" y="3920"/>
                      <a:pt x="8723" y="3601"/>
                      <a:pt x="8639" y="3276"/>
                    </a:cubicBezTo>
                    <a:cubicBezTo>
                      <a:pt x="8490" y="2653"/>
                      <a:pt x="8221" y="2094"/>
                      <a:pt x="7959" y="1564"/>
                    </a:cubicBezTo>
                    <a:cubicBezTo>
                      <a:pt x="7867" y="1387"/>
                      <a:pt x="7783" y="1210"/>
                      <a:pt x="7662" y="1062"/>
                    </a:cubicBezTo>
                    <a:cubicBezTo>
                      <a:pt x="7309" y="595"/>
                      <a:pt x="6870" y="241"/>
                      <a:pt x="6276" y="149"/>
                    </a:cubicBezTo>
                    <a:cubicBezTo>
                      <a:pt x="5894" y="92"/>
                      <a:pt x="5483" y="121"/>
                      <a:pt x="5101" y="29"/>
                    </a:cubicBezTo>
                    <a:cubicBezTo>
                      <a:pt x="5073" y="418"/>
                      <a:pt x="4719" y="708"/>
                      <a:pt x="4366" y="708"/>
                    </a:cubicBezTo>
                    <a:cubicBezTo>
                      <a:pt x="4012" y="708"/>
                      <a:pt x="3623" y="651"/>
                      <a:pt x="3481" y="326"/>
                    </a:cubicBezTo>
                    <a:cubicBezTo>
                      <a:pt x="3446" y="241"/>
                      <a:pt x="3418" y="121"/>
                      <a:pt x="34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0"/>
              <p:cNvSpPr/>
              <p:nvPr/>
            </p:nvSpPr>
            <p:spPr>
              <a:xfrm>
                <a:off x="3514658" y="3905638"/>
                <a:ext cx="168471" cy="85123"/>
              </a:xfrm>
              <a:custGeom>
                <a:avLst/>
                <a:gdLst/>
                <a:ahLst/>
                <a:cxnLst/>
                <a:rect l="l" t="t" r="r" b="b"/>
                <a:pathLst>
                  <a:path w="4748" h="2399" extrusionOk="0">
                    <a:moveTo>
                      <a:pt x="2468" y="0"/>
                    </a:moveTo>
                    <a:cubicBezTo>
                      <a:pt x="2068" y="0"/>
                      <a:pt x="1674" y="36"/>
                      <a:pt x="1295" y="163"/>
                    </a:cubicBezTo>
                    <a:cubicBezTo>
                      <a:pt x="652" y="396"/>
                      <a:pt x="29" y="955"/>
                      <a:pt x="29" y="1662"/>
                    </a:cubicBezTo>
                    <a:cubicBezTo>
                      <a:pt x="1" y="2313"/>
                      <a:pt x="737" y="2398"/>
                      <a:pt x="1211" y="2398"/>
                    </a:cubicBezTo>
                    <a:cubicBezTo>
                      <a:pt x="1593" y="2370"/>
                      <a:pt x="2003" y="2285"/>
                      <a:pt x="2385" y="2193"/>
                    </a:cubicBezTo>
                    <a:cubicBezTo>
                      <a:pt x="3064" y="2016"/>
                      <a:pt x="3771" y="1839"/>
                      <a:pt x="4479" y="1634"/>
                    </a:cubicBezTo>
                    <a:cubicBezTo>
                      <a:pt x="4571" y="1634"/>
                      <a:pt x="4656" y="1606"/>
                      <a:pt x="4748" y="1577"/>
                    </a:cubicBezTo>
                    <a:cubicBezTo>
                      <a:pt x="4479" y="1365"/>
                      <a:pt x="4245" y="1132"/>
                      <a:pt x="4012" y="927"/>
                    </a:cubicBezTo>
                    <a:cubicBezTo>
                      <a:pt x="3835" y="750"/>
                      <a:pt x="3623" y="601"/>
                      <a:pt x="3446" y="424"/>
                    </a:cubicBezTo>
                    <a:cubicBezTo>
                      <a:pt x="3305" y="247"/>
                      <a:pt x="3156" y="99"/>
                      <a:pt x="2951" y="14"/>
                    </a:cubicBezTo>
                    <a:cubicBezTo>
                      <a:pt x="2789" y="6"/>
                      <a:pt x="2628" y="0"/>
                      <a:pt x="2468" y="0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0"/>
              <p:cNvSpPr/>
              <p:nvPr/>
            </p:nvSpPr>
            <p:spPr>
              <a:xfrm>
                <a:off x="3625609" y="3907128"/>
                <a:ext cx="169464" cy="78878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2223" extrusionOk="0">
                    <a:moveTo>
                      <a:pt x="1" y="0"/>
                    </a:moveTo>
                    <a:cubicBezTo>
                      <a:pt x="114" y="85"/>
                      <a:pt x="206" y="177"/>
                      <a:pt x="291" y="262"/>
                    </a:cubicBezTo>
                    <a:cubicBezTo>
                      <a:pt x="468" y="439"/>
                      <a:pt x="644" y="616"/>
                      <a:pt x="850" y="793"/>
                    </a:cubicBezTo>
                    <a:cubicBezTo>
                      <a:pt x="1147" y="1061"/>
                      <a:pt x="1444" y="1323"/>
                      <a:pt x="1734" y="1592"/>
                    </a:cubicBezTo>
                    <a:cubicBezTo>
                      <a:pt x="2088" y="1535"/>
                      <a:pt x="2441" y="1443"/>
                      <a:pt x="2767" y="1387"/>
                    </a:cubicBezTo>
                    <a:cubicBezTo>
                      <a:pt x="2964" y="1348"/>
                      <a:pt x="3161" y="1323"/>
                      <a:pt x="3338" y="1323"/>
                    </a:cubicBezTo>
                    <a:cubicBezTo>
                      <a:pt x="3453" y="1323"/>
                      <a:pt x="3559" y="1333"/>
                      <a:pt x="3651" y="1359"/>
                    </a:cubicBezTo>
                    <a:cubicBezTo>
                      <a:pt x="3828" y="1415"/>
                      <a:pt x="3976" y="1500"/>
                      <a:pt x="4068" y="1649"/>
                    </a:cubicBezTo>
                    <a:cubicBezTo>
                      <a:pt x="4125" y="1712"/>
                      <a:pt x="4182" y="1769"/>
                      <a:pt x="4182" y="1825"/>
                    </a:cubicBezTo>
                    <a:cubicBezTo>
                      <a:pt x="4210" y="1946"/>
                      <a:pt x="4153" y="2066"/>
                      <a:pt x="4125" y="2151"/>
                    </a:cubicBezTo>
                    <a:cubicBezTo>
                      <a:pt x="4125" y="2179"/>
                      <a:pt x="4125" y="2179"/>
                      <a:pt x="4153" y="2179"/>
                    </a:cubicBezTo>
                    <a:cubicBezTo>
                      <a:pt x="4153" y="2199"/>
                      <a:pt x="4167" y="2222"/>
                      <a:pt x="4185" y="2222"/>
                    </a:cubicBezTo>
                    <a:cubicBezTo>
                      <a:pt x="4193" y="2222"/>
                      <a:pt x="4201" y="2218"/>
                      <a:pt x="4210" y="2207"/>
                    </a:cubicBezTo>
                    <a:cubicBezTo>
                      <a:pt x="4468" y="2207"/>
                      <a:pt x="4572" y="1876"/>
                      <a:pt x="4571" y="1636"/>
                    </a:cubicBezTo>
                    <a:lnTo>
                      <a:pt x="4571" y="1636"/>
                    </a:lnTo>
                    <a:cubicBezTo>
                      <a:pt x="4583" y="1728"/>
                      <a:pt x="4607" y="1830"/>
                      <a:pt x="4627" y="1917"/>
                    </a:cubicBezTo>
                    <a:cubicBezTo>
                      <a:pt x="4627" y="1974"/>
                      <a:pt x="4564" y="2151"/>
                      <a:pt x="4627" y="2179"/>
                    </a:cubicBezTo>
                    <a:cubicBezTo>
                      <a:pt x="4636" y="2187"/>
                      <a:pt x="4644" y="2191"/>
                      <a:pt x="4651" y="2191"/>
                    </a:cubicBezTo>
                    <a:cubicBezTo>
                      <a:pt x="4670" y="2191"/>
                      <a:pt x="4684" y="2171"/>
                      <a:pt x="4684" y="2151"/>
                    </a:cubicBezTo>
                    <a:cubicBezTo>
                      <a:pt x="4776" y="2031"/>
                      <a:pt x="4776" y="1854"/>
                      <a:pt x="4776" y="1741"/>
                    </a:cubicBezTo>
                    <a:cubicBezTo>
                      <a:pt x="4776" y="1323"/>
                      <a:pt x="4656" y="941"/>
                      <a:pt x="4422" y="651"/>
                    </a:cubicBezTo>
                    <a:cubicBezTo>
                      <a:pt x="4182" y="382"/>
                      <a:pt x="3856" y="177"/>
                      <a:pt x="3502" y="149"/>
                    </a:cubicBezTo>
                    <a:cubicBezTo>
                      <a:pt x="3309" y="126"/>
                      <a:pt x="3112" y="119"/>
                      <a:pt x="2913" y="119"/>
                    </a:cubicBezTo>
                    <a:cubicBezTo>
                      <a:pt x="2676" y="119"/>
                      <a:pt x="2436" y="128"/>
                      <a:pt x="2194" y="128"/>
                    </a:cubicBezTo>
                    <a:cubicBezTo>
                      <a:pt x="2081" y="128"/>
                      <a:pt x="1968" y="126"/>
                      <a:pt x="1854" y="121"/>
                    </a:cubicBezTo>
                    <a:cubicBezTo>
                      <a:pt x="1239" y="57"/>
                      <a:pt x="616" y="29"/>
                      <a:pt x="1" y="0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0"/>
              <p:cNvSpPr/>
              <p:nvPr/>
            </p:nvSpPr>
            <p:spPr>
              <a:xfrm>
                <a:off x="3781231" y="3945767"/>
                <a:ext cx="7593" cy="1987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560" extrusionOk="0">
                    <a:moveTo>
                      <a:pt x="1" y="1"/>
                    </a:moveTo>
                    <a:cubicBezTo>
                      <a:pt x="1" y="29"/>
                      <a:pt x="36" y="57"/>
                      <a:pt x="36" y="93"/>
                    </a:cubicBezTo>
                    <a:cubicBezTo>
                      <a:pt x="64" y="121"/>
                      <a:pt x="93" y="149"/>
                      <a:pt x="93" y="206"/>
                    </a:cubicBezTo>
                    <a:lnTo>
                      <a:pt x="93" y="270"/>
                    </a:lnTo>
                    <a:cubicBezTo>
                      <a:pt x="121" y="354"/>
                      <a:pt x="149" y="446"/>
                      <a:pt x="149" y="560"/>
                    </a:cubicBezTo>
                    <a:lnTo>
                      <a:pt x="213" y="560"/>
                    </a:lnTo>
                    <a:cubicBezTo>
                      <a:pt x="213" y="446"/>
                      <a:pt x="178" y="354"/>
                      <a:pt x="149" y="234"/>
                    </a:cubicBezTo>
                    <a:lnTo>
                      <a:pt x="149" y="178"/>
                    </a:lnTo>
                    <a:cubicBezTo>
                      <a:pt x="121" y="121"/>
                      <a:pt x="121" y="93"/>
                      <a:pt x="93" y="57"/>
                    </a:cubicBezTo>
                    <a:cubicBezTo>
                      <a:pt x="64" y="29"/>
                      <a:pt x="64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0"/>
              <p:cNvSpPr/>
              <p:nvPr/>
            </p:nvSpPr>
            <p:spPr>
              <a:xfrm>
                <a:off x="3774951" y="3946796"/>
                <a:ext cx="8587" cy="3991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1125" extrusionOk="0">
                    <a:moveTo>
                      <a:pt x="65" y="0"/>
                    </a:moveTo>
                    <a:lnTo>
                      <a:pt x="1" y="28"/>
                    </a:lnTo>
                    <a:cubicBezTo>
                      <a:pt x="1" y="64"/>
                      <a:pt x="36" y="92"/>
                      <a:pt x="36" y="120"/>
                    </a:cubicBezTo>
                    <a:cubicBezTo>
                      <a:pt x="65" y="149"/>
                      <a:pt x="65" y="177"/>
                      <a:pt x="93" y="241"/>
                    </a:cubicBezTo>
                    <a:cubicBezTo>
                      <a:pt x="178" y="531"/>
                      <a:pt x="149" y="828"/>
                      <a:pt x="1" y="1089"/>
                    </a:cubicBezTo>
                    <a:lnTo>
                      <a:pt x="36" y="1125"/>
                    </a:lnTo>
                    <a:cubicBezTo>
                      <a:pt x="213" y="856"/>
                      <a:pt x="241" y="531"/>
                      <a:pt x="149" y="241"/>
                    </a:cubicBezTo>
                    <a:cubicBezTo>
                      <a:pt x="121" y="177"/>
                      <a:pt x="121" y="120"/>
                      <a:pt x="93" y="92"/>
                    </a:cubicBezTo>
                    <a:cubicBezTo>
                      <a:pt x="93" y="64"/>
                      <a:pt x="65" y="28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0"/>
              <p:cNvSpPr/>
              <p:nvPr/>
            </p:nvSpPr>
            <p:spPr>
              <a:xfrm>
                <a:off x="3528212" y="3890948"/>
                <a:ext cx="252068" cy="102509"/>
              </a:xfrm>
              <a:custGeom>
                <a:avLst/>
                <a:gdLst/>
                <a:ahLst/>
                <a:cxnLst/>
                <a:rect l="l" t="t" r="r" b="b"/>
                <a:pathLst>
                  <a:path w="7104" h="2889" extrusionOk="0">
                    <a:moveTo>
                      <a:pt x="1566" y="0"/>
                    </a:moveTo>
                    <a:cubicBezTo>
                      <a:pt x="1198" y="0"/>
                      <a:pt x="836" y="69"/>
                      <a:pt x="503" y="251"/>
                    </a:cubicBezTo>
                    <a:cubicBezTo>
                      <a:pt x="326" y="336"/>
                      <a:pt x="206" y="456"/>
                      <a:pt x="121" y="605"/>
                    </a:cubicBezTo>
                    <a:cubicBezTo>
                      <a:pt x="57" y="690"/>
                      <a:pt x="29" y="782"/>
                      <a:pt x="1" y="867"/>
                    </a:cubicBezTo>
                    <a:lnTo>
                      <a:pt x="1" y="1072"/>
                    </a:lnTo>
                    <a:lnTo>
                      <a:pt x="1" y="1192"/>
                    </a:lnTo>
                    <a:cubicBezTo>
                      <a:pt x="121" y="1107"/>
                      <a:pt x="178" y="1015"/>
                      <a:pt x="298" y="959"/>
                    </a:cubicBezTo>
                    <a:cubicBezTo>
                      <a:pt x="475" y="867"/>
                      <a:pt x="623" y="782"/>
                      <a:pt x="800" y="690"/>
                    </a:cubicBezTo>
                    <a:lnTo>
                      <a:pt x="885" y="690"/>
                    </a:lnTo>
                    <a:cubicBezTo>
                      <a:pt x="1713" y="1072"/>
                      <a:pt x="2569" y="1461"/>
                      <a:pt x="3305" y="1991"/>
                    </a:cubicBezTo>
                    <a:cubicBezTo>
                      <a:pt x="3453" y="2076"/>
                      <a:pt x="3566" y="2168"/>
                      <a:pt x="3715" y="2253"/>
                    </a:cubicBezTo>
                    <a:cubicBezTo>
                      <a:pt x="3771" y="2281"/>
                      <a:pt x="3835" y="2345"/>
                      <a:pt x="3892" y="2373"/>
                    </a:cubicBezTo>
                    <a:cubicBezTo>
                      <a:pt x="4069" y="2487"/>
                      <a:pt x="4274" y="2550"/>
                      <a:pt x="4479" y="2663"/>
                    </a:cubicBezTo>
                    <a:cubicBezTo>
                      <a:pt x="4811" y="2822"/>
                      <a:pt x="5160" y="2888"/>
                      <a:pt x="5511" y="2888"/>
                    </a:cubicBezTo>
                    <a:cubicBezTo>
                      <a:pt x="5817" y="2888"/>
                      <a:pt x="6124" y="2838"/>
                      <a:pt x="6424" y="2755"/>
                    </a:cubicBezTo>
                    <a:cubicBezTo>
                      <a:pt x="7103" y="2579"/>
                      <a:pt x="6955" y="1843"/>
                      <a:pt x="6545" y="1425"/>
                    </a:cubicBezTo>
                    <a:cubicBezTo>
                      <a:pt x="6311" y="1135"/>
                      <a:pt x="5929" y="987"/>
                      <a:pt x="5575" y="838"/>
                    </a:cubicBezTo>
                    <a:cubicBezTo>
                      <a:pt x="4719" y="541"/>
                      <a:pt x="3835" y="456"/>
                      <a:pt x="2979" y="251"/>
                    </a:cubicBezTo>
                    <a:cubicBezTo>
                      <a:pt x="2528" y="115"/>
                      <a:pt x="2042" y="0"/>
                      <a:pt x="1566" y="0"/>
                    </a:cubicBezTo>
                    <a:close/>
                  </a:path>
                </a:pathLst>
              </a:custGeom>
              <a:solidFill>
                <a:srgbClr val="F790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0"/>
              <p:cNvSpPr/>
              <p:nvPr/>
            </p:nvSpPr>
            <p:spPr>
              <a:xfrm>
                <a:off x="3551311" y="3911386"/>
                <a:ext cx="8338" cy="7309"/>
              </a:xfrm>
              <a:custGeom>
                <a:avLst/>
                <a:gdLst/>
                <a:ahLst/>
                <a:cxnLst/>
                <a:rect l="l" t="t" r="r" b="b"/>
                <a:pathLst>
                  <a:path w="235" h="206" extrusionOk="0">
                    <a:moveTo>
                      <a:pt x="1" y="1"/>
                    </a:moveTo>
                    <a:lnTo>
                      <a:pt x="1" y="57"/>
                    </a:lnTo>
                    <a:cubicBezTo>
                      <a:pt x="29" y="85"/>
                      <a:pt x="57" y="85"/>
                      <a:pt x="86" y="114"/>
                    </a:cubicBezTo>
                    <a:cubicBezTo>
                      <a:pt x="149" y="142"/>
                      <a:pt x="178" y="177"/>
                      <a:pt x="234" y="206"/>
                    </a:cubicBezTo>
                    <a:lnTo>
                      <a:pt x="234" y="142"/>
                    </a:lnTo>
                    <a:cubicBezTo>
                      <a:pt x="206" y="114"/>
                      <a:pt x="178" y="114"/>
                      <a:pt x="114" y="85"/>
                    </a:cubicBezTo>
                    <a:cubicBezTo>
                      <a:pt x="86" y="57"/>
                      <a:pt x="57" y="29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0"/>
              <p:cNvSpPr/>
              <p:nvPr/>
            </p:nvSpPr>
            <p:spPr>
              <a:xfrm>
                <a:off x="3522961" y="3966595"/>
                <a:ext cx="7309" cy="10609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99" extrusionOk="0">
                    <a:moveTo>
                      <a:pt x="0" y="1"/>
                    </a:moveTo>
                    <a:cubicBezTo>
                      <a:pt x="0" y="121"/>
                      <a:pt x="92" y="241"/>
                      <a:pt x="205" y="298"/>
                    </a:cubicBezTo>
                    <a:lnTo>
                      <a:pt x="205" y="241"/>
                    </a:lnTo>
                    <a:cubicBezTo>
                      <a:pt x="121" y="213"/>
                      <a:pt x="64" y="12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40"/>
              <p:cNvSpPr/>
              <p:nvPr/>
            </p:nvSpPr>
            <p:spPr>
              <a:xfrm>
                <a:off x="3753130" y="3974152"/>
                <a:ext cx="13590" cy="9296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62" extrusionOk="0">
                    <a:moveTo>
                      <a:pt x="354" y="0"/>
                    </a:moveTo>
                    <a:cubicBezTo>
                      <a:pt x="262" y="85"/>
                      <a:pt x="149" y="177"/>
                      <a:pt x="0" y="205"/>
                    </a:cubicBezTo>
                    <a:lnTo>
                      <a:pt x="0" y="262"/>
                    </a:lnTo>
                    <a:cubicBezTo>
                      <a:pt x="149" y="234"/>
                      <a:pt x="298" y="142"/>
                      <a:pt x="382" y="28"/>
                    </a:cubicBez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40"/>
              <p:cNvSpPr/>
              <p:nvPr/>
            </p:nvSpPr>
            <p:spPr>
              <a:xfrm>
                <a:off x="3740569" y="3983413"/>
                <a:ext cx="8338" cy="3300"/>
              </a:xfrm>
              <a:custGeom>
                <a:avLst/>
                <a:gdLst/>
                <a:ahLst/>
                <a:cxnLst/>
                <a:rect l="l" t="t" r="r" b="b"/>
                <a:pathLst>
                  <a:path w="235" h="93" extrusionOk="0">
                    <a:moveTo>
                      <a:pt x="206" y="1"/>
                    </a:moveTo>
                    <a:lnTo>
                      <a:pt x="1" y="29"/>
                    </a:lnTo>
                    <a:lnTo>
                      <a:pt x="1" y="93"/>
                    </a:lnTo>
                    <a:lnTo>
                      <a:pt x="234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3445647" y="4709330"/>
                <a:ext cx="162191" cy="56524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1593" extrusionOk="0">
                    <a:moveTo>
                      <a:pt x="2682" y="1"/>
                    </a:moveTo>
                    <a:cubicBezTo>
                      <a:pt x="2384" y="206"/>
                      <a:pt x="2066" y="383"/>
                      <a:pt x="1712" y="532"/>
                    </a:cubicBezTo>
                    <a:cubicBezTo>
                      <a:pt x="1444" y="616"/>
                      <a:pt x="1238" y="737"/>
                      <a:pt x="970" y="885"/>
                    </a:cubicBezTo>
                    <a:cubicBezTo>
                      <a:pt x="736" y="998"/>
                      <a:pt x="0" y="1267"/>
                      <a:pt x="616" y="1501"/>
                    </a:cubicBezTo>
                    <a:cubicBezTo>
                      <a:pt x="856" y="1593"/>
                      <a:pt x="1118" y="1593"/>
                      <a:pt x="1359" y="1593"/>
                    </a:cubicBezTo>
                    <a:cubicBezTo>
                      <a:pt x="2094" y="1564"/>
                      <a:pt x="2858" y="1444"/>
                      <a:pt x="3622" y="1388"/>
                    </a:cubicBezTo>
                    <a:lnTo>
                      <a:pt x="3976" y="1388"/>
                    </a:lnTo>
                    <a:cubicBezTo>
                      <a:pt x="4040" y="1352"/>
                      <a:pt x="4125" y="1352"/>
                      <a:pt x="4217" y="1352"/>
                    </a:cubicBezTo>
                    <a:lnTo>
                      <a:pt x="4245" y="1352"/>
                    </a:lnTo>
                    <a:cubicBezTo>
                      <a:pt x="4570" y="1267"/>
                      <a:pt x="4245" y="114"/>
                      <a:pt x="4012" y="114"/>
                    </a:cubicBezTo>
                    <a:cubicBezTo>
                      <a:pt x="3901" y="123"/>
                      <a:pt x="3792" y="127"/>
                      <a:pt x="3682" y="127"/>
                    </a:cubicBezTo>
                    <a:cubicBezTo>
                      <a:pt x="3349" y="127"/>
                      <a:pt x="3017" y="86"/>
                      <a:pt x="26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40"/>
              <p:cNvSpPr/>
              <p:nvPr/>
            </p:nvSpPr>
            <p:spPr>
              <a:xfrm>
                <a:off x="3695650" y="3828572"/>
                <a:ext cx="17848" cy="8161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2300" extrusionOk="0">
                    <a:moveTo>
                      <a:pt x="0" y="0"/>
                    </a:moveTo>
                    <a:cubicBezTo>
                      <a:pt x="234" y="651"/>
                      <a:pt x="382" y="1415"/>
                      <a:pt x="439" y="2299"/>
                    </a:cubicBezTo>
                    <a:lnTo>
                      <a:pt x="503" y="2299"/>
                    </a:lnTo>
                    <a:cubicBezTo>
                      <a:pt x="439" y="1415"/>
                      <a:pt x="290" y="651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0"/>
              <p:cNvSpPr/>
              <p:nvPr/>
            </p:nvSpPr>
            <p:spPr>
              <a:xfrm>
                <a:off x="3544037" y="3828572"/>
                <a:ext cx="13590" cy="65039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33" extrusionOk="0">
                    <a:moveTo>
                      <a:pt x="1" y="0"/>
                    </a:moveTo>
                    <a:lnTo>
                      <a:pt x="319" y="1832"/>
                    </a:lnTo>
                    <a:lnTo>
                      <a:pt x="383" y="1832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3586721" y="3674937"/>
                <a:ext cx="13838" cy="12596"/>
              </a:xfrm>
              <a:custGeom>
                <a:avLst/>
                <a:gdLst/>
                <a:ahLst/>
                <a:cxnLst/>
                <a:rect l="l" t="t" r="r" b="b"/>
                <a:pathLst>
                  <a:path w="390" h="355" extrusionOk="0">
                    <a:moveTo>
                      <a:pt x="0" y="0"/>
                    </a:moveTo>
                    <a:lnTo>
                      <a:pt x="0" y="57"/>
                    </a:lnTo>
                    <a:cubicBezTo>
                      <a:pt x="92" y="57"/>
                      <a:pt x="177" y="85"/>
                      <a:pt x="241" y="149"/>
                    </a:cubicBezTo>
                    <a:cubicBezTo>
                      <a:pt x="297" y="177"/>
                      <a:pt x="326" y="262"/>
                      <a:pt x="326" y="354"/>
                    </a:cubicBezTo>
                    <a:lnTo>
                      <a:pt x="389" y="354"/>
                    </a:lnTo>
                    <a:cubicBezTo>
                      <a:pt x="389" y="262"/>
                      <a:pt x="354" y="149"/>
                      <a:pt x="269" y="85"/>
                    </a:cubicBezTo>
                    <a:cubicBezTo>
                      <a:pt x="212" y="29"/>
                      <a:pt x="92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3925144" y="4127255"/>
                <a:ext cx="51911" cy="52621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1483" extrusionOk="0">
                    <a:moveTo>
                      <a:pt x="709" y="1"/>
                    </a:moveTo>
                    <a:cubicBezTo>
                      <a:pt x="298" y="1"/>
                      <a:pt x="1" y="584"/>
                      <a:pt x="487" y="1168"/>
                    </a:cubicBezTo>
                    <a:cubicBezTo>
                      <a:pt x="630" y="1335"/>
                      <a:pt x="835" y="1483"/>
                      <a:pt x="1047" y="1483"/>
                    </a:cubicBezTo>
                    <a:cubicBezTo>
                      <a:pt x="1096" y="1483"/>
                      <a:pt x="1145" y="1475"/>
                      <a:pt x="1194" y="1458"/>
                    </a:cubicBezTo>
                    <a:cubicBezTo>
                      <a:pt x="1343" y="1401"/>
                      <a:pt x="1427" y="1224"/>
                      <a:pt x="1463" y="1048"/>
                    </a:cubicBezTo>
                    <a:cubicBezTo>
                      <a:pt x="1463" y="871"/>
                      <a:pt x="1399" y="694"/>
                      <a:pt x="1343" y="545"/>
                    </a:cubicBezTo>
                    <a:cubicBezTo>
                      <a:pt x="1162" y="156"/>
                      <a:pt x="920" y="1"/>
                      <a:pt x="7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0"/>
              <p:cNvSpPr/>
              <p:nvPr/>
            </p:nvSpPr>
            <p:spPr>
              <a:xfrm>
                <a:off x="3549040" y="4340074"/>
                <a:ext cx="51982" cy="50917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35" extrusionOk="0">
                    <a:moveTo>
                      <a:pt x="850" y="0"/>
                    </a:moveTo>
                    <a:cubicBezTo>
                      <a:pt x="431" y="0"/>
                      <a:pt x="146" y="485"/>
                      <a:pt x="36" y="829"/>
                    </a:cubicBezTo>
                    <a:cubicBezTo>
                      <a:pt x="36" y="858"/>
                      <a:pt x="1" y="886"/>
                      <a:pt x="1" y="886"/>
                    </a:cubicBezTo>
                    <a:lnTo>
                      <a:pt x="1" y="942"/>
                    </a:lnTo>
                    <a:cubicBezTo>
                      <a:pt x="1" y="1006"/>
                      <a:pt x="36" y="1034"/>
                      <a:pt x="65" y="1091"/>
                    </a:cubicBezTo>
                    <a:cubicBezTo>
                      <a:pt x="150" y="1268"/>
                      <a:pt x="298" y="1388"/>
                      <a:pt x="503" y="1416"/>
                    </a:cubicBezTo>
                    <a:cubicBezTo>
                      <a:pt x="550" y="1429"/>
                      <a:pt x="595" y="1435"/>
                      <a:pt x="639" y="1435"/>
                    </a:cubicBezTo>
                    <a:cubicBezTo>
                      <a:pt x="1127" y="1435"/>
                      <a:pt x="1465" y="727"/>
                      <a:pt x="1303" y="299"/>
                    </a:cubicBezTo>
                    <a:cubicBezTo>
                      <a:pt x="1239" y="150"/>
                      <a:pt x="1062" y="30"/>
                      <a:pt x="885" y="2"/>
                    </a:cubicBezTo>
                    <a:cubicBezTo>
                      <a:pt x="873" y="1"/>
                      <a:pt x="862" y="0"/>
                      <a:pt x="8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0"/>
              <p:cNvSpPr/>
              <p:nvPr/>
            </p:nvSpPr>
            <p:spPr>
              <a:xfrm>
                <a:off x="3973754" y="4462343"/>
                <a:ext cx="36689" cy="23135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652" extrusionOk="0">
                    <a:moveTo>
                      <a:pt x="234" y="1"/>
                    </a:moveTo>
                    <a:cubicBezTo>
                      <a:pt x="149" y="93"/>
                      <a:pt x="93" y="178"/>
                      <a:pt x="57" y="270"/>
                    </a:cubicBezTo>
                    <a:cubicBezTo>
                      <a:pt x="1" y="390"/>
                      <a:pt x="29" y="446"/>
                      <a:pt x="93" y="475"/>
                    </a:cubicBezTo>
                    <a:cubicBezTo>
                      <a:pt x="121" y="489"/>
                      <a:pt x="149" y="496"/>
                      <a:pt x="179" y="496"/>
                    </a:cubicBezTo>
                    <a:cubicBezTo>
                      <a:pt x="208" y="496"/>
                      <a:pt x="238" y="489"/>
                      <a:pt x="270" y="475"/>
                    </a:cubicBezTo>
                    <a:cubicBezTo>
                      <a:pt x="298" y="446"/>
                      <a:pt x="355" y="418"/>
                      <a:pt x="383" y="390"/>
                    </a:cubicBezTo>
                    <a:cubicBezTo>
                      <a:pt x="446" y="326"/>
                      <a:pt x="503" y="270"/>
                      <a:pt x="560" y="241"/>
                    </a:cubicBezTo>
                    <a:lnTo>
                      <a:pt x="560" y="241"/>
                    </a:lnTo>
                    <a:cubicBezTo>
                      <a:pt x="560" y="270"/>
                      <a:pt x="560" y="298"/>
                      <a:pt x="531" y="326"/>
                    </a:cubicBezTo>
                    <a:cubicBezTo>
                      <a:pt x="503" y="390"/>
                      <a:pt x="475" y="446"/>
                      <a:pt x="475" y="503"/>
                    </a:cubicBezTo>
                    <a:cubicBezTo>
                      <a:pt x="475" y="567"/>
                      <a:pt x="475" y="595"/>
                      <a:pt x="503" y="623"/>
                    </a:cubicBezTo>
                    <a:cubicBezTo>
                      <a:pt x="531" y="652"/>
                      <a:pt x="560" y="652"/>
                      <a:pt x="588" y="652"/>
                    </a:cubicBezTo>
                    <a:lnTo>
                      <a:pt x="652" y="652"/>
                    </a:lnTo>
                    <a:cubicBezTo>
                      <a:pt x="680" y="623"/>
                      <a:pt x="708" y="595"/>
                      <a:pt x="737" y="567"/>
                    </a:cubicBezTo>
                    <a:cubicBezTo>
                      <a:pt x="829" y="475"/>
                      <a:pt x="885" y="390"/>
                      <a:pt x="1005" y="355"/>
                    </a:cubicBezTo>
                    <a:cubicBezTo>
                      <a:pt x="1034" y="355"/>
                      <a:pt x="1034" y="326"/>
                      <a:pt x="1034" y="298"/>
                    </a:cubicBezTo>
                    <a:cubicBezTo>
                      <a:pt x="1034" y="270"/>
                      <a:pt x="1005" y="241"/>
                      <a:pt x="977" y="241"/>
                    </a:cubicBezTo>
                    <a:cubicBezTo>
                      <a:pt x="829" y="298"/>
                      <a:pt x="737" y="390"/>
                      <a:pt x="652" y="503"/>
                    </a:cubicBezTo>
                    <a:cubicBezTo>
                      <a:pt x="623" y="503"/>
                      <a:pt x="623" y="531"/>
                      <a:pt x="588" y="531"/>
                    </a:cubicBezTo>
                    <a:lnTo>
                      <a:pt x="588" y="503"/>
                    </a:lnTo>
                    <a:cubicBezTo>
                      <a:pt x="588" y="475"/>
                      <a:pt x="623" y="446"/>
                      <a:pt x="652" y="390"/>
                    </a:cubicBezTo>
                    <a:cubicBezTo>
                      <a:pt x="652" y="355"/>
                      <a:pt x="680" y="326"/>
                      <a:pt x="708" y="270"/>
                    </a:cubicBezTo>
                    <a:cubicBezTo>
                      <a:pt x="708" y="213"/>
                      <a:pt x="680" y="178"/>
                      <a:pt x="652" y="149"/>
                    </a:cubicBezTo>
                    <a:cubicBezTo>
                      <a:pt x="652" y="149"/>
                      <a:pt x="639" y="137"/>
                      <a:pt x="620" y="137"/>
                    </a:cubicBezTo>
                    <a:cubicBezTo>
                      <a:pt x="611" y="137"/>
                      <a:pt x="600" y="140"/>
                      <a:pt x="588" y="149"/>
                    </a:cubicBezTo>
                    <a:cubicBezTo>
                      <a:pt x="475" y="149"/>
                      <a:pt x="383" y="213"/>
                      <a:pt x="298" y="298"/>
                    </a:cubicBezTo>
                    <a:cubicBezTo>
                      <a:pt x="270" y="326"/>
                      <a:pt x="234" y="355"/>
                      <a:pt x="206" y="355"/>
                    </a:cubicBezTo>
                    <a:cubicBezTo>
                      <a:pt x="178" y="390"/>
                      <a:pt x="149" y="390"/>
                      <a:pt x="149" y="390"/>
                    </a:cubicBezTo>
                    <a:lnTo>
                      <a:pt x="149" y="326"/>
                    </a:lnTo>
                    <a:cubicBezTo>
                      <a:pt x="178" y="241"/>
                      <a:pt x="234" y="149"/>
                      <a:pt x="298" y="93"/>
                    </a:cubicBezTo>
                    <a:cubicBezTo>
                      <a:pt x="326" y="93"/>
                      <a:pt x="326" y="36"/>
                      <a:pt x="2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0"/>
              <p:cNvSpPr/>
              <p:nvPr/>
            </p:nvSpPr>
            <p:spPr>
              <a:xfrm>
                <a:off x="3485315" y="4717455"/>
                <a:ext cx="35660" cy="25299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713" extrusionOk="0">
                    <a:moveTo>
                      <a:pt x="787" y="1"/>
                    </a:moveTo>
                    <a:cubicBezTo>
                      <a:pt x="768" y="1"/>
                      <a:pt x="750" y="5"/>
                      <a:pt x="736" y="5"/>
                    </a:cubicBezTo>
                    <a:cubicBezTo>
                      <a:pt x="651" y="62"/>
                      <a:pt x="651" y="211"/>
                      <a:pt x="679" y="274"/>
                    </a:cubicBezTo>
                    <a:lnTo>
                      <a:pt x="679" y="303"/>
                    </a:lnTo>
                    <a:cubicBezTo>
                      <a:pt x="708" y="303"/>
                      <a:pt x="708" y="331"/>
                      <a:pt x="708" y="359"/>
                    </a:cubicBezTo>
                    <a:lnTo>
                      <a:pt x="708" y="387"/>
                    </a:lnTo>
                    <a:cubicBezTo>
                      <a:pt x="708" y="387"/>
                      <a:pt x="679" y="387"/>
                      <a:pt x="623" y="359"/>
                    </a:cubicBezTo>
                    <a:cubicBezTo>
                      <a:pt x="594" y="331"/>
                      <a:pt x="594" y="331"/>
                      <a:pt x="559" y="303"/>
                    </a:cubicBezTo>
                    <a:lnTo>
                      <a:pt x="531" y="274"/>
                    </a:lnTo>
                    <a:cubicBezTo>
                      <a:pt x="531" y="239"/>
                      <a:pt x="502" y="211"/>
                      <a:pt x="474" y="211"/>
                    </a:cubicBezTo>
                    <a:cubicBezTo>
                      <a:pt x="441" y="177"/>
                      <a:pt x="405" y="164"/>
                      <a:pt x="376" y="164"/>
                    </a:cubicBezTo>
                    <a:cubicBezTo>
                      <a:pt x="355" y="164"/>
                      <a:pt x="337" y="171"/>
                      <a:pt x="326" y="182"/>
                    </a:cubicBezTo>
                    <a:cubicBezTo>
                      <a:pt x="241" y="211"/>
                      <a:pt x="205" y="303"/>
                      <a:pt x="241" y="359"/>
                    </a:cubicBezTo>
                    <a:cubicBezTo>
                      <a:pt x="241" y="387"/>
                      <a:pt x="241" y="416"/>
                      <a:pt x="269" y="451"/>
                    </a:cubicBezTo>
                    <a:lnTo>
                      <a:pt x="269" y="508"/>
                    </a:lnTo>
                    <a:cubicBezTo>
                      <a:pt x="297" y="536"/>
                      <a:pt x="297" y="564"/>
                      <a:pt x="269" y="593"/>
                    </a:cubicBezTo>
                    <a:cubicBezTo>
                      <a:pt x="269" y="593"/>
                      <a:pt x="241" y="593"/>
                      <a:pt x="205" y="564"/>
                    </a:cubicBezTo>
                    <a:cubicBezTo>
                      <a:pt x="205" y="564"/>
                      <a:pt x="149" y="508"/>
                      <a:pt x="149" y="451"/>
                    </a:cubicBezTo>
                    <a:cubicBezTo>
                      <a:pt x="120" y="451"/>
                      <a:pt x="120" y="416"/>
                      <a:pt x="120" y="416"/>
                    </a:cubicBezTo>
                    <a:cubicBezTo>
                      <a:pt x="106" y="402"/>
                      <a:pt x="92" y="395"/>
                      <a:pt x="77" y="395"/>
                    </a:cubicBezTo>
                    <a:cubicBezTo>
                      <a:pt x="62" y="395"/>
                      <a:pt x="46" y="402"/>
                      <a:pt x="28" y="416"/>
                    </a:cubicBezTo>
                    <a:cubicBezTo>
                      <a:pt x="0" y="416"/>
                      <a:pt x="0" y="451"/>
                      <a:pt x="0" y="479"/>
                    </a:cubicBezTo>
                    <a:cubicBezTo>
                      <a:pt x="28" y="508"/>
                      <a:pt x="28" y="508"/>
                      <a:pt x="28" y="536"/>
                    </a:cubicBezTo>
                    <a:cubicBezTo>
                      <a:pt x="92" y="593"/>
                      <a:pt x="120" y="656"/>
                      <a:pt x="149" y="685"/>
                    </a:cubicBezTo>
                    <a:cubicBezTo>
                      <a:pt x="177" y="685"/>
                      <a:pt x="205" y="713"/>
                      <a:pt x="269" y="713"/>
                    </a:cubicBezTo>
                    <a:cubicBezTo>
                      <a:pt x="297" y="713"/>
                      <a:pt x="326" y="685"/>
                      <a:pt x="354" y="685"/>
                    </a:cubicBezTo>
                    <a:cubicBezTo>
                      <a:pt x="417" y="628"/>
                      <a:pt x="417" y="536"/>
                      <a:pt x="382" y="479"/>
                    </a:cubicBezTo>
                    <a:lnTo>
                      <a:pt x="382" y="416"/>
                    </a:lnTo>
                    <a:cubicBezTo>
                      <a:pt x="354" y="387"/>
                      <a:pt x="354" y="359"/>
                      <a:pt x="354" y="331"/>
                    </a:cubicBezTo>
                    <a:lnTo>
                      <a:pt x="354" y="274"/>
                    </a:lnTo>
                    <a:cubicBezTo>
                      <a:pt x="382" y="274"/>
                      <a:pt x="382" y="274"/>
                      <a:pt x="417" y="303"/>
                    </a:cubicBezTo>
                    <a:lnTo>
                      <a:pt x="446" y="331"/>
                    </a:lnTo>
                    <a:lnTo>
                      <a:pt x="474" y="359"/>
                    </a:lnTo>
                    <a:cubicBezTo>
                      <a:pt x="502" y="387"/>
                      <a:pt x="531" y="416"/>
                      <a:pt x="559" y="451"/>
                    </a:cubicBezTo>
                    <a:cubicBezTo>
                      <a:pt x="606" y="493"/>
                      <a:pt x="664" y="519"/>
                      <a:pt x="716" y="519"/>
                    </a:cubicBezTo>
                    <a:cubicBezTo>
                      <a:pt x="736" y="519"/>
                      <a:pt x="754" y="515"/>
                      <a:pt x="771" y="508"/>
                    </a:cubicBezTo>
                    <a:cubicBezTo>
                      <a:pt x="828" y="479"/>
                      <a:pt x="828" y="416"/>
                      <a:pt x="828" y="331"/>
                    </a:cubicBezTo>
                    <a:cubicBezTo>
                      <a:pt x="828" y="303"/>
                      <a:pt x="828" y="274"/>
                      <a:pt x="800" y="239"/>
                    </a:cubicBezTo>
                    <a:lnTo>
                      <a:pt x="800" y="211"/>
                    </a:lnTo>
                    <a:cubicBezTo>
                      <a:pt x="771" y="182"/>
                      <a:pt x="800" y="154"/>
                      <a:pt x="800" y="126"/>
                    </a:cubicBezTo>
                    <a:lnTo>
                      <a:pt x="828" y="126"/>
                    </a:lnTo>
                    <a:cubicBezTo>
                      <a:pt x="828" y="154"/>
                      <a:pt x="856" y="182"/>
                      <a:pt x="856" y="239"/>
                    </a:cubicBezTo>
                    <a:cubicBezTo>
                      <a:pt x="876" y="264"/>
                      <a:pt x="897" y="286"/>
                      <a:pt x="919" y="286"/>
                    </a:cubicBezTo>
                    <a:cubicBezTo>
                      <a:pt x="928" y="286"/>
                      <a:pt x="938" y="282"/>
                      <a:pt x="948" y="274"/>
                    </a:cubicBezTo>
                    <a:cubicBezTo>
                      <a:pt x="976" y="274"/>
                      <a:pt x="1005" y="239"/>
                      <a:pt x="976" y="211"/>
                    </a:cubicBezTo>
                    <a:cubicBezTo>
                      <a:pt x="976" y="126"/>
                      <a:pt x="948" y="97"/>
                      <a:pt x="884" y="62"/>
                    </a:cubicBezTo>
                    <a:cubicBezTo>
                      <a:pt x="850" y="11"/>
                      <a:pt x="816" y="1"/>
                      <a:pt x="7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0"/>
              <p:cNvSpPr/>
              <p:nvPr/>
            </p:nvSpPr>
            <p:spPr>
              <a:xfrm>
                <a:off x="3898462" y="4420688"/>
                <a:ext cx="58511" cy="6316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178" extrusionOk="0">
                    <a:moveTo>
                      <a:pt x="1649" y="0"/>
                    </a:moveTo>
                    <a:cubicBezTo>
                      <a:pt x="1415" y="0"/>
                      <a:pt x="1182" y="29"/>
                      <a:pt x="941" y="57"/>
                    </a:cubicBezTo>
                    <a:cubicBezTo>
                      <a:pt x="800" y="57"/>
                      <a:pt x="680" y="85"/>
                      <a:pt x="531" y="85"/>
                    </a:cubicBezTo>
                    <a:cubicBezTo>
                      <a:pt x="443" y="99"/>
                      <a:pt x="354" y="107"/>
                      <a:pt x="269" y="107"/>
                    </a:cubicBezTo>
                    <a:cubicBezTo>
                      <a:pt x="184" y="107"/>
                      <a:pt x="103" y="99"/>
                      <a:pt x="29" y="85"/>
                    </a:cubicBezTo>
                    <a:lnTo>
                      <a:pt x="1" y="149"/>
                    </a:lnTo>
                    <a:cubicBezTo>
                      <a:pt x="92" y="177"/>
                      <a:pt x="149" y="177"/>
                      <a:pt x="206" y="177"/>
                    </a:cubicBezTo>
                    <a:cubicBezTo>
                      <a:pt x="326" y="177"/>
                      <a:pt x="411" y="149"/>
                      <a:pt x="531" y="149"/>
                    </a:cubicBezTo>
                    <a:cubicBezTo>
                      <a:pt x="680" y="149"/>
                      <a:pt x="828" y="114"/>
                      <a:pt x="941" y="114"/>
                    </a:cubicBezTo>
                    <a:cubicBezTo>
                      <a:pt x="1182" y="85"/>
                      <a:pt x="1415" y="57"/>
                      <a:pt x="1649" y="57"/>
                    </a:cubicBezTo>
                    <a:lnTo>
                      <a:pt x="16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0"/>
              <p:cNvSpPr/>
              <p:nvPr/>
            </p:nvSpPr>
            <p:spPr>
              <a:xfrm>
                <a:off x="3535486" y="4662140"/>
                <a:ext cx="61811" cy="4329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22" extrusionOk="0">
                    <a:moveTo>
                      <a:pt x="1" y="1"/>
                    </a:moveTo>
                    <a:lnTo>
                      <a:pt x="1" y="65"/>
                    </a:lnTo>
                    <a:cubicBezTo>
                      <a:pt x="206" y="93"/>
                      <a:pt x="383" y="121"/>
                      <a:pt x="595" y="121"/>
                    </a:cubicBezTo>
                    <a:lnTo>
                      <a:pt x="708" y="121"/>
                    </a:lnTo>
                    <a:cubicBezTo>
                      <a:pt x="829" y="121"/>
                      <a:pt x="949" y="121"/>
                      <a:pt x="1062" y="93"/>
                    </a:cubicBezTo>
                    <a:cubicBezTo>
                      <a:pt x="1165" y="79"/>
                      <a:pt x="1276" y="72"/>
                      <a:pt x="1391" y="72"/>
                    </a:cubicBezTo>
                    <a:cubicBezTo>
                      <a:pt x="1506" y="72"/>
                      <a:pt x="1625" y="79"/>
                      <a:pt x="1741" y="93"/>
                    </a:cubicBezTo>
                    <a:lnTo>
                      <a:pt x="1741" y="29"/>
                    </a:lnTo>
                    <a:cubicBezTo>
                      <a:pt x="1639" y="15"/>
                      <a:pt x="1520" y="8"/>
                      <a:pt x="1398" y="8"/>
                    </a:cubicBezTo>
                    <a:cubicBezTo>
                      <a:pt x="1276" y="8"/>
                      <a:pt x="1151" y="15"/>
                      <a:pt x="1034" y="29"/>
                    </a:cubicBezTo>
                    <a:cubicBezTo>
                      <a:pt x="949" y="65"/>
                      <a:pt x="829" y="65"/>
                      <a:pt x="708" y="65"/>
                    </a:cubicBezTo>
                    <a:cubicBezTo>
                      <a:pt x="475" y="65"/>
                      <a:pt x="242" y="65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0"/>
              <p:cNvSpPr/>
              <p:nvPr/>
            </p:nvSpPr>
            <p:spPr>
              <a:xfrm>
                <a:off x="3521932" y="4093370"/>
                <a:ext cx="49250" cy="27144"/>
              </a:xfrm>
              <a:custGeom>
                <a:avLst/>
                <a:gdLst/>
                <a:ahLst/>
                <a:cxnLst/>
                <a:rect l="l" t="t" r="r" b="b"/>
                <a:pathLst>
                  <a:path w="1388" h="765" extrusionOk="0">
                    <a:moveTo>
                      <a:pt x="1331" y="0"/>
                    </a:moveTo>
                    <a:cubicBezTo>
                      <a:pt x="1211" y="234"/>
                      <a:pt x="942" y="411"/>
                      <a:pt x="588" y="531"/>
                    </a:cubicBezTo>
                    <a:cubicBezTo>
                      <a:pt x="503" y="559"/>
                      <a:pt x="447" y="588"/>
                      <a:pt x="383" y="616"/>
                    </a:cubicBezTo>
                    <a:cubicBezTo>
                      <a:pt x="270" y="644"/>
                      <a:pt x="206" y="673"/>
                      <a:pt x="1" y="708"/>
                    </a:cubicBezTo>
                    <a:lnTo>
                      <a:pt x="1" y="764"/>
                    </a:lnTo>
                    <a:cubicBezTo>
                      <a:pt x="234" y="736"/>
                      <a:pt x="270" y="708"/>
                      <a:pt x="411" y="644"/>
                    </a:cubicBezTo>
                    <a:cubicBezTo>
                      <a:pt x="475" y="644"/>
                      <a:pt x="532" y="616"/>
                      <a:pt x="588" y="588"/>
                    </a:cubicBezTo>
                    <a:cubicBezTo>
                      <a:pt x="977" y="467"/>
                      <a:pt x="1239" y="291"/>
                      <a:pt x="1388" y="29"/>
                    </a:cubicBezTo>
                    <a:lnTo>
                      <a:pt x="13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0"/>
              <p:cNvSpPr/>
              <p:nvPr/>
            </p:nvSpPr>
            <p:spPr>
              <a:xfrm>
                <a:off x="3527219" y="3916318"/>
                <a:ext cx="129795" cy="53579"/>
              </a:xfrm>
              <a:custGeom>
                <a:avLst/>
                <a:gdLst/>
                <a:ahLst/>
                <a:cxnLst/>
                <a:rect l="l" t="t" r="r" b="b"/>
                <a:pathLst>
                  <a:path w="3658" h="1510" extrusionOk="0">
                    <a:moveTo>
                      <a:pt x="884" y="1"/>
                    </a:moveTo>
                    <a:cubicBezTo>
                      <a:pt x="852" y="1"/>
                      <a:pt x="820" y="11"/>
                      <a:pt x="793" y="38"/>
                    </a:cubicBezTo>
                    <a:cubicBezTo>
                      <a:pt x="651" y="95"/>
                      <a:pt x="531" y="152"/>
                      <a:pt x="411" y="244"/>
                    </a:cubicBezTo>
                    <a:cubicBezTo>
                      <a:pt x="262" y="300"/>
                      <a:pt x="149" y="392"/>
                      <a:pt x="1" y="449"/>
                    </a:cubicBezTo>
                    <a:lnTo>
                      <a:pt x="29" y="505"/>
                    </a:lnTo>
                    <a:cubicBezTo>
                      <a:pt x="177" y="449"/>
                      <a:pt x="298" y="357"/>
                      <a:pt x="439" y="300"/>
                    </a:cubicBezTo>
                    <a:cubicBezTo>
                      <a:pt x="559" y="215"/>
                      <a:pt x="680" y="152"/>
                      <a:pt x="793" y="67"/>
                    </a:cubicBezTo>
                    <a:cubicBezTo>
                      <a:pt x="812" y="58"/>
                      <a:pt x="830" y="55"/>
                      <a:pt x="847" y="55"/>
                    </a:cubicBezTo>
                    <a:cubicBezTo>
                      <a:pt x="890" y="55"/>
                      <a:pt x="930" y="75"/>
                      <a:pt x="970" y="95"/>
                    </a:cubicBezTo>
                    <a:cubicBezTo>
                      <a:pt x="1210" y="244"/>
                      <a:pt x="1500" y="392"/>
                      <a:pt x="1769" y="477"/>
                    </a:cubicBezTo>
                    <a:lnTo>
                      <a:pt x="1797" y="505"/>
                    </a:lnTo>
                    <a:cubicBezTo>
                      <a:pt x="2420" y="774"/>
                      <a:pt x="3035" y="1128"/>
                      <a:pt x="3623" y="1510"/>
                    </a:cubicBezTo>
                    <a:lnTo>
                      <a:pt x="3658" y="1453"/>
                    </a:lnTo>
                    <a:cubicBezTo>
                      <a:pt x="3064" y="1064"/>
                      <a:pt x="2448" y="710"/>
                      <a:pt x="1826" y="449"/>
                    </a:cubicBezTo>
                    <a:lnTo>
                      <a:pt x="1769" y="420"/>
                    </a:lnTo>
                    <a:cubicBezTo>
                      <a:pt x="1536" y="328"/>
                      <a:pt x="1239" y="180"/>
                      <a:pt x="1005" y="38"/>
                    </a:cubicBezTo>
                    <a:cubicBezTo>
                      <a:pt x="969" y="18"/>
                      <a:pt x="926" y="1"/>
                      <a:pt x="8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0"/>
              <p:cNvSpPr/>
              <p:nvPr/>
            </p:nvSpPr>
            <p:spPr>
              <a:xfrm>
                <a:off x="3686105" y="3909115"/>
                <a:ext cx="87890" cy="61811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1742" extrusionOk="0">
                    <a:moveTo>
                      <a:pt x="29" y="1"/>
                    </a:moveTo>
                    <a:lnTo>
                      <a:pt x="1" y="65"/>
                    </a:lnTo>
                    <a:cubicBezTo>
                      <a:pt x="559" y="241"/>
                      <a:pt x="1182" y="418"/>
                      <a:pt x="1713" y="772"/>
                    </a:cubicBezTo>
                    <a:cubicBezTo>
                      <a:pt x="1861" y="857"/>
                      <a:pt x="1946" y="949"/>
                      <a:pt x="2038" y="1034"/>
                    </a:cubicBezTo>
                    <a:cubicBezTo>
                      <a:pt x="2187" y="1182"/>
                      <a:pt x="2300" y="1416"/>
                      <a:pt x="2420" y="1741"/>
                    </a:cubicBezTo>
                    <a:lnTo>
                      <a:pt x="2477" y="1713"/>
                    </a:lnTo>
                    <a:cubicBezTo>
                      <a:pt x="2420" y="1479"/>
                      <a:pt x="2300" y="1211"/>
                      <a:pt x="2095" y="977"/>
                    </a:cubicBezTo>
                    <a:cubicBezTo>
                      <a:pt x="2010" y="885"/>
                      <a:pt x="1889" y="800"/>
                      <a:pt x="1741" y="708"/>
                    </a:cubicBezTo>
                    <a:cubicBezTo>
                      <a:pt x="1182" y="355"/>
                      <a:pt x="559" y="178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40"/>
              <p:cNvSpPr/>
              <p:nvPr/>
            </p:nvSpPr>
            <p:spPr>
              <a:xfrm>
                <a:off x="3627631" y="3700022"/>
                <a:ext cx="24128" cy="9332"/>
              </a:xfrm>
              <a:custGeom>
                <a:avLst/>
                <a:gdLst/>
                <a:ahLst/>
                <a:cxnLst/>
                <a:rect l="l" t="t" r="r" b="b"/>
                <a:pathLst>
                  <a:path w="680" h="263" extrusionOk="0">
                    <a:moveTo>
                      <a:pt x="679" y="1"/>
                    </a:moveTo>
                    <a:lnTo>
                      <a:pt x="0" y="121"/>
                    </a:lnTo>
                    <a:cubicBezTo>
                      <a:pt x="85" y="206"/>
                      <a:pt x="234" y="263"/>
                      <a:pt x="382" y="263"/>
                    </a:cubicBezTo>
                    <a:cubicBezTo>
                      <a:pt x="531" y="234"/>
                      <a:pt x="651" y="121"/>
                      <a:pt x="67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40"/>
              <p:cNvSpPr/>
              <p:nvPr/>
            </p:nvSpPr>
            <p:spPr>
              <a:xfrm>
                <a:off x="3664284" y="3657125"/>
                <a:ext cx="3051" cy="19870"/>
              </a:xfrm>
              <a:custGeom>
                <a:avLst/>
                <a:gdLst/>
                <a:ahLst/>
                <a:cxnLst/>
                <a:rect l="l" t="t" r="r" b="b"/>
                <a:pathLst>
                  <a:path w="86" h="560" extrusionOk="0">
                    <a:moveTo>
                      <a:pt x="28" y="0"/>
                    </a:moveTo>
                    <a:cubicBezTo>
                      <a:pt x="28" y="177"/>
                      <a:pt x="28" y="354"/>
                      <a:pt x="0" y="531"/>
                    </a:cubicBezTo>
                    <a:lnTo>
                      <a:pt x="57" y="559"/>
                    </a:lnTo>
                    <a:cubicBezTo>
                      <a:pt x="85" y="382"/>
                      <a:pt x="85" y="177"/>
                      <a:pt x="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0"/>
              <p:cNvSpPr/>
              <p:nvPr/>
            </p:nvSpPr>
            <p:spPr>
              <a:xfrm>
                <a:off x="3701930" y="3826549"/>
                <a:ext cx="5287" cy="23135"/>
              </a:xfrm>
              <a:custGeom>
                <a:avLst/>
                <a:gdLst/>
                <a:ahLst/>
                <a:cxnLst/>
                <a:rect l="l" t="t" r="r" b="b"/>
                <a:pathLst>
                  <a:path w="149" h="652" extrusionOk="0">
                    <a:moveTo>
                      <a:pt x="85" y="0"/>
                    </a:moveTo>
                    <a:cubicBezTo>
                      <a:pt x="29" y="206"/>
                      <a:pt x="0" y="446"/>
                      <a:pt x="0" y="651"/>
                    </a:cubicBezTo>
                    <a:lnTo>
                      <a:pt x="57" y="651"/>
                    </a:lnTo>
                    <a:cubicBezTo>
                      <a:pt x="57" y="446"/>
                      <a:pt x="85" y="206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0"/>
              <p:cNvSpPr/>
              <p:nvPr/>
            </p:nvSpPr>
            <p:spPr>
              <a:xfrm>
                <a:off x="3658997" y="3990722"/>
                <a:ext cx="14583" cy="14832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206" y="0"/>
                    </a:moveTo>
                    <a:cubicBezTo>
                      <a:pt x="85" y="0"/>
                      <a:pt x="1" y="92"/>
                      <a:pt x="1" y="205"/>
                    </a:cubicBezTo>
                    <a:cubicBezTo>
                      <a:pt x="1" y="325"/>
                      <a:pt x="85" y="417"/>
                      <a:pt x="206" y="417"/>
                    </a:cubicBezTo>
                    <a:cubicBezTo>
                      <a:pt x="326" y="417"/>
                      <a:pt x="411" y="325"/>
                      <a:pt x="411" y="205"/>
                    </a:cubicBezTo>
                    <a:cubicBezTo>
                      <a:pt x="411" y="92"/>
                      <a:pt x="326" y="0"/>
                      <a:pt x="2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0"/>
              <p:cNvSpPr/>
              <p:nvPr/>
            </p:nvSpPr>
            <p:spPr>
              <a:xfrm>
                <a:off x="3625609" y="3816011"/>
                <a:ext cx="14583" cy="14832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206" y="0"/>
                    </a:moveTo>
                    <a:cubicBezTo>
                      <a:pt x="86" y="0"/>
                      <a:pt x="1" y="92"/>
                      <a:pt x="1" y="213"/>
                    </a:cubicBezTo>
                    <a:cubicBezTo>
                      <a:pt x="1" y="326"/>
                      <a:pt x="86" y="418"/>
                      <a:pt x="206" y="418"/>
                    </a:cubicBezTo>
                    <a:cubicBezTo>
                      <a:pt x="319" y="418"/>
                      <a:pt x="411" y="326"/>
                      <a:pt x="411" y="213"/>
                    </a:cubicBezTo>
                    <a:cubicBezTo>
                      <a:pt x="411" y="92"/>
                      <a:pt x="319" y="0"/>
                      <a:pt x="2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0"/>
              <p:cNvSpPr/>
              <p:nvPr/>
            </p:nvSpPr>
            <p:spPr>
              <a:xfrm>
                <a:off x="3553333" y="3777336"/>
                <a:ext cx="14583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9" extrusionOk="0">
                    <a:moveTo>
                      <a:pt x="205" y="1"/>
                    </a:moveTo>
                    <a:cubicBezTo>
                      <a:pt x="92" y="1"/>
                      <a:pt x="0" y="93"/>
                      <a:pt x="0" y="206"/>
                    </a:cubicBezTo>
                    <a:cubicBezTo>
                      <a:pt x="0" y="326"/>
                      <a:pt x="92" y="418"/>
                      <a:pt x="205" y="418"/>
                    </a:cubicBezTo>
                    <a:cubicBezTo>
                      <a:pt x="326" y="418"/>
                      <a:pt x="411" y="326"/>
                      <a:pt x="411" y="206"/>
                    </a:cubicBezTo>
                    <a:cubicBezTo>
                      <a:pt x="411" y="93"/>
                      <a:pt x="326" y="1"/>
                      <a:pt x="2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40"/>
              <p:cNvSpPr/>
              <p:nvPr/>
            </p:nvSpPr>
            <p:spPr>
              <a:xfrm>
                <a:off x="3704946" y="3781630"/>
                <a:ext cx="14832" cy="14583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205" y="0"/>
                    </a:moveTo>
                    <a:cubicBezTo>
                      <a:pt x="92" y="0"/>
                      <a:pt x="0" y="85"/>
                      <a:pt x="0" y="205"/>
                    </a:cubicBezTo>
                    <a:cubicBezTo>
                      <a:pt x="0" y="326"/>
                      <a:pt x="92" y="410"/>
                      <a:pt x="205" y="410"/>
                    </a:cubicBezTo>
                    <a:cubicBezTo>
                      <a:pt x="326" y="410"/>
                      <a:pt x="418" y="326"/>
                      <a:pt x="418" y="205"/>
                    </a:cubicBezTo>
                    <a:cubicBezTo>
                      <a:pt x="418" y="85"/>
                      <a:pt x="326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40"/>
              <p:cNvSpPr/>
              <p:nvPr/>
            </p:nvSpPr>
            <p:spPr>
              <a:xfrm>
                <a:off x="3658997" y="3876756"/>
                <a:ext cx="14583" cy="14583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206" y="0"/>
                    </a:moveTo>
                    <a:cubicBezTo>
                      <a:pt x="85" y="0"/>
                      <a:pt x="1" y="92"/>
                      <a:pt x="1" y="205"/>
                    </a:cubicBezTo>
                    <a:cubicBezTo>
                      <a:pt x="1" y="326"/>
                      <a:pt x="85" y="411"/>
                      <a:pt x="206" y="411"/>
                    </a:cubicBezTo>
                    <a:cubicBezTo>
                      <a:pt x="326" y="411"/>
                      <a:pt x="411" y="326"/>
                      <a:pt x="411" y="205"/>
                    </a:cubicBezTo>
                    <a:cubicBezTo>
                      <a:pt x="411" y="92"/>
                      <a:pt x="326" y="0"/>
                      <a:pt x="2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0"/>
              <p:cNvSpPr/>
              <p:nvPr/>
            </p:nvSpPr>
            <p:spPr>
              <a:xfrm>
                <a:off x="3699659" y="4039900"/>
                <a:ext cx="14832" cy="14583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213" y="1"/>
                    </a:moveTo>
                    <a:cubicBezTo>
                      <a:pt x="93" y="1"/>
                      <a:pt x="1" y="93"/>
                      <a:pt x="1" y="206"/>
                    </a:cubicBezTo>
                    <a:cubicBezTo>
                      <a:pt x="1" y="326"/>
                      <a:pt x="93" y="411"/>
                      <a:pt x="213" y="411"/>
                    </a:cubicBezTo>
                    <a:cubicBezTo>
                      <a:pt x="326" y="411"/>
                      <a:pt x="418" y="326"/>
                      <a:pt x="418" y="206"/>
                    </a:cubicBezTo>
                    <a:cubicBezTo>
                      <a:pt x="418" y="93"/>
                      <a:pt x="326" y="1"/>
                      <a:pt x="2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0"/>
              <p:cNvSpPr/>
              <p:nvPr/>
            </p:nvSpPr>
            <p:spPr>
              <a:xfrm>
                <a:off x="3574161" y="3862173"/>
                <a:ext cx="15861" cy="1461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12" extrusionOk="0">
                    <a:moveTo>
                      <a:pt x="241" y="1"/>
                    </a:moveTo>
                    <a:cubicBezTo>
                      <a:pt x="121" y="1"/>
                      <a:pt x="0" y="86"/>
                      <a:pt x="0" y="206"/>
                    </a:cubicBezTo>
                    <a:cubicBezTo>
                      <a:pt x="0" y="326"/>
                      <a:pt x="121" y="411"/>
                      <a:pt x="241" y="411"/>
                    </a:cubicBezTo>
                    <a:cubicBezTo>
                      <a:pt x="326" y="411"/>
                      <a:pt x="446" y="326"/>
                      <a:pt x="446" y="206"/>
                    </a:cubicBezTo>
                    <a:cubicBezTo>
                      <a:pt x="446" y="86"/>
                      <a:pt x="326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40"/>
              <p:cNvSpPr/>
              <p:nvPr/>
            </p:nvSpPr>
            <p:spPr>
              <a:xfrm>
                <a:off x="3748872" y="3880020"/>
                <a:ext cx="15825" cy="14583"/>
              </a:xfrm>
              <a:custGeom>
                <a:avLst/>
                <a:gdLst/>
                <a:ahLst/>
                <a:cxnLst/>
                <a:rect l="l" t="t" r="r" b="b"/>
                <a:pathLst>
                  <a:path w="446" h="411" extrusionOk="0">
                    <a:moveTo>
                      <a:pt x="205" y="0"/>
                    </a:moveTo>
                    <a:cubicBezTo>
                      <a:pt x="120" y="0"/>
                      <a:pt x="0" y="85"/>
                      <a:pt x="0" y="205"/>
                    </a:cubicBezTo>
                    <a:cubicBezTo>
                      <a:pt x="0" y="319"/>
                      <a:pt x="120" y="411"/>
                      <a:pt x="205" y="411"/>
                    </a:cubicBezTo>
                    <a:cubicBezTo>
                      <a:pt x="326" y="411"/>
                      <a:pt x="446" y="319"/>
                      <a:pt x="446" y="205"/>
                    </a:cubicBezTo>
                    <a:cubicBezTo>
                      <a:pt x="446" y="85"/>
                      <a:pt x="326" y="0"/>
                      <a:pt x="2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40"/>
              <p:cNvSpPr/>
              <p:nvPr/>
            </p:nvSpPr>
            <p:spPr>
              <a:xfrm>
                <a:off x="3489573" y="3852664"/>
                <a:ext cx="14583" cy="1582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46" extrusionOk="0">
                    <a:moveTo>
                      <a:pt x="206" y="0"/>
                    </a:moveTo>
                    <a:cubicBezTo>
                      <a:pt x="85" y="0"/>
                      <a:pt x="0" y="120"/>
                      <a:pt x="0" y="241"/>
                    </a:cubicBezTo>
                    <a:cubicBezTo>
                      <a:pt x="0" y="326"/>
                      <a:pt x="85" y="446"/>
                      <a:pt x="206" y="446"/>
                    </a:cubicBezTo>
                    <a:cubicBezTo>
                      <a:pt x="326" y="446"/>
                      <a:pt x="411" y="326"/>
                      <a:pt x="411" y="241"/>
                    </a:cubicBezTo>
                    <a:cubicBezTo>
                      <a:pt x="411" y="120"/>
                      <a:pt x="326" y="0"/>
                      <a:pt x="2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40"/>
              <p:cNvSpPr/>
              <p:nvPr/>
            </p:nvSpPr>
            <p:spPr>
              <a:xfrm>
                <a:off x="3614077" y="4040893"/>
                <a:ext cx="14583" cy="14867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9" extrusionOk="0">
                    <a:moveTo>
                      <a:pt x="205" y="1"/>
                    </a:moveTo>
                    <a:cubicBezTo>
                      <a:pt x="85" y="1"/>
                      <a:pt x="0" y="93"/>
                      <a:pt x="0" y="206"/>
                    </a:cubicBezTo>
                    <a:cubicBezTo>
                      <a:pt x="0" y="326"/>
                      <a:pt x="85" y="418"/>
                      <a:pt x="205" y="418"/>
                    </a:cubicBezTo>
                    <a:cubicBezTo>
                      <a:pt x="326" y="418"/>
                      <a:pt x="411" y="326"/>
                      <a:pt x="411" y="206"/>
                    </a:cubicBezTo>
                    <a:cubicBezTo>
                      <a:pt x="411" y="93"/>
                      <a:pt x="326" y="1"/>
                      <a:pt x="2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40"/>
              <p:cNvSpPr/>
              <p:nvPr/>
            </p:nvSpPr>
            <p:spPr>
              <a:xfrm>
                <a:off x="3571145" y="4002254"/>
                <a:ext cx="14583" cy="14583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206" y="0"/>
                    </a:moveTo>
                    <a:cubicBezTo>
                      <a:pt x="85" y="0"/>
                      <a:pt x="1" y="92"/>
                      <a:pt x="1" y="206"/>
                    </a:cubicBezTo>
                    <a:cubicBezTo>
                      <a:pt x="1" y="326"/>
                      <a:pt x="85" y="411"/>
                      <a:pt x="206" y="411"/>
                    </a:cubicBezTo>
                    <a:cubicBezTo>
                      <a:pt x="326" y="411"/>
                      <a:pt x="411" y="326"/>
                      <a:pt x="411" y="206"/>
                    </a:cubicBezTo>
                    <a:cubicBezTo>
                      <a:pt x="411" y="92"/>
                      <a:pt x="326" y="0"/>
                      <a:pt x="2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0"/>
              <p:cNvSpPr/>
              <p:nvPr/>
            </p:nvSpPr>
            <p:spPr>
              <a:xfrm>
                <a:off x="3537757" y="4039900"/>
                <a:ext cx="14583" cy="14583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206" y="1"/>
                    </a:moveTo>
                    <a:cubicBezTo>
                      <a:pt x="86" y="1"/>
                      <a:pt x="1" y="93"/>
                      <a:pt x="1" y="206"/>
                    </a:cubicBezTo>
                    <a:cubicBezTo>
                      <a:pt x="1" y="326"/>
                      <a:pt x="86" y="411"/>
                      <a:pt x="206" y="411"/>
                    </a:cubicBezTo>
                    <a:cubicBezTo>
                      <a:pt x="319" y="411"/>
                      <a:pt x="411" y="326"/>
                      <a:pt x="411" y="206"/>
                    </a:cubicBezTo>
                    <a:cubicBezTo>
                      <a:pt x="411" y="93"/>
                      <a:pt x="319" y="1"/>
                      <a:pt x="2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40"/>
              <p:cNvSpPr/>
              <p:nvPr/>
            </p:nvSpPr>
            <p:spPr>
              <a:xfrm>
                <a:off x="3514658" y="4645605"/>
                <a:ext cx="111983" cy="4045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114" extrusionOk="0">
                    <a:moveTo>
                      <a:pt x="1" y="0"/>
                    </a:moveTo>
                    <a:lnTo>
                      <a:pt x="1" y="57"/>
                    </a:lnTo>
                    <a:cubicBezTo>
                      <a:pt x="680" y="85"/>
                      <a:pt x="1387" y="113"/>
                      <a:pt x="2067" y="113"/>
                    </a:cubicBezTo>
                    <a:lnTo>
                      <a:pt x="3156" y="113"/>
                    </a:lnTo>
                    <a:lnTo>
                      <a:pt x="3156" y="57"/>
                    </a:lnTo>
                    <a:cubicBezTo>
                      <a:pt x="2872" y="64"/>
                      <a:pt x="2587" y="68"/>
                      <a:pt x="2304" y="68"/>
                    </a:cubicBezTo>
                    <a:cubicBezTo>
                      <a:pt x="1528" y="68"/>
                      <a:pt x="757" y="42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40"/>
              <p:cNvSpPr/>
              <p:nvPr/>
            </p:nvSpPr>
            <p:spPr>
              <a:xfrm>
                <a:off x="3868090" y="4402592"/>
                <a:ext cx="109996" cy="9580"/>
              </a:xfrm>
              <a:custGeom>
                <a:avLst/>
                <a:gdLst/>
                <a:ahLst/>
                <a:cxnLst/>
                <a:rect l="l" t="t" r="r" b="b"/>
                <a:pathLst>
                  <a:path w="3100" h="270" extrusionOk="0">
                    <a:moveTo>
                      <a:pt x="2926" y="0"/>
                    </a:moveTo>
                    <a:cubicBezTo>
                      <a:pt x="2678" y="0"/>
                      <a:pt x="2414" y="42"/>
                      <a:pt x="2151" y="65"/>
                    </a:cubicBezTo>
                    <a:cubicBezTo>
                      <a:pt x="2066" y="93"/>
                      <a:pt x="2010" y="93"/>
                      <a:pt x="1918" y="128"/>
                    </a:cubicBezTo>
                    <a:cubicBezTo>
                      <a:pt x="1267" y="213"/>
                      <a:pt x="623" y="213"/>
                      <a:pt x="1" y="213"/>
                    </a:cubicBezTo>
                    <a:lnTo>
                      <a:pt x="1" y="270"/>
                    </a:lnTo>
                    <a:cubicBezTo>
                      <a:pt x="651" y="270"/>
                      <a:pt x="1302" y="270"/>
                      <a:pt x="1918" y="185"/>
                    </a:cubicBezTo>
                    <a:cubicBezTo>
                      <a:pt x="2010" y="157"/>
                      <a:pt x="2095" y="157"/>
                      <a:pt x="2151" y="128"/>
                    </a:cubicBezTo>
                    <a:cubicBezTo>
                      <a:pt x="2415" y="100"/>
                      <a:pt x="2679" y="57"/>
                      <a:pt x="2928" y="57"/>
                    </a:cubicBezTo>
                    <a:cubicBezTo>
                      <a:pt x="2986" y="57"/>
                      <a:pt x="3043" y="59"/>
                      <a:pt x="3099" y="65"/>
                    </a:cubicBezTo>
                    <a:lnTo>
                      <a:pt x="3099" y="8"/>
                    </a:lnTo>
                    <a:cubicBezTo>
                      <a:pt x="3042" y="3"/>
                      <a:pt x="2985" y="0"/>
                      <a:pt x="29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7" name="Google Shape;867;p40"/>
            <p:cNvGrpSpPr/>
            <p:nvPr/>
          </p:nvGrpSpPr>
          <p:grpSpPr>
            <a:xfrm>
              <a:off x="520010" y="1168622"/>
              <a:ext cx="4279321" cy="3269905"/>
              <a:chOff x="3245850" y="1388754"/>
              <a:chExt cx="1339926" cy="1023893"/>
            </a:xfrm>
          </p:grpSpPr>
          <p:grpSp>
            <p:nvGrpSpPr>
              <p:cNvPr id="868" name="Google Shape;868;p40"/>
              <p:cNvGrpSpPr/>
              <p:nvPr/>
            </p:nvGrpSpPr>
            <p:grpSpPr>
              <a:xfrm>
                <a:off x="3889166" y="1636096"/>
                <a:ext cx="633844" cy="776551"/>
                <a:chOff x="3889166" y="1636096"/>
                <a:chExt cx="633844" cy="776551"/>
              </a:xfrm>
            </p:grpSpPr>
            <p:sp>
              <p:nvSpPr>
                <p:cNvPr id="869" name="Google Shape;869;p40"/>
                <p:cNvSpPr/>
                <p:nvPr/>
              </p:nvSpPr>
              <p:spPr>
                <a:xfrm>
                  <a:off x="3889166" y="1636096"/>
                  <a:ext cx="51237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" h="2226" extrusionOk="0">
                      <a:moveTo>
                        <a:pt x="1234" y="0"/>
                      </a:moveTo>
                      <a:cubicBezTo>
                        <a:pt x="1175" y="0"/>
                        <a:pt x="1109" y="21"/>
                        <a:pt x="1062" y="68"/>
                      </a:cubicBezTo>
                      <a:lnTo>
                        <a:pt x="1" y="1165"/>
                      </a:lnTo>
                      <a:lnTo>
                        <a:pt x="1062" y="2162"/>
                      </a:lnTo>
                      <a:cubicBezTo>
                        <a:pt x="1118" y="2190"/>
                        <a:pt x="1175" y="2226"/>
                        <a:pt x="1203" y="2226"/>
                      </a:cubicBezTo>
                      <a:cubicBezTo>
                        <a:pt x="1267" y="2226"/>
                        <a:pt x="1324" y="2190"/>
                        <a:pt x="1380" y="2162"/>
                      </a:cubicBezTo>
                      <a:cubicBezTo>
                        <a:pt x="1444" y="2077"/>
                        <a:pt x="1444" y="1929"/>
                        <a:pt x="1352" y="1837"/>
                      </a:cubicBezTo>
                      <a:lnTo>
                        <a:pt x="616" y="1165"/>
                      </a:lnTo>
                      <a:lnTo>
                        <a:pt x="1380" y="365"/>
                      </a:lnTo>
                      <a:cubicBezTo>
                        <a:pt x="1444" y="280"/>
                        <a:pt x="1444" y="132"/>
                        <a:pt x="1352" y="40"/>
                      </a:cubicBezTo>
                      <a:cubicBezTo>
                        <a:pt x="1327" y="14"/>
                        <a:pt x="1282" y="0"/>
                        <a:pt x="123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0" name="Google Shape;870;p40"/>
                <p:cNvSpPr/>
                <p:nvPr/>
              </p:nvSpPr>
              <p:spPr>
                <a:xfrm>
                  <a:off x="3935114" y="1636096"/>
                  <a:ext cx="52230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2" h="2226" extrusionOk="0">
                      <a:moveTo>
                        <a:pt x="1240" y="0"/>
                      </a:moveTo>
                      <a:cubicBezTo>
                        <a:pt x="1174" y="0"/>
                        <a:pt x="1108" y="21"/>
                        <a:pt x="1062" y="68"/>
                      </a:cubicBezTo>
                      <a:lnTo>
                        <a:pt x="0" y="1165"/>
                      </a:lnTo>
                      <a:lnTo>
                        <a:pt x="1090" y="2162"/>
                      </a:lnTo>
                      <a:cubicBezTo>
                        <a:pt x="1118" y="2190"/>
                        <a:pt x="1182" y="2226"/>
                        <a:pt x="1210" y="2226"/>
                      </a:cubicBezTo>
                      <a:cubicBezTo>
                        <a:pt x="1267" y="2226"/>
                        <a:pt x="1323" y="2190"/>
                        <a:pt x="1387" y="2162"/>
                      </a:cubicBezTo>
                      <a:cubicBezTo>
                        <a:pt x="1472" y="2077"/>
                        <a:pt x="1444" y="1929"/>
                        <a:pt x="1359" y="1837"/>
                      </a:cubicBezTo>
                      <a:lnTo>
                        <a:pt x="616" y="1165"/>
                      </a:lnTo>
                      <a:lnTo>
                        <a:pt x="1387" y="365"/>
                      </a:lnTo>
                      <a:cubicBezTo>
                        <a:pt x="1472" y="280"/>
                        <a:pt x="1444" y="132"/>
                        <a:pt x="1387" y="40"/>
                      </a:cubicBezTo>
                      <a:cubicBezTo>
                        <a:pt x="1346" y="14"/>
                        <a:pt x="1293" y="0"/>
                        <a:pt x="124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1" name="Google Shape;871;p40"/>
                <p:cNvSpPr/>
                <p:nvPr/>
              </p:nvSpPr>
              <p:spPr>
                <a:xfrm>
                  <a:off x="4470495" y="2333663"/>
                  <a:ext cx="52514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" h="2226" extrusionOk="0">
                      <a:moveTo>
                        <a:pt x="219" y="1"/>
                      </a:moveTo>
                      <a:cubicBezTo>
                        <a:pt x="174" y="1"/>
                        <a:pt x="130" y="15"/>
                        <a:pt x="93" y="39"/>
                      </a:cubicBezTo>
                      <a:cubicBezTo>
                        <a:pt x="1" y="131"/>
                        <a:pt x="1" y="280"/>
                        <a:pt x="93" y="365"/>
                      </a:cubicBezTo>
                      <a:lnTo>
                        <a:pt x="857" y="1136"/>
                      </a:lnTo>
                      <a:lnTo>
                        <a:pt x="93" y="1843"/>
                      </a:lnTo>
                      <a:cubicBezTo>
                        <a:pt x="1" y="1928"/>
                        <a:pt x="1" y="2077"/>
                        <a:pt x="93" y="2133"/>
                      </a:cubicBezTo>
                      <a:cubicBezTo>
                        <a:pt x="121" y="2197"/>
                        <a:pt x="178" y="2225"/>
                        <a:pt x="241" y="2225"/>
                      </a:cubicBezTo>
                      <a:cubicBezTo>
                        <a:pt x="298" y="2225"/>
                        <a:pt x="355" y="2197"/>
                        <a:pt x="383" y="2162"/>
                      </a:cubicBezTo>
                      <a:lnTo>
                        <a:pt x="1479" y="1164"/>
                      </a:lnTo>
                      <a:lnTo>
                        <a:pt x="383" y="75"/>
                      </a:lnTo>
                      <a:cubicBezTo>
                        <a:pt x="335" y="23"/>
                        <a:pt x="277" y="1"/>
                        <a:pt x="21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40"/>
                <p:cNvSpPr/>
                <p:nvPr/>
              </p:nvSpPr>
              <p:spPr>
                <a:xfrm>
                  <a:off x="4424582" y="2333663"/>
                  <a:ext cx="51237" cy="78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" h="2226" extrusionOk="0">
                      <a:moveTo>
                        <a:pt x="218" y="1"/>
                      </a:moveTo>
                      <a:cubicBezTo>
                        <a:pt x="172" y="1"/>
                        <a:pt x="126" y="15"/>
                        <a:pt x="85" y="39"/>
                      </a:cubicBezTo>
                      <a:cubicBezTo>
                        <a:pt x="0" y="131"/>
                        <a:pt x="0" y="280"/>
                        <a:pt x="85" y="365"/>
                      </a:cubicBezTo>
                      <a:lnTo>
                        <a:pt x="856" y="1136"/>
                      </a:lnTo>
                      <a:lnTo>
                        <a:pt x="85" y="1843"/>
                      </a:lnTo>
                      <a:cubicBezTo>
                        <a:pt x="0" y="1928"/>
                        <a:pt x="0" y="2077"/>
                        <a:pt x="85" y="2133"/>
                      </a:cubicBezTo>
                      <a:cubicBezTo>
                        <a:pt x="121" y="2197"/>
                        <a:pt x="177" y="2225"/>
                        <a:pt x="234" y="2225"/>
                      </a:cubicBezTo>
                      <a:cubicBezTo>
                        <a:pt x="297" y="2225"/>
                        <a:pt x="326" y="2197"/>
                        <a:pt x="382" y="2162"/>
                      </a:cubicBezTo>
                      <a:lnTo>
                        <a:pt x="1444" y="1164"/>
                      </a:lnTo>
                      <a:lnTo>
                        <a:pt x="382" y="75"/>
                      </a:lnTo>
                      <a:cubicBezTo>
                        <a:pt x="335" y="23"/>
                        <a:pt x="276" y="1"/>
                        <a:pt x="21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73" name="Google Shape;873;p40"/>
              <p:cNvSpPr/>
              <p:nvPr/>
            </p:nvSpPr>
            <p:spPr>
              <a:xfrm>
                <a:off x="4473760" y="1552892"/>
                <a:ext cx="16606" cy="71071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003" extrusionOk="0">
                    <a:moveTo>
                      <a:pt x="1" y="1"/>
                    </a:moveTo>
                    <a:lnTo>
                      <a:pt x="1" y="29"/>
                    </a:lnTo>
                    <a:cubicBezTo>
                      <a:pt x="383" y="588"/>
                      <a:pt x="411" y="1387"/>
                      <a:pt x="58" y="1946"/>
                    </a:cubicBezTo>
                    <a:cubicBezTo>
                      <a:pt x="58" y="1974"/>
                      <a:pt x="58" y="1974"/>
                      <a:pt x="86" y="2003"/>
                    </a:cubicBezTo>
                    <a:cubicBezTo>
                      <a:pt x="86" y="2003"/>
                      <a:pt x="114" y="2003"/>
                      <a:pt x="114" y="1974"/>
                    </a:cubicBezTo>
                    <a:cubicBezTo>
                      <a:pt x="468" y="1387"/>
                      <a:pt x="440" y="560"/>
                      <a:pt x="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40"/>
              <p:cNvSpPr/>
              <p:nvPr/>
            </p:nvSpPr>
            <p:spPr>
              <a:xfrm>
                <a:off x="3372342" y="1752689"/>
                <a:ext cx="40947" cy="59540"/>
              </a:xfrm>
              <a:custGeom>
                <a:avLst/>
                <a:gdLst/>
                <a:ahLst/>
                <a:cxnLst/>
                <a:rect l="l" t="t" r="r" b="b"/>
                <a:pathLst>
                  <a:path w="1154" h="1678" extrusionOk="0">
                    <a:moveTo>
                      <a:pt x="595" y="58"/>
                    </a:moveTo>
                    <a:cubicBezTo>
                      <a:pt x="857" y="58"/>
                      <a:pt x="1090" y="411"/>
                      <a:pt x="1090" y="850"/>
                    </a:cubicBezTo>
                    <a:cubicBezTo>
                      <a:pt x="1090" y="1267"/>
                      <a:pt x="857" y="1621"/>
                      <a:pt x="595" y="1621"/>
                    </a:cubicBezTo>
                    <a:cubicBezTo>
                      <a:pt x="298" y="1621"/>
                      <a:pt x="64" y="1267"/>
                      <a:pt x="64" y="850"/>
                    </a:cubicBezTo>
                    <a:cubicBezTo>
                      <a:pt x="64" y="411"/>
                      <a:pt x="298" y="58"/>
                      <a:pt x="595" y="58"/>
                    </a:cubicBezTo>
                    <a:close/>
                    <a:moveTo>
                      <a:pt x="595" y="1"/>
                    </a:moveTo>
                    <a:cubicBezTo>
                      <a:pt x="269" y="1"/>
                      <a:pt x="1" y="383"/>
                      <a:pt x="1" y="850"/>
                    </a:cubicBezTo>
                    <a:cubicBezTo>
                      <a:pt x="1" y="1296"/>
                      <a:pt x="269" y="1678"/>
                      <a:pt x="595" y="1678"/>
                    </a:cubicBezTo>
                    <a:cubicBezTo>
                      <a:pt x="885" y="1678"/>
                      <a:pt x="1154" y="1296"/>
                      <a:pt x="1154" y="850"/>
                    </a:cubicBezTo>
                    <a:cubicBezTo>
                      <a:pt x="1154" y="383"/>
                      <a:pt x="885" y="1"/>
                      <a:pt x="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0"/>
              <p:cNvSpPr/>
              <p:nvPr/>
            </p:nvSpPr>
            <p:spPr>
              <a:xfrm>
                <a:off x="4551074" y="1770287"/>
                <a:ext cx="34702" cy="52479"/>
              </a:xfrm>
              <a:custGeom>
                <a:avLst/>
                <a:gdLst/>
                <a:ahLst/>
                <a:cxnLst/>
                <a:rect l="l" t="t" r="r" b="b"/>
                <a:pathLst>
                  <a:path w="978" h="1479" extrusionOk="0">
                    <a:moveTo>
                      <a:pt x="475" y="64"/>
                    </a:moveTo>
                    <a:cubicBezTo>
                      <a:pt x="737" y="64"/>
                      <a:pt x="913" y="389"/>
                      <a:pt x="913" y="743"/>
                    </a:cubicBezTo>
                    <a:cubicBezTo>
                      <a:pt x="913" y="1125"/>
                      <a:pt x="737" y="1415"/>
                      <a:pt x="475" y="1415"/>
                    </a:cubicBezTo>
                    <a:cubicBezTo>
                      <a:pt x="234" y="1415"/>
                      <a:pt x="57" y="1125"/>
                      <a:pt x="57" y="743"/>
                    </a:cubicBezTo>
                    <a:cubicBezTo>
                      <a:pt x="57" y="389"/>
                      <a:pt x="234" y="64"/>
                      <a:pt x="475" y="64"/>
                    </a:cubicBezTo>
                    <a:close/>
                    <a:moveTo>
                      <a:pt x="475" y="0"/>
                    </a:moveTo>
                    <a:cubicBezTo>
                      <a:pt x="206" y="0"/>
                      <a:pt x="1" y="354"/>
                      <a:pt x="1" y="743"/>
                    </a:cubicBezTo>
                    <a:cubicBezTo>
                      <a:pt x="1" y="1153"/>
                      <a:pt x="206" y="1479"/>
                      <a:pt x="475" y="1479"/>
                    </a:cubicBezTo>
                    <a:cubicBezTo>
                      <a:pt x="765" y="1479"/>
                      <a:pt x="977" y="1153"/>
                      <a:pt x="977" y="743"/>
                    </a:cubicBezTo>
                    <a:cubicBezTo>
                      <a:pt x="977" y="354"/>
                      <a:pt x="765" y="0"/>
                      <a:pt x="4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40"/>
              <p:cNvSpPr/>
              <p:nvPr/>
            </p:nvSpPr>
            <p:spPr>
              <a:xfrm>
                <a:off x="3997846" y="1767271"/>
                <a:ext cx="35695" cy="52230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1472" extrusionOk="0">
                    <a:moveTo>
                      <a:pt x="503" y="57"/>
                    </a:moveTo>
                    <a:cubicBezTo>
                      <a:pt x="737" y="57"/>
                      <a:pt x="942" y="354"/>
                      <a:pt x="942" y="736"/>
                    </a:cubicBezTo>
                    <a:cubicBezTo>
                      <a:pt x="942" y="1090"/>
                      <a:pt x="737" y="1415"/>
                      <a:pt x="503" y="1415"/>
                    </a:cubicBezTo>
                    <a:cubicBezTo>
                      <a:pt x="263" y="1415"/>
                      <a:pt x="58" y="1090"/>
                      <a:pt x="58" y="736"/>
                    </a:cubicBezTo>
                    <a:cubicBezTo>
                      <a:pt x="58" y="354"/>
                      <a:pt x="263" y="57"/>
                      <a:pt x="503" y="57"/>
                    </a:cubicBezTo>
                    <a:close/>
                    <a:moveTo>
                      <a:pt x="503" y="0"/>
                    </a:moveTo>
                    <a:cubicBezTo>
                      <a:pt x="234" y="0"/>
                      <a:pt x="1" y="326"/>
                      <a:pt x="1" y="736"/>
                    </a:cubicBezTo>
                    <a:cubicBezTo>
                      <a:pt x="1" y="1118"/>
                      <a:pt x="234" y="1472"/>
                      <a:pt x="503" y="1472"/>
                    </a:cubicBezTo>
                    <a:cubicBezTo>
                      <a:pt x="765" y="1472"/>
                      <a:pt x="1006" y="1118"/>
                      <a:pt x="1006" y="736"/>
                    </a:cubicBezTo>
                    <a:cubicBezTo>
                      <a:pt x="1006" y="326"/>
                      <a:pt x="765" y="0"/>
                      <a:pt x="5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40"/>
              <p:cNvSpPr/>
              <p:nvPr/>
            </p:nvSpPr>
            <p:spPr>
              <a:xfrm>
                <a:off x="4298055" y="2172613"/>
                <a:ext cx="48008" cy="124827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518" extrusionOk="0">
                    <a:moveTo>
                      <a:pt x="857" y="72"/>
                    </a:moveTo>
                    <a:cubicBezTo>
                      <a:pt x="1119" y="129"/>
                      <a:pt x="1211" y="454"/>
                      <a:pt x="1239" y="574"/>
                    </a:cubicBezTo>
                    <a:cubicBezTo>
                      <a:pt x="1295" y="836"/>
                      <a:pt x="1295" y="1077"/>
                      <a:pt x="1239" y="1338"/>
                    </a:cubicBezTo>
                    <a:cubicBezTo>
                      <a:pt x="1211" y="1430"/>
                      <a:pt x="1175" y="1544"/>
                      <a:pt x="1147" y="1636"/>
                    </a:cubicBezTo>
                    <a:cubicBezTo>
                      <a:pt x="1090" y="1841"/>
                      <a:pt x="998" y="2074"/>
                      <a:pt x="1034" y="2279"/>
                    </a:cubicBezTo>
                    <a:cubicBezTo>
                      <a:pt x="1034" y="2400"/>
                      <a:pt x="1062" y="2492"/>
                      <a:pt x="1090" y="2605"/>
                    </a:cubicBezTo>
                    <a:cubicBezTo>
                      <a:pt x="1090" y="2725"/>
                      <a:pt x="1147" y="2845"/>
                      <a:pt x="1119" y="2958"/>
                    </a:cubicBezTo>
                    <a:cubicBezTo>
                      <a:pt x="1119" y="3199"/>
                      <a:pt x="913" y="3461"/>
                      <a:pt x="680" y="3461"/>
                    </a:cubicBezTo>
                    <a:lnTo>
                      <a:pt x="560" y="3461"/>
                    </a:lnTo>
                    <a:cubicBezTo>
                      <a:pt x="263" y="3376"/>
                      <a:pt x="86" y="2987"/>
                      <a:pt x="86" y="2753"/>
                    </a:cubicBezTo>
                    <a:cubicBezTo>
                      <a:pt x="57" y="2548"/>
                      <a:pt x="149" y="2343"/>
                      <a:pt x="206" y="2138"/>
                    </a:cubicBezTo>
                    <a:cubicBezTo>
                      <a:pt x="263" y="1961"/>
                      <a:pt x="326" y="1784"/>
                      <a:pt x="326" y="1607"/>
                    </a:cubicBezTo>
                    <a:cubicBezTo>
                      <a:pt x="326" y="1430"/>
                      <a:pt x="291" y="1282"/>
                      <a:pt x="263" y="1105"/>
                    </a:cubicBezTo>
                    <a:cubicBezTo>
                      <a:pt x="263" y="1077"/>
                      <a:pt x="234" y="1013"/>
                      <a:pt x="234" y="956"/>
                    </a:cubicBezTo>
                    <a:cubicBezTo>
                      <a:pt x="206" y="780"/>
                      <a:pt x="178" y="546"/>
                      <a:pt x="291" y="334"/>
                    </a:cubicBezTo>
                    <a:cubicBezTo>
                      <a:pt x="383" y="192"/>
                      <a:pt x="560" y="72"/>
                      <a:pt x="737" y="72"/>
                    </a:cubicBezTo>
                    <a:close/>
                    <a:moveTo>
                      <a:pt x="741" y="1"/>
                    </a:moveTo>
                    <a:cubicBezTo>
                      <a:pt x="537" y="1"/>
                      <a:pt x="335" y="133"/>
                      <a:pt x="234" y="306"/>
                    </a:cubicBezTo>
                    <a:cubicBezTo>
                      <a:pt x="114" y="546"/>
                      <a:pt x="149" y="780"/>
                      <a:pt x="178" y="956"/>
                    </a:cubicBezTo>
                    <a:cubicBezTo>
                      <a:pt x="178" y="1013"/>
                      <a:pt x="206" y="1077"/>
                      <a:pt x="206" y="1133"/>
                    </a:cubicBezTo>
                    <a:cubicBezTo>
                      <a:pt x="234" y="1282"/>
                      <a:pt x="263" y="1430"/>
                      <a:pt x="263" y="1572"/>
                    </a:cubicBezTo>
                    <a:cubicBezTo>
                      <a:pt x="263" y="1784"/>
                      <a:pt x="206" y="1961"/>
                      <a:pt x="149" y="2138"/>
                    </a:cubicBezTo>
                    <a:cubicBezTo>
                      <a:pt x="86" y="2343"/>
                      <a:pt x="1" y="2548"/>
                      <a:pt x="29" y="2753"/>
                    </a:cubicBezTo>
                    <a:cubicBezTo>
                      <a:pt x="29" y="3022"/>
                      <a:pt x="234" y="3432"/>
                      <a:pt x="531" y="3517"/>
                    </a:cubicBezTo>
                    <a:lnTo>
                      <a:pt x="680" y="3517"/>
                    </a:lnTo>
                    <a:cubicBezTo>
                      <a:pt x="970" y="3517"/>
                      <a:pt x="1175" y="3227"/>
                      <a:pt x="1175" y="2958"/>
                    </a:cubicBezTo>
                    <a:cubicBezTo>
                      <a:pt x="1211" y="2845"/>
                      <a:pt x="1147" y="2725"/>
                      <a:pt x="1119" y="2576"/>
                    </a:cubicBezTo>
                    <a:cubicBezTo>
                      <a:pt x="1119" y="2492"/>
                      <a:pt x="1090" y="2371"/>
                      <a:pt x="1090" y="2279"/>
                    </a:cubicBezTo>
                    <a:cubicBezTo>
                      <a:pt x="1062" y="2074"/>
                      <a:pt x="1147" y="1869"/>
                      <a:pt x="1211" y="1664"/>
                    </a:cubicBezTo>
                    <a:cubicBezTo>
                      <a:pt x="1239" y="1544"/>
                      <a:pt x="1267" y="1459"/>
                      <a:pt x="1295" y="1338"/>
                    </a:cubicBezTo>
                    <a:cubicBezTo>
                      <a:pt x="1352" y="1105"/>
                      <a:pt x="1352" y="836"/>
                      <a:pt x="1295" y="574"/>
                    </a:cubicBezTo>
                    <a:cubicBezTo>
                      <a:pt x="1267" y="426"/>
                      <a:pt x="1175" y="100"/>
                      <a:pt x="857" y="16"/>
                    </a:cubicBezTo>
                    <a:cubicBezTo>
                      <a:pt x="819" y="5"/>
                      <a:pt x="780" y="1"/>
                      <a:pt x="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0"/>
              <p:cNvSpPr/>
              <p:nvPr/>
            </p:nvSpPr>
            <p:spPr>
              <a:xfrm>
                <a:off x="4346026" y="1562188"/>
                <a:ext cx="104709" cy="53508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508" extrusionOk="0">
                    <a:moveTo>
                      <a:pt x="1479" y="64"/>
                    </a:moveTo>
                    <a:cubicBezTo>
                      <a:pt x="2186" y="64"/>
                      <a:pt x="2773" y="651"/>
                      <a:pt x="2893" y="772"/>
                    </a:cubicBezTo>
                    <a:cubicBezTo>
                      <a:pt x="2773" y="885"/>
                      <a:pt x="2186" y="1444"/>
                      <a:pt x="1479" y="1444"/>
                    </a:cubicBezTo>
                    <a:cubicBezTo>
                      <a:pt x="799" y="1444"/>
                      <a:pt x="212" y="885"/>
                      <a:pt x="92" y="772"/>
                    </a:cubicBezTo>
                    <a:cubicBezTo>
                      <a:pt x="212" y="651"/>
                      <a:pt x="799" y="64"/>
                      <a:pt x="1479" y="64"/>
                    </a:cubicBezTo>
                    <a:close/>
                    <a:moveTo>
                      <a:pt x="1479" y="0"/>
                    </a:moveTo>
                    <a:cubicBezTo>
                      <a:pt x="679" y="0"/>
                      <a:pt x="35" y="736"/>
                      <a:pt x="35" y="736"/>
                    </a:cubicBezTo>
                    <a:lnTo>
                      <a:pt x="0" y="772"/>
                    </a:lnTo>
                    <a:lnTo>
                      <a:pt x="35" y="772"/>
                    </a:lnTo>
                    <a:cubicBezTo>
                      <a:pt x="35" y="800"/>
                      <a:pt x="679" y="1507"/>
                      <a:pt x="1479" y="1507"/>
                    </a:cubicBezTo>
                    <a:cubicBezTo>
                      <a:pt x="2271" y="1507"/>
                      <a:pt x="2922" y="800"/>
                      <a:pt x="2950" y="772"/>
                    </a:cubicBezTo>
                    <a:lnTo>
                      <a:pt x="2950" y="736"/>
                    </a:lnTo>
                    <a:cubicBezTo>
                      <a:pt x="2922" y="736"/>
                      <a:pt x="2271" y="0"/>
                      <a:pt x="14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40"/>
              <p:cNvSpPr/>
              <p:nvPr/>
            </p:nvSpPr>
            <p:spPr>
              <a:xfrm>
                <a:off x="4376398" y="1563182"/>
                <a:ext cx="43963" cy="51521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452" extrusionOk="0">
                    <a:moveTo>
                      <a:pt x="623" y="1"/>
                    </a:moveTo>
                    <a:cubicBezTo>
                      <a:pt x="269" y="1"/>
                      <a:pt x="0" y="326"/>
                      <a:pt x="0" y="744"/>
                    </a:cubicBezTo>
                    <a:cubicBezTo>
                      <a:pt x="0" y="1126"/>
                      <a:pt x="269" y="1451"/>
                      <a:pt x="623" y="1451"/>
                    </a:cubicBezTo>
                    <a:cubicBezTo>
                      <a:pt x="976" y="1451"/>
                      <a:pt x="1238" y="1126"/>
                      <a:pt x="1238" y="744"/>
                    </a:cubicBezTo>
                    <a:cubicBezTo>
                      <a:pt x="1238" y="326"/>
                      <a:pt x="976" y="1"/>
                      <a:pt x="6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40"/>
              <p:cNvSpPr/>
              <p:nvPr/>
            </p:nvSpPr>
            <p:spPr>
              <a:xfrm>
                <a:off x="4306358" y="1388754"/>
                <a:ext cx="17848" cy="44956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67" extrusionOk="0">
                    <a:moveTo>
                      <a:pt x="503" y="0"/>
                    </a:moveTo>
                    <a:cubicBezTo>
                      <a:pt x="474" y="0"/>
                      <a:pt x="474" y="0"/>
                      <a:pt x="446" y="28"/>
                    </a:cubicBezTo>
                    <a:lnTo>
                      <a:pt x="29" y="1238"/>
                    </a:lnTo>
                    <a:cubicBezTo>
                      <a:pt x="0" y="1238"/>
                      <a:pt x="29" y="1266"/>
                      <a:pt x="29" y="1266"/>
                    </a:cubicBezTo>
                    <a:lnTo>
                      <a:pt x="57" y="1266"/>
                    </a:lnTo>
                    <a:lnTo>
                      <a:pt x="57" y="1238"/>
                    </a:lnTo>
                    <a:lnTo>
                      <a:pt x="503" y="28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0"/>
              <p:cNvSpPr/>
              <p:nvPr/>
            </p:nvSpPr>
            <p:spPr>
              <a:xfrm>
                <a:off x="4326192" y="1388754"/>
                <a:ext cx="17848" cy="44956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67" extrusionOk="0">
                    <a:moveTo>
                      <a:pt x="502" y="0"/>
                    </a:moveTo>
                    <a:cubicBezTo>
                      <a:pt x="474" y="0"/>
                      <a:pt x="446" y="0"/>
                      <a:pt x="446" y="28"/>
                    </a:cubicBezTo>
                    <a:lnTo>
                      <a:pt x="0" y="1238"/>
                    </a:lnTo>
                    <a:lnTo>
                      <a:pt x="28" y="1266"/>
                    </a:lnTo>
                    <a:cubicBezTo>
                      <a:pt x="64" y="1266"/>
                      <a:pt x="64" y="1266"/>
                      <a:pt x="64" y="1238"/>
                    </a:cubicBezTo>
                    <a:lnTo>
                      <a:pt x="502" y="28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40"/>
              <p:cNvSpPr/>
              <p:nvPr/>
            </p:nvSpPr>
            <p:spPr>
              <a:xfrm>
                <a:off x="3872348" y="1550657"/>
                <a:ext cx="17883" cy="4520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274" extrusionOk="0">
                    <a:moveTo>
                      <a:pt x="475" y="0"/>
                    </a:moveTo>
                    <a:cubicBezTo>
                      <a:pt x="475" y="0"/>
                      <a:pt x="439" y="0"/>
                      <a:pt x="439" y="35"/>
                    </a:cubicBezTo>
                    <a:lnTo>
                      <a:pt x="1" y="1238"/>
                    </a:lnTo>
                    <a:cubicBezTo>
                      <a:pt x="1" y="1238"/>
                      <a:pt x="1" y="1273"/>
                      <a:pt x="29" y="1273"/>
                    </a:cubicBezTo>
                    <a:cubicBezTo>
                      <a:pt x="57" y="1273"/>
                      <a:pt x="57" y="1273"/>
                      <a:pt x="57" y="1238"/>
                    </a:cubicBezTo>
                    <a:lnTo>
                      <a:pt x="503" y="35"/>
                    </a:lnTo>
                    <a:cubicBezTo>
                      <a:pt x="503" y="35"/>
                      <a:pt x="503" y="0"/>
                      <a:pt x="4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40"/>
              <p:cNvSpPr/>
              <p:nvPr/>
            </p:nvSpPr>
            <p:spPr>
              <a:xfrm>
                <a:off x="4058590" y="1767271"/>
                <a:ext cx="17635" cy="44956"/>
              </a:xfrm>
              <a:custGeom>
                <a:avLst/>
                <a:gdLst/>
                <a:ahLst/>
                <a:cxnLst/>
                <a:rect l="l" t="t" r="r" b="b"/>
                <a:pathLst>
                  <a:path w="497" h="1267" extrusionOk="0">
                    <a:moveTo>
                      <a:pt x="468" y="0"/>
                    </a:moveTo>
                    <a:cubicBezTo>
                      <a:pt x="440" y="0"/>
                      <a:pt x="440" y="29"/>
                      <a:pt x="440" y="29"/>
                    </a:cubicBezTo>
                    <a:lnTo>
                      <a:pt x="1" y="1238"/>
                    </a:lnTo>
                    <a:lnTo>
                      <a:pt x="1" y="1267"/>
                    </a:lnTo>
                    <a:lnTo>
                      <a:pt x="58" y="1267"/>
                    </a:lnTo>
                    <a:lnTo>
                      <a:pt x="496" y="57"/>
                    </a:lnTo>
                    <a:cubicBezTo>
                      <a:pt x="496" y="29"/>
                      <a:pt x="496" y="29"/>
                      <a:pt x="4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40"/>
              <p:cNvSpPr/>
              <p:nvPr/>
            </p:nvSpPr>
            <p:spPr>
              <a:xfrm>
                <a:off x="3980034" y="1534087"/>
                <a:ext cx="7309" cy="830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34" extrusionOk="0">
                    <a:moveTo>
                      <a:pt x="93" y="0"/>
                    </a:moveTo>
                    <a:cubicBezTo>
                      <a:pt x="29" y="0"/>
                      <a:pt x="1" y="57"/>
                      <a:pt x="1" y="113"/>
                    </a:cubicBezTo>
                    <a:cubicBezTo>
                      <a:pt x="1" y="177"/>
                      <a:pt x="29" y="234"/>
                      <a:pt x="93" y="234"/>
                    </a:cubicBezTo>
                    <a:cubicBezTo>
                      <a:pt x="149" y="234"/>
                      <a:pt x="206" y="177"/>
                      <a:pt x="206" y="113"/>
                    </a:cubicBezTo>
                    <a:cubicBezTo>
                      <a:pt x="206" y="57"/>
                      <a:pt x="149" y="0"/>
                      <a:pt x="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40"/>
              <p:cNvSpPr/>
              <p:nvPr/>
            </p:nvSpPr>
            <p:spPr>
              <a:xfrm>
                <a:off x="3979041" y="1533058"/>
                <a:ext cx="9332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91" extrusionOk="0">
                    <a:moveTo>
                      <a:pt x="121" y="57"/>
                    </a:moveTo>
                    <a:cubicBezTo>
                      <a:pt x="177" y="57"/>
                      <a:pt x="206" y="86"/>
                      <a:pt x="206" y="142"/>
                    </a:cubicBezTo>
                    <a:cubicBezTo>
                      <a:pt x="206" y="178"/>
                      <a:pt x="177" y="234"/>
                      <a:pt x="121" y="234"/>
                    </a:cubicBezTo>
                    <a:cubicBezTo>
                      <a:pt x="85" y="234"/>
                      <a:pt x="57" y="178"/>
                      <a:pt x="57" y="142"/>
                    </a:cubicBezTo>
                    <a:cubicBezTo>
                      <a:pt x="57" y="86"/>
                      <a:pt x="85" y="57"/>
                      <a:pt x="121" y="57"/>
                    </a:cubicBezTo>
                    <a:close/>
                    <a:moveTo>
                      <a:pt x="121" y="1"/>
                    </a:moveTo>
                    <a:cubicBezTo>
                      <a:pt x="57" y="1"/>
                      <a:pt x="0" y="57"/>
                      <a:pt x="0" y="142"/>
                    </a:cubicBezTo>
                    <a:cubicBezTo>
                      <a:pt x="0" y="234"/>
                      <a:pt x="57" y="291"/>
                      <a:pt x="121" y="291"/>
                    </a:cubicBezTo>
                    <a:cubicBezTo>
                      <a:pt x="206" y="291"/>
                      <a:pt x="262" y="234"/>
                      <a:pt x="262" y="142"/>
                    </a:cubicBezTo>
                    <a:cubicBezTo>
                      <a:pt x="262" y="57"/>
                      <a:pt x="206" y="1"/>
                      <a:pt x="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40"/>
              <p:cNvSpPr/>
              <p:nvPr/>
            </p:nvSpPr>
            <p:spPr>
              <a:xfrm>
                <a:off x="3980034" y="1553921"/>
                <a:ext cx="7309" cy="7309"/>
              </a:xfrm>
              <a:custGeom>
                <a:avLst/>
                <a:gdLst/>
                <a:ahLst/>
                <a:cxnLst/>
                <a:rect l="l" t="t" r="r" b="b"/>
                <a:pathLst>
                  <a:path w="206" h="206" extrusionOk="0">
                    <a:moveTo>
                      <a:pt x="93" y="0"/>
                    </a:moveTo>
                    <a:cubicBezTo>
                      <a:pt x="29" y="0"/>
                      <a:pt x="1" y="28"/>
                      <a:pt x="1" y="85"/>
                    </a:cubicBezTo>
                    <a:cubicBezTo>
                      <a:pt x="1" y="177"/>
                      <a:pt x="29" y="205"/>
                      <a:pt x="93" y="205"/>
                    </a:cubicBezTo>
                    <a:cubicBezTo>
                      <a:pt x="149" y="205"/>
                      <a:pt x="206" y="177"/>
                      <a:pt x="206" y="85"/>
                    </a:cubicBezTo>
                    <a:cubicBezTo>
                      <a:pt x="206" y="28"/>
                      <a:pt x="149" y="0"/>
                      <a:pt x="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40"/>
              <p:cNvSpPr/>
              <p:nvPr/>
            </p:nvSpPr>
            <p:spPr>
              <a:xfrm>
                <a:off x="3979041" y="1552892"/>
                <a:ext cx="9332" cy="933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63" extrusionOk="0">
                    <a:moveTo>
                      <a:pt x="121" y="57"/>
                    </a:moveTo>
                    <a:cubicBezTo>
                      <a:pt x="177" y="57"/>
                      <a:pt x="206" y="86"/>
                      <a:pt x="206" y="114"/>
                    </a:cubicBezTo>
                    <a:cubicBezTo>
                      <a:pt x="206" y="178"/>
                      <a:pt x="177" y="206"/>
                      <a:pt x="121" y="206"/>
                    </a:cubicBezTo>
                    <a:cubicBezTo>
                      <a:pt x="85" y="206"/>
                      <a:pt x="57" y="178"/>
                      <a:pt x="57" y="114"/>
                    </a:cubicBezTo>
                    <a:cubicBezTo>
                      <a:pt x="57" y="86"/>
                      <a:pt x="85" y="57"/>
                      <a:pt x="121" y="57"/>
                    </a:cubicBezTo>
                    <a:close/>
                    <a:moveTo>
                      <a:pt x="121" y="1"/>
                    </a:moveTo>
                    <a:cubicBezTo>
                      <a:pt x="57" y="1"/>
                      <a:pt x="0" y="57"/>
                      <a:pt x="0" y="114"/>
                    </a:cubicBezTo>
                    <a:cubicBezTo>
                      <a:pt x="0" y="206"/>
                      <a:pt x="57" y="262"/>
                      <a:pt x="121" y="262"/>
                    </a:cubicBezTo>
                    <a:cubicBezTo>
                      <a:pt x="206" y="262"/>
                      <a:pt x="262" y="206"/>
                      <a:pt x="262" y="114"/>
                    </a:cubicBezTo>
                    <a:cubicBezTo>
                      <a:pt x="262" y="57"/>
                      <a:pt x="206" y="1"/>
                      <a:pt x="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0"/>
              <p:cNvSpPr/>
              <p:nvPr/>
            </p:nvSpPr>
            <p:spPr>
              <a:xfrm>
                <a:off x="4011400" y="1521526"/>
                <a:ext cx="36689" cy="5223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1472" extrusionOk="0">
                    <a:moveTo>
                      <a:pt x="532" y="57"/>
                    </a:moveTo>
                    <a:cubicBezTo>
                      <a:pt x="765" y="57"/>
                      <a:pt x="977" y="354"/>
                      <a:pt x="977" y="736"/>
                    </a:cubicBezTo>
                    <a:cubicBezTo>
                      <a:pt x="977" y="1118"/>
                      <a:pt x="765" y="1415"/>
                      <a:pt x="532" y="1415"/>
                    </a:cubicBezTo>
                    <a:cubicBezTo>
                      <a:pt x="270" y="1415"/>
                      <a:pt x="58" y="1118"/>
                      <a:pt x="58" y="736"/>
                    </a:cubicBezTo>
                    <a:cubicBezTo>
                      <a:pt x="58" y="354"/>
                      <a:pt x="270" y="57"/>
                      <a:pt x="532" y="57"/>
                    </a:cubicBezTo>
                    <a:close/>
                    <a:moveTo>
                      <a:pt x="532" y="0"/>
                    </a:moveTo>
                    <a:cubicBezTo>
                      <a:pt x="234" y="0"/>
                      <a:pt x="1" y="326"/>
                      <a:pt x="1" y="736"/>
                    </a:cubicBezTo>
                    <a:cubicBezTo>
                      <a:pt x="1" y="1146"/>
                      <a:pt x="234" y="1472"/>
                      <a:pt x="532" y="1472"/>
                    </a:cubicBezTo>
                    <a:cubicBezTo>
                      <a:pt x="800" y="1472"/>
                      <a:pt x="1034" y="1146"/>
                      <a:pt x="1034" y="736"/>
                    </a:cubicBezTo>
                    <a:cubicBezTo>
                      <a:pt x="1034" y="326"/>
                      <a:pt x="800" y="0"/>
                      <a:pt x="5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0"/>
              <p:cNvSpPr/>
              <p:nvPr/>
            </p:nvSpPr>
            <p:spPr>
              <a:xfrm>
                <a:off x="4065899" y="1521526"/>
                <a:ext cx="36653" cy="52230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472" extrusionOk="0">
                    <a:moveTo>
                      <a:pt x="531" y="57"/>
                    </a:moveTo>
                    <a:cubicBezTo>
                      <a:pt x="764" y="57"/>
                      <a:pt x="969" y="354"/>
                      <a:pt x="969" y="736"/>
                    </a:cubicBezTo>
                    <a:cubicBezTo>
                      <a:pt x="969" y="1118"/>
                      <a:pt x="764" y="1415"/>
                      <a:pt x="531" y="1415"/>
                    </a:cubicBezTo>
                    <a:cubicBezTo>
                      <a:pt x="262" y="1415"/>
                      <a:pt x="57" y="1118"/>
                      <a:pt x="57" y="736"/>
                    </a:cubicBezTo>
                    <a:cubicBezTo>
                      <a:pt x="57" y="354"/>
                      <a:pt x="262" y="57"/>
                      <a:pt x="531" y="57"/>
                    </a:cubicBezTo>
                    <a:close/>
                    <a:moveTo>
                      <a:pt x="531" y="0"/>
                    </a:moveTo>
                    <a:cubicBezTo>
                      <a:pt x="234" y="0"/>
                      <a:pt x="0" y="326"/>
                      <a:pt x="0" y="736"/>
                    </a:cubicBezTo>
                    <a:cubicBezTo>
                      <a:pt x="0" y="1146"/>
                      <a:pt x="234" y="1472"/>
                      <a:pt x="531" y="1472"/>
                    </a:cubicBezTo>
                    <a:cubicBezTo>
                      <a:pt x="792" y="1472"/>
                      <a:pt x="1033" y="1146"/>
                      <a:pt x="1033" y="736"/>
                    </a:cubicBezTo>
                    <a:cubicBezTo>
                      <a:pt x="1033" y="326"/>
                      <a:pt x="792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0"/>
              <p:cNvSpPr/>
              <p:nvPr/>
            </p:nvSpPr>
            <p:spPr>
              <a:xfrm>
                <a:off x="3245850" y="1932438"/>
                <a:ext cx="37682" cy="49214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387" extrusionOk="0">
                    <a:moveTo>
                      <a:pt x="1005" y="0"/>
                    </a:moveTo>
                    <a:lnTo>
                      <a:pt x="0" y="736"/>
                    </a:lnTo>
                    <a:lnTo>
                      <a:pt x="941" y="1387"/>
                    </a:lnTo>
                    <a:lnTo>
                      <a:pt x="976" y="1387"/>
                    </a:lnTo>
                    <a:cubicBezTo>
                      <a:pt x="976" y="1387"/>
                      <a:pt x="1005" y="1387"/>
                      <a:pt x="1005" y="1358"/>
                    </a:cubicBezTo>
                    <a:lnTo>
                      <a:pt x="1005" y="1330"/>
                    </a:lnTo>
                    <a:lnTo>
                      <a:pt x="92" y="736"/>
                    </a:lnTo>
                    <a:lnTo>
                      <a:pt x="1033" y="64"/>
                    </a:lnTo>
                    <a:cubicBezTo>
                      <a:pt x="1061" y="64"/>
                      <a:pt x="1061" y="28"/>
                      <a:pt x="1061" y="28"/>
                    </a:cubicBezTo>
                    <a:cubicBezTo>
                      <a:pt x="1033" y="0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0"/>
              <p:cNvSpPr/>
              <p:nvPr/>
            </p:nvSpPr>
            <p:spPr>
              <a:xfrm>
                <a:off x="3370355" y="1934673"/>
                <a:ext cx="17848" cy="44992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268" extrusionOk="0">
                    <a:moveTo>
                      <a:pt x="474" y="1"/>
                    </a:moveTo>
                    <a:cubicBezTo>
                      <a:pt x="474" y="1"/>
                      <a:pt x="439" y="1"/>
                      <a:pt x="439" y="29"/>
                    </a:cubicBezTo>
                    <a:lnTo>
                      <a:pt x="0" y="1239"/>
                    </a:lnTo>
                    <a:cubicBezTo>
                      <a:pt x="0" y="1239"/>
                      <a:pt x="0" y="1267"/>
                      <a:pt x="28" y="1267"/>
                    </a:cubicBezTo>
                    <a:cubicBezTo>
                      <a:pt x="57" y="1267"/>
                      <a:pt x="57" y="1267"/>
                      <a:pt x="57" y="1239"/>
                    </a:cubicBezTo>
                    <a:lnTo>
                      <a:pt x="502" y="29"/>
                    </a:lnTo>
                    <a:cubicBezTo>
                      <a:pt x="502" y="29"/>
                      <a:pt x="502" y="1"/>
                      <a:pt x="4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40"/>
              <p:cNvSpPr/>
              <p:nvPr/>
            </p:nvSpPr>
            <p:spPr>
              <a:xfrm>
                <a:off x="3393418" y="1934673"/>
                <a:ext cx="17635" cy="44992"/>
              </a:xfrm>
              <a:custGeom>
                <a:avLst/>
                <a:gdLst/>
                <a:ahLst/>
                <a:cxnLst/>
                <a:rect l="l" t="t" r="r" b="b"/>
                <a:pathLst>
                  <a:path w="497" h="1268" extrusionOk="0">
                    <a:moveTo>
                      <a:pt x="496" y="1"/>
                    </a:moveTo>
                    <a:cubicBezTo>
                      <a:pt x="468" y="1"/>
                      <a:pt x="440" y="1"/>
                      <a:pt x="440" y="29"/>
                    </a:cubicBezTo>
                    <a:lnTo>
                      <a:pt x="1" y="1239"/>
                    </a:lnTo>
                    <a:lnTo>
                      <a:pt x="29" y="1267"/>
                    </a:lnTo>
                    <a:cubicBezTo>
                      <a:pt x="57" y="1267"/>
                      <a:pt x="57" y="1267"/>
                      <a:pt x="57" y="1239"/>
                    </a:cubicBezTo>
                    <a:lnTo>
                      <a:pt x="496" y="29"/>
                    </a:lnTo>
                    <a:lnTo>
                      <a:pt x="4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40"/>
              <p:cNvSpPr/>
              <p:nvPr/>
            </p:nvSpPr>
            <p:spPr>
              <a:xfrm>
                <a:off x="3306594" y="1940954"/>
                <a:ext cx="36689" cy="3016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850" extrusionOk="0">
                    <a:moveTo>
                      <a:pt x="0" y="1"/>
                    </a:moveTo>
                    <a:lnTo>
                      <a:pt x="0" y="850"/>
                    </a:lnTo>
                    <a:lnTo>
                      <a:pt x="1033" y="850"/>
                    </a:lnTo>
                    <a:lnTo>
                      <a:pt x="10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0"/>
              <p:cNvSpPr/>
              <p:nvPr/>
            </p:nvSpPr>
            <p:spPr>
              <a:xfrm>
                <a:off x="3343247" y="2131241"/>
                <a:ext cx="47972" cy="3566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1005" extrusionOk="0">
                    <a:moveTo>
                      <a:pt x="644" y="0"/>
                    </a:moveTo>
                    <a:lnTo>
                      <a:pt x="0" y="1005"/>
                    </a:lnTo>
                    <a:lnTo>
                      <a:pt x="1351" y="1005"/>
                    </a:lnTo>
                    <a:lnTo>
                      <a:pt x="6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0"/>
              <p:cNvSpPr/>
              <p:nvPr/>
            </p:nvSpPr>
            <p:spPr>
              <a:xfrm>
                <a:off x="3379615" y="2107114"/>
                <a:ext cx="30409" cy="89913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534" extrusionOk="0">
                    <a:moveTo>
                      <a:pt x="93" y="1"/>
                    </a:moveTo>
                    <a:cubicBezTo>
                      <a:pt x="64" y="1"/>
                      <a:pt x="64" y="29"/>
                      <a:pt x="64" y="29"/>
                    </a:cubicBezTo>
                    <a:cubicBezTo>
                      <a:pt x="64" y="58"/>
                      <a:pt x="64" y="58"/>
                      <a:pt x="93" y="58"/>
                    </a:cubicBezTo>
                    <a:cubicBezTo>
                      <a:pt x="326" y="58"/>
                      <a:pt x="531" y="270"/>
                      <a:pt x="531" y="503"/>
                    </a:cubicBezTo>
                    <a:lnTo>
                      <a:pt x="531" y="829"/>
                    </a:lnTo>
                    <a:cubicBezTo>
                      <a:pt x="531" y="977"/>
                      <a:pt x="567" y="1090"/>
                      <a:pt x="680" y="1182"/>
                    </a:cubicBezTo>
                    <a:lnTo>
                      <a:pt x="800" y="1296"/>
                    </a:lnTo>
                    <a:lnTo>
                      <a:pt x="708" y="1388"/>
                    </a:lnTo>
                    <a:cubicBezTo>
                      <a:pt x="623" y="1472"/>
                      <a:pt x="567" y="1621"/>
                      <a:pt x="567" y="1741"/>
                    </a:cubicBezTo>
                    <a:lnTo>
                      <a:pt x="567" y="2038"/>
                    </a:lnTo>
                    <a:cubicBezTo>
                      <a:pt x="567" y="2272"/>
                      <a:pt x="355" y="2477"/>
                      <a:pt x="121" y="2477"/>
                    </a:cubicBezTo>
                    <a:lnTo>
                      <a:pt x="36" y="2477"/>
                    </a:lnTo>
                    <a:cubicBezTo>
                      <a:pt x="36" y="2477"/>
                      <a:pt x="1" y="2477"/>
                      <a:pt x="1" y="2505"/>
                    </a:cubicBezTo>
                    <a:lnTo>
                      <a:pt x="36" y="2534"/>
                    </a:lnTo>
                    <a:lnTo>
                      <a:pt x="121" y="2534"/>
                    </a:lnTo>
                    <a:cubicBezTo>
                      <a:pt x="390" y="2534"/>
                      <a:pt x="623" y="2300"/>
                      <a:pt x="623" y="2038"/>
                    </a:cubicBezTo>
                    <a:lnTo>
                      <a:pt x="623" y="1741"/>
                    </a:lnTo>
                    <a:cubicBezTo>
                      <a:pt x="623" y="1621"/>
                      <a:pt x="680" y="1508"/>
                      <a:pt x="744" y="1416"/>
                    </a:cubicBezTo>
                    <a:lnTo>
                      <a:pt x="857" y="1296"/>
                    </a:lnTo>
                    <a:lnTo>
                      <a:pt x="708" y="1154"/>
                    </a:lnTo>
                    <a:cubicBezTo>
                      <a:pt x="623" y="1062"/>
                      <a:pt x="595" y="942"/>
                      <a:pt x="595" y="829"/>
                    </a:cubicBezTo>
                    <a:lnTo>
                      <a:pt x="595" y="503"/>
                    </a:lnTo>
                    <a:cubicBezTo>
                      <a:pt x="595" y="234"/>
                      <a:pt x="355" y="1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40"/>
              <p:cNvSpPr/>
              <p:nvPr/>
            </p:nvSpPr>
            <p:spPr>
              <a:xfrm>
                <a:off x="3315855" y="2105127"/>
                <a:ext cx="30409" cy="88884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505" extrusionOk="0">
                    <a:moveTo>
                      <a:pt x="800" y="0"/>
                    </a:moveTo>
                    <a:cubicBezTo>
                      <a:pt x="503" y="0"/>
                      <a:pt x="298" y="234"/>
                      <a:pt x="298" y="503"/>
                    </a:cubicBezTo>
                    <a:lnTo>
                      <a:pt x="298" y="821"/>
                    </a:lnTo>
                    <a:cubicBezTo>
                      <a:pt x="298" y="941"/>
                      <a:pt x="241" y="1062"/>
                      <a:pt x="149" y="1146"/>
                    </a:cubicBezTo>
                    <a:lnTo>
                      <a:pt x="1" y="1295"/>
                    </a:lnTo>
                    <a:lnTo>
                      <a:pt x="121" y="1415"/>
                    </a:lnTo>
                    <a:cubicBezTo>
                      <a:pt x="206" y="1500"/>
                      <a:pt x="241" y="1620"/>
                      <a:pt x="241" y="1741"/>
                    </a:cubicBezTo>
                    <a:lnTo>
                      <a:pt x="241" y="2002"/>
                    </a:lnTo>
                    <a:cubicBezTo>
                      <a:pt x="241" y="2300"/>
                      <a:pt x="475" y="2505"/>
                      <a:pt x="737" y="2505"/>
                    </a:cubicBezTo>
                    <a:lnTo>
                      <a:pt x="829" y="2505"/>
                    </a:lnTo>
                    <a:cubicBezTo>
                      <a:pt x="829" y="2505"/>
                      <a:pt x="857" y="2505"/>
                      <a:pt x="857" y="2476"/>
                    </a:cubicBezTo>
                    <a:lnTo>
                      <a:pt x="829" y="2448"/>
                    </a:lnTo>
                    <a:lnTo>
                      <a:pt x="737" y="2448"/>
                    </a:lnTo>
                    <a:cubicBezTo>
                      <a:pt x="503" y="2448"/>
                      <a:pt x="298" y="2271"/>
                      <a:pt x="298" y="2002"/>
                    </a:cubicBezTo>
                    <a:lnTo>
                      <a:pt x="298" y="1741"/>
                    </a:lnTo>
                    <a:cubicBezTo>
                      <a:pt x="298" y="1592"/>
                      <a:pt x="270" y="1472"/>
                      <a:pt x="149" y="1387"/>
                    </a:cubicBezTo>
                    <a:lnTo>
                      <a:pt x="93" y="1295"/>
                    </a:lnTo>
                    <a:lnTo>
                      <a:pt x="206" y="1175"/>
                    </a:lnTo>
                    <a:cubicBezTo>
                      <a:pt x="298" y="1090"/>
                      <a:pt x="355" y="970"/>
                      <a:pt x="355" y="821"/>
                    </a:cubicBezTo>
                    <a:lnTo>
                      <a:pt x="355" y="503"/>
                    </a:lnTo>
                    <a:cubicBezTo>
                      <a:pt x="355" y="262"/>
                      <a:pt x="560" y="57"/>
                      <a:pt x="800" y="57"/>
                    </a:cubicBezTo>
                    <a:cubicBezTo>
                      <a:pt x="800" y="57"/>
                      <a:pt x="829" y="57"/>
                      <a:pt x="829" y="29"/>
                    </a:cubicBezTo>
                    <a:cubicBezTo>
                      <a:pt x="829" y="0"/>
                      <a:pt x="800" y="0"/>
                      <a:pt x="8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40"/>
              <p:cNvSpPr/>
              <p:nvPr/>
            </p:nvSpPr>
            <p:spPr>
              <a:xfrm>
                <a:off x="3360810" y="2193972"/>
                <a:ext cx="9580" cy="1987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560" extrusionOk="0">
                    <a:moveTo>
                      <a:pt x="241" y="1"/>
                    </a:moveTo>
                    <a:cubicBezTo>
                      <a:pt x="241" y="1"/>
                      <a:pt x="212" y="1"/>
                      <a:pt x="212" y="29"/>
                    </a:cubicBezTo>
                    <a:lnTo>
                      <a:pt x="0" y="531"/>
                    </a:lnTo>
                    <a:cubicBezTo>
                      <a:pt x="0" y="560"/>
                      <a:pt x="0" y="560"/>
                      <a:pt x="36" y="560"/>
                    </a:cubicBezTo>
                    <a:lnTo>
                      <a:pt x="64" y="560"/>
                    </a:lnTo>
                    <a:lnTo>
                      <a:pt x="269" y="29"/>
                    </a:lnTo>
                    <a:cubicBezTo>
                      <a:pt x="269" y="29"/>
                      <a:pt x="269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0"/>
              <p:cNvSpPr/>
              <p:nvPr/>
            </p:nvSpPr>
            <p:spPr>
              <a:xfrm>
                <a:off x="3845240" y="1445205"/>
                <a:ext cx="8338" cy="18877"/>
              </a:xfrm>
              <a:custGeom>
                <a:avLst/>
                <a:gdLst/>
                <a:ahLst/>
                <a:cxnLst/>
                <a:rect l="l" t="t" r="r" b="b"/>
                <a:pathLst>
                  <a:path w="235" h="532" extrusionOk="0">
                    <a:moveTo>
                      <a:pt x="178" y="1"/>
                    </a:moveTo>
                    <a:lnTo>
                      <a:pt x="1" y="496"/>
                    </a:lnTo>
                    <a:cubicBezTo>
                      <a:pt x="1" y="496"/>
                      <a:pt x="1" y="531"/>
                      <a:pt x="29" y="531"/>
                    </a:cubicBezTo>
                    <a:cubicBezTo>
                      <a:pt x="29" y="531"/>
                      <a:pt x="57" y="531"/>
                      <a:pt x="57" y="496"/>
                    </a:cubicBezTo>
                    <a:lnTo>
                      <a:pt x="234" y="29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0"/>
              <p:cNvSpPr/>
              <p:nvPr/>
            </p:nvSpPr>
            <p:spPr>
              <a:xfrm>
                <a:off x="3800072" y="1393757"/>
                <a:ext cx="66033" cy="2306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65" extrusionOk="0">
                    <a:moveTo>
                      <a:pt x="36" y="1"/>
                    </a:moveTo>
                    <a:cubicBezTo>
                      <a:pt x="0" y="1"/>
                      <a:pt x="0" y="36"/>
                      <a:pt x="0" y="36"/>
                    </a:cubicBezTo>
                    <a:cubicBezTo>
                      <a:pt x="0" y="64"/>
                      <a:pt x="0" y="64"/>
                      <a:pt x="36" y="64"/>
                    </a:cubicBezTo>
                    <a:lnTo>
                      <a:pt x="1833" y="64"/>
                    </a:lnTo>
                    <a:cubicBezTo>
                      <a:pt x="1861" y="64"/>
                      <a:pt x="1861" y="64"/>
                      <a:pt x="1861" y="36"/>
                    </a:cubicBezTo>
                    <a:cubicBezTo>
                      <a:pt x="1861" y="36"/>
                      <a:pt x="1861" y="1"/>
                      <a:pt x="18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0"/>
              <p:cNvSpPr/>
              <p:nvPr/>
            </p:nvSpPr>
            <p:spPr>
              <a:xfrm>
                <a:off x="4033505" y="1421113"/>
                <a:ext cx="64791" cy="2058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58" extrusionOk="0">
                    <a:moveTo>
                      <a:pt x="29" y="1"/>
                    </a:moveTo>
                    <a:lnTo>
                      <a:pt x="1" y="29"/>
                    </a:lnTo>
                    <a:cubicBezTo>
                      <a:pt x="1" y="57"/>
                      <a:pt x="29" y="57"/>
                      <a:pt x="29" y="57"/>
                    </a:cubicBezTo>
                    <a:lnTo>
                      <a:pt x="1797" y="57"/>
                    </a:lnTo>
                    <a:cubicBezTo>
                      <a:pt x="1797" y="57"/>
                      <a:pt x="1826" y="57"/>
                      <a:pt x="1826" y="29"/>
                    </a:cubicBezTo>
                    <a:lnTo>
                      <a:pt x="179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0"/>
              <p:cNvSpPr/>
              <p:nvPr/>
            </p:nvSpPr>
            <p:spPr>
              <a:xfrm>
                <a:off x="3984292" y="1398583"/>
                <a:ext cx="37718" cy="48682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372" extrusionOk="0">
                    <a:moveTo>
                      <a:pt x="1024" y="1"/>
                    </a:moveTo>
                    <a:cubicBezTo>
                      <a:pt x="1018" y="1"/>
                      <a:pt x="1010" y="4"/>
                      <a:pt x="998" y="13"/>
                    </a:cubicBezTo>
                    <a:lnTo>
                      <a:pt x="1" y="749"/>
                    </a:lnTo>
                    <a:lnTo>
                      <a:pt x="970" y="1371"/>
                    </a:lnTo>
                    <a:lnTo>
                      <a:pt x="998" y="1371"/>
                    </a:lnTo>
                    <a:lnTo>
                      <a:pt x="998" y="1315"/>
                    </a:lnTo>
                    <a:lnTo>
                      <a:pt x="86" y="749"/>
                    </a:lnTo>
                    <a:lnTo>
                      <a:pt x="1062" y="41"/>
                    </a:lnTo>
                    <a:lnTo>
                      <a:pt x="1062" y="13"/>
                    </a:lnTo>
                    <a:cubicBezTo>
                      <a:pt x="1043" y="13"/>
                      <a:pt x="1037" y="1"/>
                      <a:pt x="10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2" name="Google Shape;902;p40"/>
          <p:cNvGrpSpPr/>
          <p:nvPr/>
        </p:nvGrpSpPr>
        <p:grpSpPr>
          <a:xfrm>
            <a:off x="2275429" y="822072"/>
            <a:ext cx="234788" cy="188409"/>
            <a:chOff x="2275429" y="822072"/>
            <a:chExt cx="234788" cy="188409"/>
          </a:xfrm>
        </p:grpSpPr>
        <p:sp>
          <p:nvSpPr>
            <p:cNvPr id="903" name="Google Shape;903;p40"/>
            <p:cNvSpPr/>
            <p:nvPr/>
          </p:nvSpPr>
          <p:spPr>
            <a:xfrm>
              <a:off x="2384950" y="822072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2275429" y="822072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F9F02A1-CE94-4DFE-8D98-7E6B978EF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212" y="1077018"/>
            <a:ext cx="2024047" cy="1609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2"/>
          <p:cNvSpPr/>
          <p:nvPr/>
        </p:nvSpPr>
        <p:spPr>
          <a:xfrm>
            <a:off x="568625" y="37446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4" name="Google Shape;1054;p42"/>
          <p:cNvGrpSpPr/>
          <p:nvPr/>
        </p:nvGrpSpPr>
        <p:grpSpPr>
          <a:xfrm>
            <a:off x="1127880" y="4474905"/>
            <a:ext cx="1184014" cy="258193"/>
            <a:chOff x="3734768" y="858742"/>
            <a:chExt cx="1184014" cy="258193"/>
          </a:xfrm>
        </p:grpSpPr>
        <p:grpSp>
          <p:nvGrpSpPr>
            <p:cNvPr id="1055" name="Google Shape;1055;p42"/>
            <p:cNvGrpSpPr/>
            <p:nvPr/>
          </p:nvGrpSpPr>
          <p:grpSpPr>
            <a:xfrm>
              <a:off x="3734768" y="858742"/>
              <a:ext cx="1184014" cy="258193"/>
              <a:chOff x="4002795" y="1877329"/>
              <a:chExt cx="345546" cy="75352"/>
            </a:xfrm>
          </p:grpSpPr>
          <p:sp>
            <p:nvSpPr>
              <p:cNvPr id="1056" name="Google Shape;1056;p42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avLst/>
                <a:gdLst/>
                <a:ahLst/>
                <a:cxnLst/>
                <a:rect l="l" t="t" r="r" b="b"/>
                <a:pathLst>
                  <a:path w="9997" h="2180" extrusionOk="0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42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05" extrusionOk="0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42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005" extrusionOk="0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2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668" extrusionOk="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2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501" extrusionOk="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2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668" extrusionOk="0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2" name="Google Shape;1062;p42"/>
            <p:cNvGrpSpPr/>
            <p:nvPr/>
          </p:nvGrpSpPr>
          <p:grpSpPr>
            <a:xfrm>
              <a:off x="3990034" y="875479"/>
              <a:ext cx="568881" cy="224795"/>
              <a:chOff x="300879" y="4170864"/>
              <a:chExt cx="505357" cy="199693"/>
            </a:xfrm>
          </p:grpSpPr>
          <p:sp>
            <p:nvSpPr>
              <p:cNvPr id="1063" name="Google Shape;1063;p42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42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42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785" extrusionOk="0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42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42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42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785" extrusionOk="0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42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42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854" extrusionOk="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613CF446-3C6F-4F07-B3C5-A9DA26A6D5D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35897" y="1430266"/>
            <a:ext cx="6916552" cy="16464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600" dirty="0"/>
              <a:t>Pseudocode and flowchart </a:t>
            </a:r>
            <a:endParaRPr sz="36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4106FC0-9BE9-4731-BCE5-E92085589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200" dirty="0"/>
              <a:t>FLOWCHART</a:t>
            </a:r>
            <a:endParaRPr lang="en-MY" dirty="0"/>
          </a:p>
        </p:txBody>
      </p:sp>
      <p:sp>
        <p:nvSpPr>
          <p:cNvPr id="1076" name="Google Shape;1076;p43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8439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A flowchart is a diagram that graphically represents the steps that take place in a program.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800" kern="0" dirty="0">
                <a:solidFill>
                  <a:srgbClr val="0070C0"/>
                </a:solidFill>
                <a:effectLst/>
                <a:latin typeface="SabonLTPro-Roman"/>
                <a:ea typeface="Calibri" panose="020F0502020204030204" pitchFamily="34" charset="0"/>
                <a:cs typeface="SabonLTPro-Roman"/>
              </a:rPr>
              <a:t> Oval</a:t>
            </a:r>
            <a:endParaRPr lang="en-MY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800" kern="0" dirty="0">
                <a:solidFill>
                  <a:srgbClr val="0070C0"/>
                </a:solidFill>
                <a:effectLst/>
                <a:latin typeface="SabonLTPro-Roman"/>
                <a:ea typeface="Calibri" panose="020F0502020204030204" pitchFamily="34" charset="0"/>
                <a:cs typeface="SabonLTPro-Roman"/>
              </a:rPr>
              <a:t>Parallelogram</a:t>
            </a:r>
            <a:endParaRPr lang="en-MY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MY" sz="1800" dirty="0">
                <a:solidFill>
                  <a:srgbClr val="0070C0"/>
                </a:solidFill>
                <a:effectLst/>
                <a:latin typeface="SabonLTPro-Roman"/>
                <a:ea typeface="Calibri" panose="020F0502020204030204" pitchFamily="34" charset="0"/>
                <a:cs typeface="SabonLTPro-Roman"/>
              </a:rPr>
              <a:t>Rectangle</a:t>
            </a:r>
            <a:endParaRPr lang="en-MY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1077" name="Google Shape;1077;p43"/>
          <p:cNvGrpSpPr/>
          <p:nvPr/>
        </p:nvGrpSpPr>
        <p:grpSpPr>
          <a:xfrm flipH="1">
            <a:off x="4954245" y="1281808"/>
            <a:ext cx="3843891" cy="3185759"/>
            <a:chOff x="5893995" y="1281808"/>
            <a:chExt cx="3843891" cy="3185759"/>
          </a:xfrm>
        </p:grpSpPr>
        <p:grpSp>
          <p:nvGrpSpPr>
            <p:cNvPr id="1078" name="Google Shape;1078;p43"/>
            <p:cNvGrpSpPr/>
            <p:nvPr/>
          </p:nvGrpSpPr>
          <p:grpSpPr>
            <a:xfrm>
              <a:off x="6033386" y="1281808"/>
              <a:ext cx="3704499" cy="3168582"/>
              <a:chOff x="2836393" y="291825"/>
              <a:chExt cx="1571968" cy="1344557"/>
            </a:xfrm>
          </p:grpSpPr>
          <p:sp>
            <p:nvSpPr>
              <p:cNvPr id="1079" name="Google Shape;1079;p43"/>
              <p:cNvSpPr/>
              <p:nvPr/>
            </p:nvSpPr>
            <p:spPr>
              <a:xfrm>
                <a:off x="2836393" y="291825"/>
                <a:ext cx="1440288" cy="1187101"/>
              </a:xfrm>
              <a:custGeom>
                <a:avLst/>
                <a:gdLst/>
                <a:ahLst/>
                <a:cxnLst/>
                <a:rect l="l" t="t" r="r" b="b"/>
                <a:pathLst>
                  <a:path w="42568" h="35085" extrusionOk="0">
                    <a:moveTo>
                      <a:pt x="28184" y="1"/>
                    </a:moveTo>
                    <a:cubicBezTo>
                      <a:pt x="27147" y="1"/>
                      <a:pt x="26108" y="74"/>
                      <a:pt x="25087" y="208"/>
                    </a:cubicBezTo>
                    <a:cubicBezTo>
                      <a:pt x="23049" y="477"/>
                      <a:pt x="21019" y="979"/>
                      <a:pt x="19130" y="1771"/>
                    </a:cubicBezTo>
                    <a:cubicBezTo>
                      <a:pt x="14857" y="3603"/>
                      <a:pt x="12530" y="8343"/>
                      <a:pt x="9049" y="11237"/>
                    </a:cubicBezTo>
                    <a:cubicBezTo>
                      <a:pt x="6750" y="13118"/>
                      <a:pt x="3920" y="13918"/>
                      <a:pt x="2357" y="16514"/>
                    </a:cubicBezTo>
                    <a:cubicBezTo>
                      <a:pt x="616" y="19344"/>
                      <a:pt x="1" y="22527"/>
                      <a:pt x="1182" y="25739"/>
                    </a:cubicBezTo>
                    <a:cubicBezTo>
                      <a:pt x="1239" y="25824"/>
                      <a:pt x="1267" y="25944"/>
                      <a:pt x="1296" y="26065"/>
                    </a:cubicBezTo>
                    <a:cubicBezTo>
                      <a:pt x="2654" y="29276"/>
                      <a:pt x="5484" y="31752"/>
                      <a:pt x="8695" y="33167"/>
                    </a:cubicBezTo>
                    <a:cubicBezTo>
                      <a:pt x="11999" y="34639"/>
                      <a:pt x="15685" y="35049"/>
                      <a:pt x="19279" y="35084"/>
                    </a:cubicBezTo>
                    <a:cubicBezTo>
                      <a:pt x="22519" y="35084"/>
                      <a:pt x="25822" y="34759"/>
                      <a:pt x="28624" y="33167"/>
                    </a:cubicBezTo>
                    <a:cubicBezTo>
                      <a:pt x="31807" y="31335"/>
                      <a:pt x="32097" y="28951"/>
                      <a:pt x="33307" y="25916"/>
                    </a:cubicBezTo>
                    <a:cubicBezTo>
                      <a:pt x="34340" y="23320"/>
                      <a:pt x="36936" y="21403"/>
                      <a:pt x="38641" y="19280"/>
                    </a:cubicBezTo>
                    <a:cubicBezTo>
                      <a:pt x="41032" y="16337"/>
                      <a:pt x="42567" y="12411"/>
                      <a:pt x="41683" y="8697"/>
                    </a:cubicBezTo>
                    <a:cubicBezTo>
                      <a:pt x="40884" y="5400"/>
                      <a:pt x="38231" y="2719"/>
                      <a:pt x="35104" y="1333"/>
                    </a:cubicBezTo>
                    <a:cubicBezTo>
                      <a:pt x="32933" y="387"/>
                      <a:pt x="30559" y="1"/>
                      <a:pt x="281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3"/>
              <p:cNvSpPr/>
              <p:nvPr/>
            </p:nvSpPr>
            <p:spPr>
              <a:xfrm>
                <a:off x="3954498" y="1210230"/>
                <a:ext cx="453863" cy="426152"/>
              </a:xfrm>
              <a:custGeom>
                <a:avLst/>
                <a:gdLst/>
                <a:ahLst/>
                <a:cxnLst/>
                <a:rect l="l" t="t" r="r" b="b"/>
                <a:pathLst>
                  <a:path w="13414" h="12595" extrusionOk="0">
                    <a:moveTo>
                      <a:pt x="6393" y="1"/>
                    </a:moveTo>
                    <a:cubicBezTo>
                      <a:pt x="6010" y="1"/>
                      <a:pt x="5626" y="38"/>
                      <a:pt x="5242" y="124"/>
                    </a:cubicBezTo>
                    <a:cubicBezTo>
                      <a:pt x="2766" y="598"/>
                      <a:pt x="354" y="2515"/>
                      <a:pt x="177" y="5048"/>
                    </a:cubicBezTo>
                    <a:cubicBezTo>
                      <a:pt x="0" y="7821"/>
                      <a:pt x="3063" y="10064"/>
                      <a:pt x="5129" y="11330"/>
                    </a:cubicBezTo>
                    <a:cubicBezTo>
                      <a:pt x="6309" y="12076"/>
                      <a:pt x="7558" y="12595"/>
                      <a:pt x="8729" y="12595"/>
                    </a:cubicBezTo>
                    <a:cubicBezTo>
                      <a:pt x="9868" y="12595"/>
                      <a:pt x="10932" y="12105"/>
                      <a:pt x="11786" y="10856"/>
                    </a:cubicBezTo>
                    <a:cubicBezTo>
                      <a:pt x="13144" y="8854"/>
                      <a:pt x="13413" y="6137"/>
                      <a:pt x="12409" y="3959"/>
                    </a:cubicBezTo>
                    <a:cubicBezTo>
                      <a:pt x="11404" y="1751"/>
                      <a:pt x="9169" y="160"/>
                      <a:pt x="6749" y="11"/>
                    </a:cubicBezTo>
                    <a:cubicBezTo>
                      <a:pt x="6631" y="4"/>
                      <a:pt x="6512" y="1"/>
                      <a:pt x="63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1" name="Google Shape;1081;p43"/>
            <p:cNvGrpSpPr/>
            <p:nvPr/>
          </p:nvGrpSpPr>
          <p:grpSpPr>
            <a:xfrm>
              <a:off x="5893995" y="1464670"/>
              <a:ext cx="3539582" cy="2852211"/>
              <a:chOff x="2823538" y="2323833"/>
              <a:chExt cx="1501987" cy="1210307"/>
            </a:xfrm>
          </p:grpSpPr>
          <p:grpSp>
            <p:nvGrpSpPr>
              <p:cNvPr id="1082" name="Google Shape;1082;p43"/>
              <p:cNvGrpSpPr/>
              <p:nvPr/>
            </p:nvGrpSpPr>
            <p:grpSpPr>
              <a:xfrm>
                <a:off x="3030874" y="3205941"/>
                <a:ext cx="1190857" cy="328200"/>
                <a:chOff x="2909174" y="3294041"/>
                <a:chExt cx="1190857" cy="328200"/>
              </a:xfrm>
            </p:grpSpPr>
            <p:sp>
              <p:nvSpPr>
                <p:cNvPr id="1083" name="Google Shape;1083;p43"/>
                <p:cNvSpPr/>
                <p:nvPr/>
              </p:nvSpPr>
              <p:spPr>
                <a:xfrm>
                  <a:off x="2909174" y="3294041"/>
                  <a:ext cx="1190857" cy="29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96" h="885" extrusionOk="0">
                      <a:moveTo>
                        <a:pt x="1" y="0"/>
                      </a:moveTo>
                      <a:lnTo>
                        <a:pt x="1" y="885"/>
                      </a:lnTo>
                      <a:lnTo>
                        <a:pt x="35195" y="885"/>
                      </a:lnTo>
                      <a:lnTo>
                        <a:pt x="351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43"/>
                <p:cNvSpPr/>
                <p:nvPr/>
              </p:nvSpPr>
              <p:spPr>
                <a:xfrm>
                  <a:off x="2909174" y="3379747"/>
                  <a:ext cx="1190857" cy="29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96" h="885" extrusionOk="0">
                      <a:moveTo>
                        <a:pt x="1" y="0"/>
                      </a:moveTo>
                      <a:lnTo>
                        <a:pt x="1" y="884"/>
                      </a:lnTo>
                      <a:lnTo>
                        <a:pt x="35195" y="884"/>
                      </a:lnTo>
                      <a:lnTo>
                        <a:pt x="351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43"/>
                <p:cNvSpPr/>
                <p:nvPr/>
              </p:nvSpPr>
              <p:spPr>
                <a:xfrm>
                  <a:off x="2976913" y="3304090"/>
                  <a:ext cx="18000" cy="318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9403" extrusionOk="0">
                      <a:moveTo>
                        <a:pt x="1" y="1"/>
                      </a:moveTo>
                      <a:lnTo>
                        <a:pt x="1" y="9402"/>
                      </a:lnTo>
                      <a:lnTo>
                        <a:pt x="531" y="9402"/>
                      </a:ln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43"/>
                <p:cNvSpPr/>
                <p:nvPr/>
              </p:nvSpPr>
              <p:spPr>
                <a:xfrm>
                  <a:off x="4013372" y="3304090"/>
                  <a:ext cx="16782" cy="318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" h="9403" extrusionOk="0">
                      <a:moveTo>
                        <a:pt x="1" y="1"/>
                      </a:moveTo>
                      <a:lnTo>
                        <a:pt x="1" y="9402"/>
                      </a:lnTo>
                      <a:lnTo>
                        <a:pt x="496" y="9402"/>
                      </a:lnTo>
                      <a:lnTo>
                        <a:pt x="49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87" name="Google Shape;1087;p43"/>
              <p:cNvGrpSpPr/>
              <p:nvPr/>
            </p:nvGrpSpPr>
            <p:grpSpPr>
              <a:xfrm>
                <a:off x="2823538" y="2688399"/>
                <a:ext cx="399059" cy="92676"/>
                <a:chOff x="2532175" y="2448349"/>
                <a:chExt cx="399059" cy="92676"/>
              </a:xfrm>
            </p:grpSpPr>
            <p:sp>
              <p:nvSpPr>
                <p:cNvPr id="1088" name="Google Shape;1088;p43"/>
                <p:cNvSpPr/>
                <p:nvPr/>
              </p:nvSpPr>
              <p:spPr>
                <a:xfrm>
                  <a:off x="2532175" y="2454338"/>
                  <a:ext cx="25884" cy="7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2123" extrusionOk="0">
                      <a:moveTo>
                        <a:pt x="680" y="0"/>
                      </a:moveTo>
                      <a:cubicBezTo>
                        <a:pt x="446" y="0"/>
                        <a:pt x="234" y="206"/>
                        <a:pt x="234" y="439"/>
                      </a:cubicBezTo>
                      <a:lnTo>
                        <a:pt x="234" y="708"/>
                      </a:lnTo>
                      <a:cubicBezTo>
                        <a:pt x="234" y="793"/>
                        <a:pt x="206" y="885"/>
                        <a:pt x="149" y="941"/>
                      </a:cubicBezTo>
                      <a:lnTo>
                        <a:pt x="29" y="1062"/>
                      </a:lnTo>
                      <a:cubicBezTo>
                        <a:pt x="0" y="1062"/>
                        <a:pt x="0" y="1118"/>
                        <a:pt x="29" y="1118"/>
                      </a:cubicBezTo>
                      <a:lnTo>
                        <a:pt x="92" y="1203"/>
                      </a:lnTo>
                      <a:cubicBezTo>
                        <a:pt x="177" y="1267"/>
                        <a:pt x="206" y="1352"/>
                        <a:pt x="206" y="1444"/>
                      </a:cubicBezTo>
                      <a:lnTo>
                        <a:pt x="206" y="1677"/>
                      </a:lnTo>
                      <a:cubicBezTo>
                        <a:pt x="206" y="1911"/>
                        <a:pt x="382" y="2123"/>
                        <a:pt x="651" y="2123"/>
                      </a:cubicBezTo>
                      <a:lnTo>
                        <a:pt x="708" y="2123"/>
                      </a:lnTo>
                      <a:cubicBezTo>
                        <a:pt x="736" y="2123"/>
                        <a:pt x="764" y="2087"/>
                        <a:pt x="764" y="2059"/>
                      </a:cubicBezTo>
                      <a:cubicBezTo>
                        <a:pt x="764" y="2003"/>
                        <a:pt x="736" y="2003"/>
                        <a:pt x="708" y="2003"/>
                      </a:cubicBezTo>
                      <a:lnTo>
                        <a:pt x="651" y="2003"/>
                      </a:lnTo>
                      <a:cubicBezTo>
                        <a:pt x="474" y="2003"/>
                        <a:pt x="326" y="1854"/>
                        <a:pt x="326" y="1677"/>
                      </a:cubicBezTo>
                      <a:lnTo>
                        <a:pt x="326" y="1444"/>
                      </a:lnTo>
                      <a:cubicBezTo>
                        <a:pt x="326" y="1323"/>
                        <a:pt x="269" y="1203"/>
                        <a:pt x="177" y="1118"/>
                      </a:cubicBezTo>
                      <a:lnTo>
                        <a:pt x="149" y="1090"/>
                      </a:lnTo>
                      <a:lnTo>
                        <a:pt x="234" y="1026"/>
                      </a:lnTo>
                      <a:cubicBezTo>
                        <a:pt x="298" y="941"/>
                        <a:pt x="354" y="821"/>
                        <a:pt x="354" y="708"/>
                      </a:cubicBezTo>
                      <a:lnTo>
                        <a:pt x="354" y="439"/>
                      </a:lnTo>
                      <a:cubicBezTo>
                        <a:pt x="354" y="262"/>
                        <a:pt x="503" y="114"/>
                        <a:pt x="680" y="114"/>
                      </a:cubicBezTo>
                      <a:cubicBezTo>
                        <a:pt x="708" y="114"/>
                        <a:pt x="736" y="85"/>
                        <a:pt x="736" y="57"/>
                      </a:cubicBezTo>
                      <a:cubicBezTo>
                        <a:pt x="736" y="29"/>
                        <a:pt x="708" y="0"/>
                        <a:pt x="68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43"/>
                <p:cNvSpPr/>
                <p:nvPr/>
              </p:nvSpPr>
              <p:spPr>
                <a:xfrm>
                  <a:off x="2642987" y="2454338"/>
                  <a:ext cx="25884" cy="71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2123" extrusionOk="0">
                      <a:moveTo>
                        <a:pt x="86" y="0"/>
                      </a:moveTo>
                      <a:cubicBezTo>
                        <a:pt x="57" y="0"/>
                        <a:pt x="29" y="29"/>
                        <a:pt x="29" y="57"/>
                      </a:cubicBezTo>
                      <a:cubicBezTo>
                        <a:pt x="29" y="85"/>
                        <a:pt x="57" y="114"/>
                        <a:pt x="86" y="114"/>
                      </a:cubicBezTo>
                      <a:cubicBezTo>
                        <a:pt x="263" y="114"/>
                        <a:pt x="411" y="262"/>
                        <a:pt x="411" y="439"/>
                      </a:cubicBezTo>
                      <a:lnTo>
                        <a:pt x="411" y="708"/>
                      </a:lnTo>
                      <a:cubicBezTo>
                        <a:pt x="411" y="821"/>
                        <a:pt x="468" y="941"/>
                        <a:pt x="531" y="1026"/>
                      </a:cubicBezTo>
                      <a:lnTo>
                        <a:pt x="616" y="1090"/>
                      </a:lnTo>
                      <a:lnTo>
                        <a:pt x="588" y="1118"/>
                      </a:lnTo>
                      <a:cubicBezTo>
                        <a:pt x="496" y="1203"/>
                        <a:pt x="439" y="1323"/>
                        <a:pt x="439" y="1444"/>
                      </a:cubicBezTo>
                      <a:lnTo>
                        <a:pt x="439" y="1677"/>
                      </a:lnTo>
                      <a:cubicBezTo>
                        <a:pt x="439" y="1854"/>
                        <a:pt x="291" y="2003"/>
                        <a:pt x="114" y="2003"/>
                      </a:cubicBezTo>
                      <a:lnTo>
                        <a:pt x="57" y="2003"/>
                      </a:lnTo>
                      <a:cubicBezTo>
                        <a:pt x="29" y="2003"/>
                        <a:pt x="1" y="2003"/>
                        <a:pt x="1" y="2059"/>
                      </a:cubicBezTo>
                      <a:cubicBezTo>
                        <a:pt x="1" y="2087"/>
                        <a:pt x="29" y="2123"/>
                        <a:pt x="57" y="2123"/>
                      </a:cubicBezTo>
                      <a:lnTo>
                        <a:pt x="114" y="2123"/>
                      </a:lnTo>
                      <a:cubicBezTo>
                        <a:pt x="355" y="2123"/>
                        <a:pt x="560" y="1911"/>
                        <a:pt x="560" y="1677"/>
                      </a:cubicBezTo>
                      <a:lnTo>
                        <a:pt x="560" y="1444"/>
                      </a:lnTo>
                      <a:cubicBezTo>
                        <a:pt x="560" y="1352"/>
                        <a:pt x="588" y="1267"/>
                        <a:pt x="645" y="1203"/>
                      </a:cubicBezTo>
                      <a:lnTo>
                        <a:pt x="737" y="1118"/>
                      </a:lnTo>
                      <a:cubicBezTo>
                        <a:pt x="737" y="1118"/>
                        <a:pt x="765" y="1118"/>
                        <a:pt x="765" y="1090"/>
                      </a:cubicBezTo>
                      <a:cubicBezTo>
                        <a:pt x="765" y="1062"/>
                        <a:pt x="737" y="1062"/>
                        <a:pt x="737" y="1062"/>
                      </a:cubicBezTo>
                      <a:lnTo>
                        <a:pt x="616" y="941"/>
                      </a:lnTo>
                      <a:cubicBezTo>
                        <a:pt x="560" y="885"/>
                        <a:pt x="531" y="793"/>
                        <a:pt x="531" y="708"/>
                      </a:cubicBezTo>
                      <a:lnTo>
                        <a:pt x="531" y="439"/>
                      </a:lnTo>
                      <a:cubicBezTo>
                        <a:pt x="531" y="206"/>
                        <a:pt x="319" y="0"/>
                        <a:pt x="8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43"/>
                <p:cNvSpPr/>
                <p:nvPr/>
              </p:nvSpPr>
              <p:spPr>
                <a:xfrm>
                  <a:off x="2567127" y="2523025"/>
                  <a:ext cx="10083" cy="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532" extrusionOk="0">
                      <a:moveTo>
                        <a:pt x="234" y="1"/>
                      </a:moveTo>
                      <a:cubicBezTo>
                        <a:pt x="205" y="1"/>
                        <a:pt x="177" y="1"/>
                        <a:pt x="149" y="29"/>
                      </a:cubicBezTo>
                      <a:lnTo>
                        <a:pt x="0" y="447"/>
                      </a:lnTo>
                      <a:cubicBezTo>
                        <a:pt x="0" y="475"/>
                        <a:pt x="0" y="531"/>
                        <a:pt x="29" y="531"/>
                      </a:cubicBezTo>
                      <a:lnTo>
                        <a:pt x="57" y="531"/>
                      </a:lnTo>
                      <a:cubicBezTo>
                        <a:pt x="85" y="531"/>
                        <a:pt x="85" y="531"/>
                        <a:pt x="121" y="503"/>
                      </a:cubicBezTo>
                      <a:lnTo>
                        <a:pt x="262" y="93"/>
                      </a:lnTo>
                      <a:cubicBezTo>
                        <a:pt x="297" y="57"/>
                        <a:pt x="262" y="1"/>
                        <a:pt x="23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1" name="Google Shape;1091;p43"/>
                <p:cNvSpPr/>
                <p:nvPr/>
              </p:nvSpPr>
              <p:spPr>
                <a:xfrm>
                  <a:off x="2829457" y="2523025"/>
                  <a:ext cx="9846" cy="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532" extrusionOk="0">
                      <a:moveTo>
                        <a:pt x="262" y="1"/>
                      </a:moveTo>
                      <a:cubicBezTo>
                        <a:pt x="234" y="1"/>
                        <a:pt x="206" y="1"/>
                        <a:pt x="178" y="29"/>
                      </a:cubicBezTo>
                      <a:lnTo>
                        <a:pt x="29" y="447"/>
                      </a:lnTo>
                      <a:cubicBezTo>
                        <a:pt x="1" y="475"/>
                        <a:pt x="29" y="531"/>
                        <a:pt x="57" y="531"/>
                      </a:cubicBezTo>
                      <a:lnTo>
                        <a:pt x="86" y="531"/>
                      </a:lnTo>
                      <a:cubicBezTo>
                        <a:pt x="86" y="531"/>
                        <a:pt x="114" y="531"/>
                        <a:pt x="149" y="503"/>
                      </a:cubicBezTo>
                      <a:lnTo>
                        <a:pt x="291" y="93"/>
                      </a:lnTo>
                      <a:cubicBezTo>
                        <a:pt x="291" y="57"/>
                        <a:pt x="291" y="1"/>
                        <a:pt x="26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2" name="Google Shape;1092;p43"/>
                <p:cNvSpPr/>
                <p:nvPr/>
              </p:nvSpPr>
              <p:spPr>
                <a:xfrm>
                  <a:off x="2887147" y="2523025"/>
                  <a:ext cx="10083" cy="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532" extrusionOk="0">
                      <a:moveTo>
                        <a:pt x="269" y="1"/>
                      </a:moveTo>
                      <a:cubicBezTo>
                        <a:pt x="241" y="1"/>
                        <a:pt x="213" y="1"/>
                        <a:pt x="178" y="29"/>
                      </a:cubicBezTo>
                      <a:lnTo>
                        <a:pt x="36" y="447"/>
                      </a:lnTo>
                      <a:cubicBezTo>
                        <a:pt x="1" y="475"/>
                        <a:pt x="36" y="531"/>
                        <a:pt x="64" y="531"/>
                      </a:cubicBezTo>
                      <a:lnTo>
                        <a:pt x="93" y="531"/>
                      </a:lnTo>
                      <a:cubicBezTo>
                        <a:pt x="93" y="531"/>
                        <a:pt x="121" y="531"/>
                        <a:pt x="121" y="503"/>
                      </a:cubicBezTo>
                      <a:lnTo>
                        <a:pt x="298" y="93"/>
                      </a:lnTo>
                      <a:cubicBezTo>
                        <a:pt x="298" y="57"/>
                        <a:pt x="298" y="1"/>
                        <a:pt x="26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3" name="Google Shape;1093;p43"/>
                <p:cNvSpPr/>
                <p:nvPr/>
              </p:nvSpPr>
              <p:spPr>
                <a:xfrm>
                  <a:off x="2897196" y="2523025"/>
                  <a:ext cx="10083" cy="1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532" extrusionOk="0">
                      <a:moveTo>
                        <a:pt x="270" y="1"/>
                      </a:moveTo>
                      <a:cubicBezTo>
                        <a:pt x="234" y="1"/>
                        <a:pt x="178" y="1"/>
                        <a:pt x="178" y="29"/>
                      </a:cubicBezTo>
                      <a:lnTo>
                        <a:pt x="29" y="447"/>
                      </a:lnTo>
                      <a:cubicBezTo>
                        <a:pt x="1" y="475"/>
                        <a:pt x="29" y="531"/>
                        <a:pt x="57" y="531"/>
                      </a:cubicBezTo>
                      <a:cubicBezTo>
                        <a:pt x="93" y="531"/>
                        <a:pt x="121" y="531"/>
                        <a:pt x="121" y="503"/>
                      </a:cubicBezTo>
                      <a:lnTo>
                        <a:pt x="298" y="93"/>
                      </a:lnTo>
                      <a:cubicBezTo>
                        <a:pt x="298" y="57"/>
                        <a:pt x="298" y="1"/>
                        <a:pt x="27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4" name="Google Shape;1094;p43"/>
                <p:cNvSpPr/>
                <p:nvPr/>
              </p:nvSpPr>
              <p:spPr>
                <a:xfrm>
                  <a:off x="2591049" y="2470139"/>
                  <a:ext cx="3786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1126" extrusionOk="0">
                      <a:moveTo>
                        <a:pt x="1" y="0"/>
                      </a:moveTo>
                      <a:lnTo>
                        <a:pt x="1" y="1125"/>
                      </a:lnTo>
                      <a:lnTo>
                        <a:pt x="1118" y="1125"/>
                      </a:lnTo>
                      <a:lnTo>
                        <a:pt x="111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43"/>
                <p:cNvSpPr/>
                <p:nvPr/>
              </p:nvSpPr>
              <p:spPr>
                <a:xfrm>
                  <a:off x="2693741" y="2448349"/>
                  <a:ext cx="17019" cy="87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" h="2590" extrusionOk="0">
                      <a:moveTo>
                        <a:pt x="475" y="1"/>
                      </a:moveTo>
                      <a:cubicBezTo>
                        <a:pt x="446" y="1"/>
                        <a:pt x="411" y="1"/>
                        <a:pt x="383" y="29"/>
                      </a:cubicBezTo>
                      <a:cubicBezTo>
                        <a:pt x="1" y="793"/>
                        <a:pt x="1" y="1769"/>
                        <a:pt x="383" y="2562"/>
                      </a:cubicBezTo>
                      <a:cubicBezTo>
                        <a:pt x="383" y="2590"/>
                        <a:pt x="411" y="2590"/>
                        <a:pt x="446" y="2590"/>
                      </a:cubicBezTo>
                      <a:lnTo>
                        <a:pt x="475" y="2590"/>
                      </a:lnTo>
                      <a:cubicBezTo>
                        <a:pt x="503" y="2562"/>
                        <a:pt x="503" y="2533"/>
                        <a:pt x="503" y="2505"/>
                      </a:cubicBezTo>
                      <a:cubicBezTo>
                        <a:pt x="121" y="1769"/>
                        <a:pt x="121" y="821"/>
                        <a:pt x="503" y="86"/>
                      </a:cubicBezTo>
                      <a:cubicBezTo>
                        <a:pt x="503" y="57"/>
                        <a:pt x="503" y="29"/>
                        <a:pt x="47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43"/>
                <p:cNvSpPr/>
                <p:nvPr/>
              </p:nvSpPr>
              <p:spPr>
                <a:xfrm>
                  <a:off x="2913234" y="2448349"/>
                  <a:ext cx="18000" cy="87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2590" extrusionOk="0">
                      <a:moveTo>
                        <a:pt x="29" y="1"/>
                      </a:moveTo>
                      <a:cubicBezTo>
                        <a:pt x="1" y="29"/>
                        <a:pt x="1" y="57"/>
                        <a:pt x="29" y="86"/>
                      </a:cubicBezTo>
                      <a:cubicBezTo>
                        <a:pt x="411" y="821"/>
                        <a:pt x="411" y="1769"/>
                        <a:pt x="29" y="2505"/>
                      </a:cubicBezTo>
                      <a:cubicBezTo>
                        <a:pt x="29" y="2533"/>
                        <a:pt x="29" y="2562"/>
                        <a:pt x="57" y="2590"/>
                      </a:cubicBezTo>
                      <a:lnTo>
                        <a:pt x="86" y="2590"/>
                      </a:lnTo>
                      <a:cubicBezTo>
                        <a:pt x="114" y="2590"/>
                        <a:pt x="114" y="2590"/>
                        <a:pt x="149" y="2562"/>
                      </a:cubicBezTo>
                      <a:cubicBezTo>
                        <a:pt x="531" y="1769"/>
                        <a:pt x="531" y="793"/>
                        <a:pt x="114" y="29"/>
                      </a:cubicBezTo>
                      <a:cubicBezTo>
                        <a:pt x="114" y="1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7" name="Google Shape;1097;p43"/>
                <p:cNvSpPr/>
                <p:nvPr/>
              </p:nvSpPr>
              <p:spPr>
                <a:xfrm>
                  <a:off x="2777519" y="2480188"/>
                  <a:ext cx="51023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" h="708" extrusionOk="0">
                      <a:moveTo>
                        <a:pt x="1" y="1"/>
                      </a:moveTo>
                      <a:lnTo>
                        <a:pt x="1" y="708"/>
                      </a:lnTo>
                      <a:lnTo>
                        <a:pt x="1507" y="708"/>
                      </a:lnTo>
                      <a:lnTo>
                        <a:pt x="15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8" name="Google Shape;1098;p43"/>
                <p:cNvSpPr/>
                <p:nvPr/>
              </p:nvSpPr>
              <p:spPr>
                <a:xfrm>
                  <a:off x="2850300" y="2480188"/>
                  <a:ext cx="34985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708" extrusionOk="0">
                      <a:moveTo>
                        <a:pt x="0" y="1"/>
                      </a:moveTo>
                      <a:lnTo>
                        <a:pt x="0" y="708"/>
                      </a:lnTo>
                      <a:lnTo>
                        <a:pt x="1033" y="70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9" name="Google Shape;1099;p43"/>
                <p:cNvSpPr/>
                <p:nvPr/>
              </p:nvSpPr>
              <p:spPr>
                <a:xfrm>
                  <a:off x="2880210" y="2479241"/>
                  <a:ext cx="34985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114" extrusionOk="0">
                      <a:moveTo>
                        <a:pt x="64" y="0"/>
                      </a:moveTo>
                      <a:cubicBezTo>
                        <a:pt x="29" y="0"/>
                        <a:pt x="1" y="29"/>
                        <a:pt x="1" y="57"/>
                      </a:cubicBezTo>
                      <a:cubicBezTo>
                        <a:pt x="1" y="85"/>
                        <a:pt x="29" y="113"/>
                        <a:pt x="64" y="113"/>
                      </a:cubicBezTo>
                      <a:lnTo>
                        <a:pt x="977" y="113"/>
                      </a:lnTo>
                      <a:cubicBezTo>
                        <a:pt x="1033" y="113"/>
                        <a:pt x="1033" y="85"/>
                        <a:pt x="1033" y="57"/>
                      </a:cubicBezTo>
                      <a:cubicBezTo>
                        <a:pt x="1033" y="29"/>
                        <a:pt x="1033" y="0"/>
                        <a:pt x="97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0" name="Google Shape;1100;p43"/>
                <p:cNvSpPr/>
                <p:nvPr/>
              </p:nvSpPr>
              <p:spPr>
                <a:xfrm>
                  <a:off x="2894320" y="2490238"/>
                  <a:ext cx="20876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14" extrusionOk="0">
                      <a:moveTo>
                        <a:pt x="57" y="1"/>
                      </a:moveTo>
                      <a:cubicBezTo>
                        <a:pt x="29" y="1"/>
                        <a:pt x="1" y="29"/>
                        <a:pt x="1" y="57"/>
                      </a:cubicBezTo>
                      <a:cubicBezTo>
                        <a:pt x="1" y="114"/>
                        <a:pt x="29" y="114"/>
                        <a:pt x="57" y="114"/>
                      </a:cubicBezTo>
                      <a:lnTo>
                        <a:pt x="560" y="114"/>
                      </a:lnTo>
                      <a:cubicBezTo>
                        <a:pt x="616" y="114"/>
                        <a:pt x="616" y="114"/>
                        <a:pt x="616" y="57"/>
                      </a:cubicBezTo>
                      <a:cubicBezTo>
                        <a:pt x="616" y="29"/>
                        <a:pt x="616" y="1"/>
                        <a:pt x="5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43"/>
                <p:cNvSpPr/>
                <p:nvPr/>
              </p:nvSpPr>
              <p:spPr>
                <a:xfrm>
                  <a:off x="2752615" y="2459109"/>
                  <a:ext cx="4128" cy="7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2216" extrusionOk="0">
                      <a:moveTo>
                        <a:pt x="57" y="1"/>
                      </a:moveTo>
                      <a:cubicBezTo>
                        <a:pt x="29" y="1"/>
                        <a:pt x="1" y="36"/>
                        <a:pt x="1" y="65"/>
                      </a:cubicBezTo>
                      <a:lnTo>
                        <a:pt x="1" y="2159"/>
                      </a:lnTo>
                      <a:cubicBezTo>
                        <a:pt x="1" y="2187"/>
                        <a:pt x="29" y="2215"/>
                        <a:pt x="57" y="2215"/>
                      </a:cubicBezTo>
                      <a:cubicBezTo>
                        <a:pt x="86" y="2215"/>
                        <a:pt x="121" y="2187"/>
                        <a:pt x="121" y="2159"/>
                      </a:cubicBezTo>
                      <a:lnTo>
                        <a:pt x="121" y="65"/>
                      </a:lnTo>
                      <a:cubicBezTo>
                        <a:pt x="121" y="36"/>
                        <a:pt x="86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02" name="Google Shape;1102;p43"/>
              <p:cNvGrpSpPr/>
              <p:nvPr/>
            </p:nvGrpSpPr>
            <p:grpSpPr>
              <a:xfrm>
                <a:off x="3309241" y="2588583"/>
                <a:ext cx="800705" cy="591511"/>
                <a:chOff x="3187541" y="2348533"/>
                <a:chExt cx="800705" cy="591511"/>
              </a:xfrm>
            </p:grpSpPr>
            <p:sp>
              <p:nvSpPr>
                <p:cNvPr id="1103" name="Google Shape;1103;p43"/>
                <p:cNvSpPr/>
                <p:nvPr/>
              </p:nvSpPr>
              <p:spPr>
                <a:xfrm>
                  <a:off x="3546607" y="2660533"/>
                  <a:ext cx="83809" cy="2795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" h="8261" extrusionOk="0">
                      <a:moveTo>
                        <a:pt x="797" y="0"/>
                      </a:moveTo>
                      <a:cubicBezTo>
                        <a:pt x="634" y="0"/>
                        <a:pt x="465" y="114"/>
                        <a:pt x="439" y="273"/>
                      </a:cubicBezTo>
                      <a:cubicBezTo>
                        <a:pt x="234" y="1094"/>
                        <a:pt x="1" y="2127"/>
                        <a:pt x="354" y="3103"/>
                      </a:cubicBezTo>
                      <a:cubicBezTo>
                        <a:pt x="467" y="3422"/>
                        <a:pt x="673" y="3719"/>
                        <a:pt x="849" y="3987"/>
                      </a:cubicBezTo>
                      <a:cubicBezTo>
                        <a:pt x="970" y="4221"/>
                        <a:pt x="1090" y="4398"/>
                        <a:pt x="1203" y="4603"/>
                      </a:cubicBezTo>
                      <a:cubicBezTo>
                        <a:pt x="1677" y="5664"/>
                        <a:pt x="1352" y="6930"/>
                        <a:pt x="411" y="7638"/>
                      </a:cubicBezTo>
                      <a:cubicBezTo>
                        <a:pt x="262" y="7758"/>
                        <a:pt x="234" y="7963"/>
                        <a:pt x="354" y="8112"/>
                      </a:cubicBezTo>
                      <a:cubicBezTo>
                        <a:pt x="411" y="8232"/>
                        <a:pt x="531" y="8260"/>
                        <a:pt x="644" y="8260"/>
                      </a:cubicBezTo>
                      <a:cubicBezTo>
                        <a:pt x="708" y="8260"/>
                        <a:pt x="793" y="8260"/>
                        <a:pt x="849" y="8197"/>
                      </a:cubicBezTo>
                      <a:cubicBezTo>
                        <a:pt x="2059" y="7312"/>
                        <a:pt x="2477" y="5664"/>
                        <a:pt x="1826" y="4306"/>
                      </a:cubicBezTo>
                      <a:cubicBezTo>
                        <a:pt x="1705" y="4072"/>
                        <a:pt x="1592" y="3839"/>
                        <a:pt x="1444" y="3634"/>
                      </a:cubicBezTo>
                      <a:cubicBezTo>
                        <a:pt x="1267" y="3365"/>
                        <a:pt x="1118" y="3103"/>
                        <a:pt x="998" y="2834"/>
                      </a:cubicBezTo>
                      <a:cubicBezTo>
                        <a:pt x="736" y="2099"/>
                        <a:pt x="941" y="1186"/>
                        <a:pt x="1118" y="450"/>
                      </a:cubicBezTo>
                      <a:cubicBezTo>
                        <a:pt x="1175" y="238"/>
                        <a:pt x="1062" y="61"/>
                        <a:pt x="849" y="5"/>
                      </a:cubicBezTo>
                      <a:cubicBezTo>
                        <a:pt x="832" y="2"/>
                        <a:pt x="814" y="0"/>
                        <a:pt x="7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4" name="Google Shape;1104;p43"/>
                <p:cNvSpPr/>
                <p:nvPr/>
              </p:nvSpPr>
              <p:spPr>
                <a:xfrm>
                  <a:off x="3454675" y="2918937"/>
                  <a:ext cx="251394" cy="20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" h="596" extrusionOk="0">
                      <a:moveTo>
                        <a:pt x="270" y="1"/>
                      </a:moveTo>
                      <a:cubicBezTo>
                        <a:pt x="121" y="1"/>
                        <a:pt x="1" y="121"/>
                        <a:pt x="1" y="270"/>
                      </a:cubicBezTo>
                      <a:lnTo>
                        <a:pt x="1" y="326"/>
                      </a:lnTo>
                      <a:cubicBezTo>
                        <a:pt x="1" y="475"/>
                        <a:pt x="121" y="595"/>
                        <a:pt x="270" y="595"/>
                      </a:cubicBezTo>
                      <a:lnTo>
                        <a:pt x="7167" y="595"/>
                      </a:lnTo>
                      <a:cubicBezTo>
                        <a:pt x="7316" y="595"/>
                        <a:pt x="7429" y="475"/>
                        <a:pt x="7429" y="326"/>
                      </a:cubicBezTo>
                      <a:lnTo>
                        <a:pt x="7429" y="270"/>
                      </a:lnTo>
                      <a:cubicBezTo>
                        <a:pt x="7429" y="121"/>
                        <a:pt x="7316" y="1"/>
                        <a:pt x="71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5" name="Google Shape;1105;p43"/>
                <p:cNvSpPr/>
                <p:nvPr/>
              </p:nvSpPr>
              <p:spPr>
                <a:xfrm>
                  <a:off x="3187541" y="2348533"/>
                  <a:ext cx="800705" cy="480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65" h="14206" extrusionOk="0">
                      <a:moveTo>
                        <a:pt x="468" y="1"/>
                      </a:moveTo>
                      <a:cubicBezTo>
                        <a:pt x="234" y="1"/>
                        <a:pt x="1" y="206"/>
                        <a:pt x="1" y="475"/>
                      </a:cubicBezTo>
                      <a:lnTo>
                        <a:pt x="1" y="13739"/>
                      </a:lnTo>
                      <a:cubicBezTo>
                        <a:pt x="1" y="14001"/>
                        <a:pt x="234" y="14206"/>
                        <a:pt x="468" y="14206"/>
                      </a:cubicBezTo>
                      <a:lnTo>
                        <a:pt x="23198" y="14206"/>
                      </a:lnTo>
                      <a:cubicBezTo>
                        <a:pt x="23431" y="14206"/>
                        <a:pt x="23665" y="14001"/>
                        <a:pt x="23665" y="13739"/>
                      </a:cubicBezTo>
                      <a:lnTo>
                        <a:pt x="23665" y="475"/>
                      </a:lnTo>
                      <a:cubicBezTo>
                        <a:pt x="23665" y="206"/>
                        <a:pt x="23431" y="1"/>
                        <a:pt x="2319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6" name="Google Shape;1106;p43"/>
                <p:cNvSpPr/>
                <p:nvPr/>
              </p:nvSpPr>
              <p:spPr>
                <a:xfrm>
                  <a:off x="3191399" y="2386362"/>
                  <a:ext cx="793025" cy="405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8" h="11999" extrusionOk="0">
                      <a:moveTo>
                        <a:pt x="0" y="0"/>
                      </a:moveTo>
                      <a:lnTo>
                        <a:pt x="0" y="11999"/>
                      </a:lnTo>
                      <a:lnTo>
                        <a:pt x="23438" y="11999"/>
                      </a:lnTo>
                      <a:lnTo>
                        <a:pt x="2343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7" name="Google Shape;1107;p43"/>
                <p:cNvSpPr/>
                <p:nvPr/>
              </p:nvSpPr>
              <p:spPr>
                <a:xfrm>
                  <a:off x="3264146" y="2426322"/>
                  <a:ext cx="87903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8" h="383" extrusionOk="0">
                      <a:moveTo>
                        <a:pt x="1" y="1"/>
                      </a:moveTo>
                      <a:lnTo>
                        <a:pt x="1" y="383"/>
                      </a:lnTo>
                      <a:lnTo>
                        <a:pt x="2597" y="383"/>
                      </a:lnTo>
                      <a:lnTo>
                        <a:pt x="259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8" name="Google Shape;1108;p43"/>
                <p:cNvSpPr/>
                <p:nvPr/>
              </p:nvSpPr>
              <p:spPr>
                <a:xfrm>
                  <a:off x="3368055" y="2426322"/>
                  <a:ext cx="147453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383" extrusionOk="0">
                      <a:moveTo>
                        <a:pt x="0" y="1"/>
                      </a:moveTo>
                      <a:lnTo>
                        <a:pt x="0" y="383"/>
                      </a:lnTo>
                      <a:lnTo>
                        <a:pt x="4358" y="383"/>
                      </a:lnTo>
                      <a:lnTo>
                        <a:pt x="435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9" name="Google Shape;1109;p43"/>
                <p:cNvSpPr/>
                <p:nvPr/>
              </p:nvSpPr>
              <p:spPr>
                <a:xfrm>
                  <a:off x="3532498" y="2426322"/>
                  <a:ext cx="172592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1" h="383" extrusionOk="0">
                      <a:moveTo>
                        <a:pt x="0" y="1"/>
                      </a:moveTo>
                      <a:lnTo>
                        <a:pt x="0" y="383"/>
                      </a:lnTo>
                      <a:lnTo>
                        <a:pt x="5101" y="383"/>
                      </a:lnTo>
                      <a:lnTo>
                        <a:pt x="510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43"/>
                <p:cNvSpPr/>
                <p:nvPr/>
              </p:nvSpPr>
              <p:spPr>
                <a:xfrm>
                  <a:off x="3723027" y="2426322"/>
                  <a:ext cx="65843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383" extrusionOk="0">
                      <a:moveTo>
                        <a:pt x="0" y="1"/>
                      </a:moveTo>
                      <a:lnTo>
                        <a:pt x="0" y="383"/>
                      </a:lnTo>
                      <a:lnTo>
                        <a:pt x="1946" y="383"/>
                      </a:lnTo>
                      <a:lnTo>
                        <a:pt x="194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43"/>
                <p:cNvSpPr/>
                <p:nvPr/>
              </p:nvSpPr>
              <p:spPr>
                <a:xfrm>
                  <a:off x="3503534" y="2458161"/>
                  <a:ext cx="20132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" h="355" extrusionOk="0">
                      <a:moveTo>
                        <a:pt x="0" y="1"/>
                      </a:moveTo>
                      <a:lnTo>
                        <a:pt x="0" y="354"/>
                      </a:lnTo>
                      <a:lnTo>
                        <a:pt x="594" y="354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2" name="Google Shape;1112;p43"/>
                <p:cNvSpPr/>
                <p:nvPr/>
              </p:nvSpPr>
              <p:spPr>
                <a:xfrm>
                  <a:off x="3563356" y="2458161"/>
                  <a:ext cx="9135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355" extrusionOk="0">
                      <a:moveTo>
                        <a:pt x="1" y="1"/>
                      </a:moveTo>
                      <a:lnTo>
                        <a:pt x="1" y="354"/>
                      </a:lnTo>
                      <a:lnTo>
                        <a:pt x="270" y="354"/>
                      </a:lnTo>
                      <a:lnTo>
                        <a:pt x="27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3" name="Google Shape;1113;p43"/>
                <p:cNvSpPr/>
                <p:nvPr/>
              </p:nvSpPr>
              <p:spPr>
                <a:xfrm>
                  <a:off x="3581323" y="2458161"/>
                  <a:ext cx="157773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3" h="355" extrusionOk="0">
                      <a:moveTo>
                        <a:pt x="0" y="1"/>
                      </a:moveTo>
                      <a:lnTo>
                        <a:pt x="0" y="354"/>
                      </a:lnTo>
                      <a:lnTo>
                        <a:pt x="4662" y="354"/>
                      </a:lnTo>
                      <a:lnTo>
                        <a:pt x="466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4" name="Google Shape;1114;p43"/>
                <p:cNvSpPr/>
                <p:nvPr/>
              </p:nvSpPr>
              <p:spPr>
                <a:xfrm>
                  <a:off x="3758927" y="2458161"/>
                  <a:ext cx="45982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9" h="355" extrusionOk="0">
                      <a:moveTo>
                        <a:pt x="0" y="1"/>
                      </a:moveTo>
                      <a:lnTo>
                        <a:pt x="0" y="354"/>
                      </a:lnTo>
                      <a:lnTo>
                        <a:pt x="1359" y="354"/>
                      </a:lnTo>
                      <a:lnTo>
                        <a:pt x="13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5" name="Google Shape;1115;p43"/>
                <p:cNvSpPr/>
                <p:nvPr/>
              </p:nvSpPr>
              <p:spPr>
                <a:xfrm>
                  <a:off x="3532498" y="2458161"/>
                  <a:ext cx="18914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" h="355" extrusionOk="0">
                      <a:moveTo>
                        <a:pt x="0" y="1"/>
                      </a:moveTo>
                      <a:lnTo>
                        <a:pt x="0" y="354"/>
                      </a:lnTo>
                      <a:lnTo>
                        <a:pt x="559" y="354"/>
                      </a:lnTo>
                      <a:lnTo>
                        <a:pt x="5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6" name="Google Shape;1116;p43"/>
                <p:cNvSpPr/>
                <p:nvPr/>
              </p:nvSpPr>
              <p:spPr>
                <a:xfrm>
                  <a:off x="3412786" y="2458161"/>
                  <a:ext cx="83809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" h="355" extrusionOk="0">
                      <a:moveTo>
                        <a:pt x="1" y="1"/>
                      </a:moveTo>
                      <a:lnTo>
                        <a:pt x="1" y="354"/>
                      </a:lnTo>
                      <a:lnTo>
                        <a:pt x="2477" y="354"/>
                      </a:lnTo>
                      <a:lnTo>
                        <a:pt x="24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7" name="Google Shape;1117;p43"/>
                <p:cNvSpPr/>
                <p:nvPr/>
              </p:nvSpPr>
              <p:spPr>
                <a:xfrm>
                  <a:off x="3292162" y="2458161"/>
                  <a:ext cx="110843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" h="355" extrusionOk="0">
                      <a:moveTo>
                        <a:pt x="0" y="1"/>
                      </a:moveTo>
                      <a:lnTo>
                        <a:pt x="0" y="354"/>
                      </a:lnTo>
                      <a:lnTo>
                        <a:pt x="3276" y="354"/>
                      </a:lnTo>
                      <a:lnTo>
                        <a:pt x="327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8" name="Google Shape;1118;p43"/>
                <p:cNvSpPr/>
                <p:nvPr/>
              </p:nvSpPr>
              <p:spPr>
                <a:xfrm>
                  <a:off x="3264146" y="2458161"/>
                  <a:ext cx="19184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" h="355" extrusionOk="0">
                      <a:moveTo>
                        <a:pt x="1" y="1"/>
                      </a:moveTo>
                      <a:lnTo>
                        <a:pt x="1" y="354"/>
                      </a:lnTo>
                      <a:lnTo>
                        <a:pt x="567" y="354"/>
                      </a:lnTo>
                      <a:lnTo>
                        <a:pt x="56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43"/>
                <p:cNvSpPr/>
                <p:nvPr/>
              </p:nvSpPr>
              <p:spPr>
                <a:xfrm>
                  <a:off x="3264146" y="2489053"/>
                  <a:ext cx="16072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90" extrusionOk="0">
                      <a:moveTo>
                        <a:pt x="1" y="0"/>
                      </a:moveTo>
                      <a:lnTo>
                        <a:pt x="1" y="389"/>
                      </a:lnTo>
                      <a:lnTo>
                        <a:pt x="475" y="389"/>
                      </a:lnTo>
                      <a:lnTo>
                        <a:pt x="47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43"/>
                <p:cNvSpPr/>
                <p:nvPr/>
              </p:nvSpPr>
              <p:spPr>
                <a:xfrm>
                  <a:off x="3295275" y="2489053"/>
                  <a:ext cx="158483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4" h="390" extrusionOk="0">
                      <a:moveTo>
                        <a:pt x="0" y="0"/>
                      </a:moveTo>
                      <a:lnTo>
                        <a:pt x="0" y="389"/>
                      </a:lnTo>
                      <a:lnTo>
                        <a:pt x="4684" y="389"/>
                      </a:lnTo>
                      <a:lnTo>
                        <a:pt x="468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1" name="Google Shape;1121;p43"/>
                <p:cNvSpPr/>
                <p:nvPr/>
              </p:nvSpPr>
              <p:spPr>
                <a:xfrm>
                  <a:off x="3470713" y="2489053"/>
                  <a:ext cx="251394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" h="390" extrusionOk="0">
                      <a:moveTo>
                        <a:pt x="1" y="0"/>
                      </a:moveTo>
                      <a:lnTo>
                        <a:pt x="1" y="389"/>
                      </a:lnTo>
                      <a:lnTo>
                        <a:pt x="7429" y="389"/>
                      </a:lnTo>
                      <a:lnTo>
                        <a:pt x="742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2" name="Google Shape;1122;p43"/>
                <p:cNvSpPr/>
                <p:nvPr/>
              </p:nvSpPr>
              <p:spPr>
                <a:xfrm>
                  <a:off x="3730911" y="2489053"/>
                  <a:ext cx="73997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7" h="390" extrusionOk="0">
                      <a:moveTo>
                        <a:pt x="1" y="0"/>
                      </a:moveTo>
                      <a:lnTo>
                        <a:pt x="1" y="389"/>
                      </a:lnTo>
                      <a:lnTo>
                        <a:pt x="2187" y="389"/>
                      </a:lnTo>
                      <a:lnTo>
                        <a:pt x="218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43"/>
                <p:cNvSpPr/>
                <p:nvPr/>
              </p:nvSpPr>
              <p:spPr>
                <a:xfrm>
                  <a:off x="3594485" y="2521130"/>
                  <a:ext cx="192487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9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5688" y="382"/>
                      </a:lnTo>
                      <a:lnTo>
                        <a:pt x="568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4" name="Google Shape;1124;p43"/>
                <p:cNvSpPr/>
                <p:nvPr/>
              </p:nvSpPr>
              <p:spPr>
                <a:xfrm>
                  <a:off x="3264146" y="2521130"/>
                  <a:ext cx="31162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920" y="382"/>
                      </a:lnTo>
                      <a:lnTo>
                        <a:pt x="92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5" name="Google Shape;1125;p43"/>
                <p:cNvSpPr/>
                <p:nvPr/>
              </p:nvSpPr>
              <p:spPr>
                <a:xfrm>
                  <a:off x="3308200" y="2521130"/>
                  <a:ext cx="150600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1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4450" y="382"/>
                      </a:lnTo>
                      <a:lnTo>
                        <a:pt x="445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6" name="Google Shape;1126;p43"/>
                <p:cNvSpPr/>
                <p:nvPr/>
              </p:nvSpPr>
              <p:spPr>
                <a:xfrm>
                  <a:off x="3468819" y="2521130"/>
                  <a:ext cx="98629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5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2915" y="382"/>
                      </a:lnTo>
                      <a:lnTo>
                        <a:pt x="291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43"/>
                <p:cNvSpPr/>
                <p:nvPr/>
              </p:nvSpPr>
              <p:spPr>
                <a:xfrm>
                  <a:off x="3368055" y="2552969"/>
                  <a:ext cx="29944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884" y="382"/>
                      </a:lnTo>
                      <a:lnTo>
                        <a:pt x="88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8" name="Google Shape;1128;p43"/>
                <p:cNvSpPr/>
                <p:nvPr/>
              </p:nvSpPr>
              <p:spPr>
                <a:xfrm>
                  <a:off x="3264146" y="2552969"/>
                  <a:ext cx="91016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2689" y="382"/>
                      </a:lnTo>
                      <a:lnTo>
                        <a:pt x="268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9" name="Google Shape;1129;p43"/>
                <p:cNvSpPr/>
                <p:nvPr/>
              </p:nvSpPr>
              <p:spPr>
                <a:xfrm>
                  <a:off x="3407779" y="2552969"/>
                  <a:ext cx="28049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9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828" y="382"/>
                      </a:lnTo>
                      <a:lnTo>
                        <a:pt x="82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43"/>
                <p:cNvSpPr/>
                <p:nvPr/>
              </p:nvSpPr>
              <p:spPr>
                <a:xfrm>
                  <a:off x="3445844" y="2552969"/>
                  <a:ext cx="122584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3622" y="382"/>
                      </a:lnTo>
                      <a:lnTo>
                        <a:pt x="362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1" name="Google Shape;1131;p43"/>
                <p:cNvSpPr/>
                <p:nvPr/>
              </p:nvSpPr>
              <p:spPr>
                <a:xfrm>
                  <a:off x="3585383" y="2552969"/>
                  <a:ext cx="55794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9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1649" y="382"/>
                      </a:lnTo>
                      <a:lnTo>
                        <a:pt x="164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43"/>
                <p:cNvSpPr/>
                <p:nvPr/>
              </p:nvSpPr>
              <p:spPr>
                <a:xfrm>
                  <a:off x="3664153" y="2552969"/>
                  <a:ext cx="56978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1684" y="382"/>
                      </a:lnTo>
                      <a:lnTo>
                        <a:pt x="168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3" name="Google Shape;1133;p43"/>
                <p:cNvSpPr/>
                <p:nvPr/>
              </p:nvSpPr>
              <p:spPr>
                <a:xfrm>
                  <a:off x="3748878" y="2552969"/>
                  <a:ext cx="38098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1125" y="382"/>
                      </a:lnTo>
                      <a:lnTo>
                        <a:pt x="1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4" name="Google Shape;1134;p43"/>
                <p:cNvSpPr/>
                <p:nvPr/>
              </p:nvSpPr>
              <p:spPr>
                <a:xfrm>
                  <a:off x="3623211" y="2584809"/>
                  <a:ext cx="61072" cy="1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5" h="354" extrusionOk="0">
                      <a:moveTo>
                        <a:pt x="0" y="0"/>
                      </a:moveTo>
                      <a:lnTo>
                        <a:pt x="0" y="354"/>
                      </a:lnTo>
                      <a:lnTo>
                        <a:pt x="1804" y="354"/>
                      </a:lnTo>
                      <a:lnTo>
                        <a:pt x="180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43"/>
                <p:cNvSpPr/>
                <p:nvPr/>
              </p:nvSpPr>
              <p:spPr>
                <a:xfrm>
                  <a:off x="3264146" y="2584809"/>
                  <a:ext cx="33091" cy="1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354" extrusionOk="0">
                      <a:moveTo>
                        <a:pt x="1" y="0"/>
                      </a:moveTo>
                      <a:lnTo>
                        <a:pt x="1" y="354"/>
                      </a:lnTo>
                      <a:lnTo>
                        <a:pt x="977" y="354"/>
                      </a:lnTo>
                      <a:lnTo>
                        <a:pt x="97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6" name="Google Shape;1136;p43"/>
                <p:cNvSpPr/>
                <p:nvPr/>
              </p:nvSpPr>
              <p:spPr>
                <a:xfrm>
                  <a:off x="3320178" y="2584809"/>
                  <a:ext cx="154660" cy="1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1" h="354" extrusionOk="0">
                      <a:moveTo>
                        <a:pt x="0" y="0"/>
                      </a:moveTo>
                      <a:lnTo>
                        <a:pt x="0" y="354"/>
                      </a:lnTo>
                      <a:lnTo>
                        <a:pt x="4570" y="354"/>
                      </a:lnTo>
                      <a:lnTo>
                        <a:pt x="457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7" name="Google Shape;1137;p43"/>
                <p:cNvSpPr/>
                <p:nvPr/>
              </p:nvSpPr>
              <p:spPr>
                <a:xfrm>
                  <a:off x="3497545" y="2584809"/>
                  <a:ext cx="32109" cy="1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9" h="354" extrusionOk="0">
                      <a:moveTo>
                        <a:pt x="0" y="0"/>
                      </a:moveTo>
                      <a:lnTo>
                        <a:pt x="0" y="354"/>
                      </a:lnTo>
                      <a:lnTo>
                        <a:pt x="948" y="354"/>
                      </a:lnTo>
                      <a:lnTo>
                        <a:pt x="94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8" name="Google Shape;1138;p43"/>
                <p:cNvSpPr/>
                <p:nvPr/>
              </p:nvSpPr>
              <p:spPr>
                <a:xfrm>
                  <a:off x="3544442" y="2584809"/>
                  <a:ext cx="50076" cy="1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" h="354" extrusionOk="0">
                      <a:moveTo>
                        <a:pt x="1" y="0"/>
                      </a:moveTo>
                      <a:lnTo>
                        <a:pt x="1" y="354"/>
                      </a:lnTo>
                      <a:lnTo>
                        <a:pt x="1479" y="354"/>
                      </a:lnTo>
                      <a:lnTo>
                        <a:pt x="147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9" name="Google Shape;1139;p43"/>
                <p:cNvSpPr/>
                <p:nvPr/>
              </p:nvSpPr>
              <p:spPr>
                <a:xfrm>
                  <a:off x="3714162" y="2584809"/>
                  <a:ext cx="75689" cy="1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7" h="354" extrusionOk="0">
                      <a:moveTo>
                        <a:pt x="1" y="0"/>
                      </a:moveTo>
                      <a:lnTo>
                        <a:pt x="1" y="354"/>
                      </a:lnTo>
                      <a:lnTo>
                        <a:pt x="2236" y="354"/>
                      </a:lnTo>
                      <a:lnTo>
                        <a:pt x="223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0" name="Google Shape;1140;p43"/>
                <p:cNvSpPr/>
                <p:nvPr/>
              </p:nvSpPr>
              <p:spPr>
                <a:xfrm>
                  <a:off x="3264146" y="2612791"/>
                  <a:ext cx="87903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8" h="383" extrusionOk="0">
                      <a:moveTo>
                        <a:pt x="1" y="1"/>
                      </a:moveTo>
                      <a:lnTo>
                        <a:pt x="1" y="383"/>
                      </a:lnTo>
                      <a:lnTo>
                        <a:pt x="2597" y="383"/>
                      </a:lnTo>
                      <a:lnTo>
                        <a:pt x="259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43"/>
                <p:cNvSpPr/>
                <p:nvPr/>
              </p:nvSpPr>
              <p:spPr>
                <a:xfrm>
                  <a:off x="3368055" y="2612791"/>
                  <a:ext cx="147453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383" extrusionOk="0">
                      <a:moveTo>
                        <a:pt x="0" y="1"/>
                      </a:moveTo>
                      <a:lnTo>
                        <a:pt x="0" y="383"/>
                      </a:lnTo>
                      <a:lnTo>
                        <a:pt x="4358" y="383"/>
                      </a:lnTo>
                      <a:lnTo>
                        <a:pt x="435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43"/>
                <p:cNvSpPr/>
                <p:nvPr/>
              </p:nvSpPr>
              <p:spPr>
                <a:xfrm>
                  <a:off x="3532498" y="2612791"/>
                  <a:ext cx="172592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1" h="383" extrusionOk="0">
                      <a:moveTo>
                        <a:pt x="0" y="1"/>
                      </a:moveTo>
                      <a:lnTo>
                        <a:pt x="0" y="383"/>
                      </a:lnTo>
                      <a:lnTo>
                        <a:pt x="5101" y="383"/>
                      </a:lnTo>
                      <a:lnTo>
                        <a:pt x="510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43"/>
                <p:cNvSpPr/>
                <p:nvPr/>
              </p:nvSpPr>
              <p:spPr>
                <a:xfrm>
                  <a:off x="3723027" y="2612791"/>
                  <a:ext cx="65843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383" extrusionOk="0">
                      <a:moveTo>
                        <a:pt x="0" y="1"/>
                      </a:moveTo>
                      <a:lnTo>
                        <a:pt x="0" y="383"/>
                      </a:lnTo>
                      <a:lnTo>
                        <a:pt x="1946" y="383"/>
                      </a:lnTo>
                      <a:lnTo>
                        <a:pt x="194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4" name="Google Shape;1144;p43"/>
                <p:cNvSpPr/>
                <p:nvPr/>
              </p:nvSpPr>
              <p:spPr>
                <a:xfrm>
                  <a:off x="3503534" y="2644630"/>
                  <a:ext cx="20132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" h="390" extrusionOk="0">
                      <a:moveTo>
                        <a:pt x="0" y="1"/>
                      </a:moveTo>
                      <a:lnTo>
                        <a:pt x="0" y="390"/>
                      </a:lnTo>
                      <a:lnTo>
                        <a:pt x="594" y="390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5" name="Google Shape;1145;p43"/>
                <p:cNvSpPr/>
                <p:nvPr/>
              </p:nvSpPr>
              <p:spPr>
                <a:xfrm>
                  <a:off x="3563356" y="2644630"/>
                  <a:ext cx="9135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390" extrusionOk="0">
                      <a:moveTo>
                        <a:pt x="1" y="1"/>
                      </a:moveTo>
                      <a:lnTo>
                        <a:pt x="1" y="390"/>
                      </a:lnTo>
                      <a:lnTo>
                        <a:pt x="270" y="390"/>
                      </a:lnTo>
                      <a:lnTo>
                        <a:pt x="27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6" name="Google Shape;1146;p43"/>
                <p:cNvSpPr/>
                <p:nvPr/>
              </p:nvSpPr>
              <p:spPr>
                <a:xfrm>
                  <a:off x="3581323" y="2644630"/>
                  <a:ext cx="157773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3" h="390" extrusionOk="0">
                      <a:moveTo>
                        <a:pt x="0" y="1"/>
                      </a:moveTo>
                      <a:lnTo>
                        <a:pt x="0" y="390"/>
                      </a:lnTo>
                      <a:lnTo>
                        <a:pt x="4662" y="390"/>
                      </a:lnTo>
                      <a:lnTo>
                        <a:pt x="466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7" name="Google Shape;1147;p43"/>
                <p:cNvSpPr/>
                <p:nvPr/>
              </p:nvSpPr>
              <p:spPr>
                <a:xfrm>
                  <a:off x="3758927" y="2644630"/>
                  <a:ext cx="45982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9" h="390" extrusionOk="0">
                      <a:moveTo>
                        <a:pt x="0" y="1"/>
                      </a:moveTo>
                      <a:lnTo>
                        <a:pt x="0" y="390"/>
                      </a:lnTo>
                      <a:lnTo>
                        <a:pt x="1359" y="390"/>
                      </a:lnTo>
                      <a:lnTo>
                        <a:pt x="13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8" name="Google Shape;1148;p43"/>
                <p:cNvSpPr/>
                <p:nvPr/>
              </p:nvSpPr>
              <p:spPr>
                <a:xfrm>
                  <a:off x="3532498" y="2644630"/>
                  <a:ext cx="18914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" h="390" extrusionOk="0">
                      <a:moveTo>
                        <a:pt x="0" y="1"/>
                      </a:moveTo>
                      <a:lnTo>
                        <a:pt x="0" y="390"/>
                      </a:lnTo>
                      <a:lnTo>
                        <a:pt x="559" y="390"/>
                      </a:lnTo>
                      <a:lnTo>
                        <a:pt x="5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9" name="Google Shape;1149;p43"/>
                <p:cNvSpPr/>
                <p:nvPr/>
              </p:nvSpPr>
              <p:spPr>
                <a:xfrm>
                  <a:off x="3412786" y="2644630"/>
                  <a:ext cx="83809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" h="390" extrusionOk="0">
                      <a:moveTo>
                        <a:pt x="1" y="1"/>
                      </a:moveTo>
                      <a:lnTo>
                        <a:pt x="1" y="390"/>
                      </a:lnTo>
                      <a:lnTo>
                        <a:pt x="2477" y="390"/>
                      </a:lnTo>
                      <a:lnTo>
                        <a:pt x="24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0" name="Google Shape;1150;p43"/>
                <p:cNvSpPr/>
                <p:nvPr/>
              </p:nvSpPr>
              <p:spPr>
                <a:xfrm>
                  <a:off x="3292162" y="2644630"/>
                  <a:ext cx="110843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6" h="390" extrusionOk="0">
                      <a:moveTo>
                        <a:pt x="0" y="1"/>
                      </a:moveTo>
                      <a:lnTo>
                        <a:pt x="0" y="390"/>
                      </a:lnTo>
                      <a:lnTo>
                        <a:pt x="3276" y="390"/>
                      </a:lnTo>
                      <a:lnTo>
                        <a:pt x="327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43"/>
                <p:cNvSpPr/>
                <p:nvPr/>
              </p:nvSpPr>
              <p:spPr>
                <a:xfrm>
                  <a:off x="3264146" y="2644630"/>
                  <a:ext cx="19184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" h="390" extrusionOk="0">
                      <a:moveTo>
                        <a:pt x="1" y="1"/>
                      </a:moveTo>
                      <a:lnTo>
                        <a:pt x="1" y="390"/>
                      </a:lnTo>
                      <a:lnTo>
                        <a:pt x="567" y="390"/>
                      </a:lnTo>
                      <a:lnTo>
                        <a:pt x="56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2" name="Google Shape;1152;p43"/>
                <p:cNvSpPr/>
                <p:nvPr/>
              </p:nvSpPr>
              <p:spPr>
                <a:xfrm>
                  <a:off x="3264146" y="2676707"/>
                  <a:ext cx="16072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55" extrusionOk="0">
                      <a:moveTo>
                        <a:pt x="1" y="1"/>
                      </a:moveTo>
                      <a:lnTo>
                        <a:pt x="1" y="354"/>
                      </a:lnTo>
                      <a:lnTo>
                        <a:pt x="475" y="354"/>
                      </a:lnTo>
                      <a:lnTo>
                        <a:pt x="47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43"/>
                <p:cNvSpPr/>
                <p:nvPr/>
              </p:nvSpPr>
              <p:spPr>
                <a:xfrm>
                  <a:off x="3295275" y="2676707"/>
                  <a:ext cx="158483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4" h="355" extrusionOk="0">
                      <a:moveTo>
                        <a:pt x="0" y="1"/>
                      </a:moveTo>
                      <a:lnTo>
                        <a:pt x="0" y="354"/>
                      </a:lnTo>
                      <a:lnTo>
                        <a:pt x="4684" y="354"/>
                      </a:lnTo>
                      <a:lnTo>
                        <a:pt x="468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4" name="Google Shape;1154;p43"/>
                <p:cNvSpPr/>
                <p:nvPr/>
              </p:nvSpPr>
              <p:spPr>
                <a:xfrm>
                  <a:off x="3470713" y="2676707"/>
                  <a:ext cx="251394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0" h="355" extrusionOk="0">
                      <a:moveTo>
                        <a:pt x="1" y="1"/>
                      </a:moveTo>
                      <a:lnTo>
                        <a:pt x="1" y="354"/>
                      </a:lnTo>
                      <a:lnTo>
                        <a:pt x="7429" y="354"/>
                      </a:lnTo>
                      <a:lnTo>
                        <a:pt x="742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43"/>
                <p:cNvSpPr/>
                <p:nvPr/>
              </p:nvSpPr>
              <p:spPr>
                <a:xfrm>
                  <a:off x="3730911" y="2676707"/>
                  <a:ext cx="73997" cy="12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7" h="355" extrusionOk="0">
                      <a:moveTo>
                        <a:pt x="1" y="1"/>
                      </a:moveTo>
                      <a:lnTo>
                        <a:pt x="1" y="354"/>
                      </a:lnTo>
                      <a:lnTo>
                        <a:pt x="2187" y="354"/>
                      </a:lnTo>
                      <a:lnTo>
                        <a:pt x="218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43"/>
                <p:cNvSpPr/>
                <p:nvPr/>
              </p:nvSpPr>
              <p:spPr>
                <a:xfrm>
                  <a:off x="3594485" y="2707599"/>
                  <a:ext cx="192487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9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5688" y="382"/>
                      </a:lnTo>
                      <a:lnTo>
                        <a:pt x="568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7" name="Google Shape;1157;p43"/>
                <p:cNvSpPr/>
                <p:nvPr/>
              </p:nvSpPr>
              <p:spPr>
                <a:xfrm>
                  <a:off x="3264146" y="2707599"/>
                  <a:ext cx="31162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920" y="382"/>
                      </a:lnTo>
                      <a:lnTo>
                        <a:pt x="92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43"/>
                <p:cNvSpPr/>
                <p:nvPr/>
              </p:nvSpPr>
              <p:spPr>
                <a:xfrm>
                  <a:off x="3308200" y="2707599"/>
                  <a:ext cx="150600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1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4450" y="382"/>
                      </a:lnTo>
                      <a:lnTo>
                        <a:pt x="445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43"/>
                <p:cNvSpPr/>
                <p:nvPr/>
              </p:nvSpPr>
              <p:spPr>
                <a:xfrm>
                  <a:off x="3468819" y="2707599"/>
                  <a:ext cx="98629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5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2915" y="382"/>
                      </a:lnTo>
                      <a:lnTo>
                        <a:pt x="291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0" name="Google Shape;1160;p43"/>
                <p:cNvSpPr/>
                <p:nvPr/>
              </p:nvSpPr>
              <p:spPr>
                <a:xfrm>
                  <a:off x="3368055" y="2739438"/>
                  <a:ext cx="29944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884" y="382"/>
                      </a:lnTo>
                      <a:lnTo>
                        <a:pt x="88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43"/>
                <p:cNvSpPr/>
                <p:nvPr/>
              </p:nvSpPr>
              <p:spPr>
                <a:xfrm>
                  <a:off x="3264146" y="2739438"/>
                  <a:ext cx="91016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2689" y="382"/>
                      </a:lnTo>
                      <a:lnTo>
                        <a:pt x="268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43"/>
                <p:cNvSpPr/>
                <p:nvPr/>
              </p:nvSpPr>
              <p:spPr>
                <a:xfrm>
                  <a:off x="3407779" y="2739438"/>
                  <a:ext cx="28049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9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828" y="382"/>
                      </a:lnTo>
                      <a:lnTo>
                        <a:pt x="82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43"/>
                <p:cNvSpPr/>
                <p:nvPr/>
              </p:nvSpPr>
              <p:spPr>
                <a:xfrm>
                  <a:off x="3445844" y="2739438"/>
                  <a:ext cx="122584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3622" y="382"/>
                      </a:lnTo>
                      <a:lnTo>
                        <a:pt x="362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43"/>
                <p:cNvSpPr/>
                <p:nvPr/>
              </p:nvSpPr>
              <p:spPr>
                <a:xfrm>
                  <a:off x="3585383" y="2739438"/>
                  <a:ext cx="55794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9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1649" y="382"/>
                      </a:lnTo>
                      <a:lnTo>
                        <a:pt x="164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43"/>
                <p:cNvSpPr/>
                <p:nvPr/>
              </p:nvSpPr>
              <p:spPr>
                <a:xfrm>
                  <a:off x="3664153" y="2739438"/>
                  <a:ext cx="56978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1684" y="382"/>
                      </a:lnTo>
                      <a:lnTo>
                        <a:pt x="168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43"/>
                <p:cNvSpPr/>
                <p:nvPr/>
              </p:nvSpPr>
              <p:spPr>
                <a:xfrm>
                  <a:off x="3748878" y="2739438"/>
                  <a:ext cx="38098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1125" y="382"/>
                      </a:lnTo>
                      <a:lnTo>
                        <a:pt x="1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43"/>
                <p:cNvSpPr/>
                <p:nvPr/>
              </p:nvSpPr>
              <p:spPr>
                <a:xfrm>
                  <a:off x="3623211" y="2771515"/>
                  <a:ext cx="61072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5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1804" y="382"/>
                      </a:lnTo>
                      <a:lnTo>
                        <a:pt x="180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43"/>
                <p:cNvSpPr/>
                <p:nvPr/>
              </p:nvSpPr>
              <p:spPr>
                <a:xfrm>
                  <a:off x="3264146" y="2771515"/>
                  <a:ext cx="33091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977" y="382"/>
                      </a:lnTo>
                      <a:lnTo>
                        <a:pt x="97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9" name="Google Shape;1169;p43"/>
                <p:cNvSpPr/>
                <p:nvPr/>
              </p:nvSpPr>
              <p:spPr>
                <a:xfrm>
                  <a:off x="3320178" y="2771515"/>
                  <a:ext cx="154660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1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4570" y="382"/>
                      </a:lnTo>
                      <a:lnTo>
                        <a:pt x="457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43"/>
                <p:cNvSpPr/>
                <p:nvPr/>
              </p:nvSpPr>
              <p:spPr>
                <a:xfrm>
                  <a:off x="3497545" y="2771515"/>
                  <a:ext cx="32109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9" h="383" extrusionOk="0">
                      <a:moveTo>
                        <a:pt x="0" y="0"/>
                      </a:moveTo>
                      <a:lnTo>
                        <a:pt x="0" y="382"/>
                      </a:lnTo>
                      <a:lnTo>
                        <a:pt x="948" y="382"/>
                      </a:lnTo>
                      <a:lnTo>
                        <a:pt x="94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43"/>
                <p:cNvSpPr/>
                <p:nvPr/>
              </p:nvSpPr>
              <p:spPr>
                <a:xfrm>
                  <a:off x="3544442" y="2771515"/>
                  <a:ext cx="50076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1479" y="382"/>
                      </a:lnTo>
                      <a:lnTo>
                        <a:pt x="147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43"/>
                <p:cNvSpPr/>
                <p:nvPr/>
              </p:nvSpPr>
              <p:spPr>
                <a:xfrm>
                  <a:off x="3714162" y="2771515"/>
                  <a:ext cx="75689" cy="1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7" h="383" extrusionOk="0">
                      <a:moveTo>
                        <a:pt x="1" y="0"/>
                      </a:moveTo>
                      <a:lnTo>
                        <a:pt x="1" y="382"/>
                      </a:lnTo>
                      <a:lnTo>
                        <a:pt x="2236" y="382"/>
                      </a:lnTo>
                      <a:lnTo>
                        <a:pt x="223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73" name="Google Shape;1173;p43"/>
              <p:cNvGrpSpPr/>
              <p:nvPr/>
            </p:nvGrpSpPr>
            <p:grpSpPr>
              <a:xfrm>
                <a:off x="3023938" y="2911749"/>
                <a:ext cx="215463" cy="293253"/>
                <a:chOff x="2902238" y="2671699"/>
                <a:chExt cx="215463" cy="293253"/>
              </a:xfrm>
            </p:grpSpPr>
            <p:sp>
              <p:nvSpPr>
                <p:cNvPr id="1174" name="Google Shape;1174;p43"/>
                <p:cNvSpPr/>
                <p:nvPr/>
              </p:nvSpPr>
              <p:spPr>
                <a:xfrm>
                  <a:off x="2935024" y="2671699"/>
                  <a:ext cx="84994" cy="134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3984" extrusionOk="0">
                      <a:moveTo>
                        <a:pt x="1" y="0"/>
                      </a:moveTo>
                      <a:cubicBezTo>
                        <a:pt x="36" y="57"/>
                        <a:pt x="1" y="382"/>
                        <a:pt x="1" y="474"/>
                      </a:cubicBezTo>
                      <a:cubicBezTo>
                        <a:pt x="36" y="651"/>
                        <a:pt x="36" y="828"/>
                        <a:pt x="93" y="969"/>
                      </a:cubicBezTo>
                      <a:cubicBezTo>
                        <a:pt x="149" y="1323"/>
                        <a:pt x="269" y="1648"/>
                        <a:pt x="418" y="1945"/>
                      </a:cubicBezTo>
                      <a:cubicBezTo>
                        <a:pt x="743" y="2561"/>
                        <a:pt x="1210" y="3127"/>
                        <a:pt x="1713" y="3566"/>
                      </a:cubicBezTo>
                      <a:cubicBezTo>
                        <a:pt x="1861" y="3714"/>
                        <a:pt x="2010" y="3834"/>
                        <a:pt x="2187" y="3919"/>
                      </a:cubicBezTo>
                      <a:cubicBezTo>
                        <a:pt x="2210" y="3919"/>
                        <a:pt x="2299" y="3984"/>
                        <a:pt x="2360" y="3984"/>
                      </a:cubicBezTo>
                      <a:cubicBezTo>
                        <a:pt x="2372" y="3984"/>
                        <a:pt x="2383" y="3982"/>
                        <a:pt x="2392" y="3976"/>
                      </a:cubicBezTo>
                      <a:cubicBezTo>
                        <a:pt x="2512" y="3863"/>
                        <a:pt x="2420" y="3332"/>
                        <a:pt x="2420" y="3212"/>
                      </a:cubicBezTo>
                      <a:cubicBezTo>
                        <a:pt x="2363" y="2886"/>
                        <a:pt x="2271" y="2596"/>
                        <a:pt x="2123" y="2327"/>
                      </a:cubicBezTo>
                      <a:cubicBezTo>
                        <a:pt x="1889" y="1854"/>
                        <a:pt x="1564" y="1358"/>
                        <a:pt x="1210" y="969"/>
                      </a:cubicBezTo>
                      <a:cubicBezTo>
                        <a:pt x="828" y="615"/>
                        <a:pt x="326" y="41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5" name="Google Shape;1175;p43"/>
                <p:cNvSpPr/>
                <p:nvPr/>
              </p:nvSpPr>
              <p:spPr>
                <a:xfrm>
                  <a:off x="2961112" y="2712606"/>
                  <a:ext cx="77821" cy="203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0" h="6014" extrusionOk="0">
                      <a:moveTo>
                        <a:pt x="29" y="1"/>
                      </a:moveTo>
                      <a:cubicBezTo>
                        <a:pt x="1" y="29"/>
                        <a:pt x="1" y="29"/>
                        <a:pt x="29" y="57"/>
                      </a:cubicBezTo>
                      <a:cubicBezTo>
                        <a:pt x="1387" y="1706"/>
                        <a:pt x="2180" y="3828"/>
                        <a:pt x="2236" y="5986"/>
                      </a:cubicBezTo>
                      <a:lnTo>
                        <a:pt x="2272" y="6014"/>
                      </a:lnTo>
                      <a:cubicBezTo>
                        <a:pt x="2300" y="6014"/>
                        <a:pt x="2300" y="5986"/>
                        <a:pt x="2300" y="5986"/>
                      </a:cubicBezTo>
                      <a:cubicBezTo>
                        <a:pt x="2236" y="3800"/>
                        <a:pt x="1444" y="1677"/>
                        <a:pt x="57" y="29"/>
                      </a:cubicBezTo>
                      <a:cubicBezTo>
                        <a:pt x="57" y="1"/>
                        <a:pt x="29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6" name="Google Shape;1176;p43"/>
                <p:cNvSpPr/>
                <p:nvPr/>
              </p:nvSpPr>
              <p:spPr>
                <a:xfrm>
                  <a:off x="2902238" y="2798786"/>
                  <a:ext cx="124750" cy="4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7" h="1225" extrusionOk="0">
                      <a:moveTo>
                        <a:pt x="1741" y="1"/>
                      </a:moveTo>
                      <a:cubicBezTo>
                        <a:pt x="1564" y="1"/>
                        <a:pt x="1387" y="15"/>
                        <a:pt x="1210" y="43"/>
                      </a:cubicBezTo>
                      <a:cubicBezTo>
                        <a:pt x="793" y="107"/>
                        <a:pt x="411" y="192"/>
                        <a:pt x="0" y="312"/>
                      </a:cubicBezTo>
                      <a:cubicBezTo>
                        <a:pt x="206" y="666"/>
                        <a:pt x="559" y="899"/>
                        <a:pt x="941" y="1048"/>
                      </a:cubicBezTo>
                      <a:cubicBezTo>
                        <a:pt x="1267" y="1168"/>
                        <a:pt x="1620" y="1224"/>
                        <a:pt x="1946" y="1224"/>
                      </a:cubicBezTo>
                      <a:cubicBezTo>
                        <a:pt x="2384" y="1224"/>
                        <a:pt x="2822" y="1133"/>
                        <a:pt x="3255" y="1133"/>
                      </a:cubicBezTo>
                      <a:cubicBezTo>
                        <a:pt x="3318" y="1133"/>
                        <a:pt x="3382" y="1135"/>
                        <a:pt x="3446" y="1139"/>
                      </a:cubicBezTo>
                      <a:cubicBezTo>
                        <a:pt x="3538" y="1139"/>
                        <a:pt x="3622" y="1139"/>
                        <a:pt x="3686" y="1196"/>
                      </a:cubicBezTo>
                      <a:cubicBezTo>
                        <a:pt x="3594" y="927"/>
                        <a:pt x="3417" y="666"/>
                        <a:pt x="3212" y="460"/>
                      </a:cubicBezTo>
                      <a:cubicBezTo>
                        <a:pt x="2950" y="220"/>
                        <a:pt x="2625" y="107"/>
                        <a:pt x="2271" y="43"/>
                      </a:cubicBezTo>
                      <a:cubicBezTo>
                        <a:pt x="2094" y="15"/>
                        <a:pt x="1917" y="1"/>
                        <a:pt x="174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7" name="Google Shape;1177;p43"/>
                <p:cNvSpPr/>
                <p:nvPr/>
              </p:nvSpPr>
              <p:spPr>
                <a:xfrm>
                  <a:off x="2943179" y="2817362"/>
                  <a:ext cx="83809" cy="2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7" h="648" extrusionOk="0">
                      <a:moveTo>
                        <a:pt x="938" y="1"/>
                      </a:moveTo>
                      <a:cubicBezTo>
                        <a:pt x="641" y="1"/>
                        <a:pt x="333" y="35"/>
                        <a:pt x="28" y="60"/>
                      </a:cubicBezTo>
                      <a:cubicBezTo>
                        <a:pt x="28" y="60"/>
                        <a:pt x="0" y="60"/>
                        <a:pt x="0" y="88"/>
                      </a:cubicBezTo>
                      <a:lnTo>
                        <a:pt x="28" y="117"/>
                      </a:lnTo>
                      <a:cubicBezTo>
                        <a:pt x="330" y="97"/>
                        <a:pt x="635" y="61"/>
                        <a:pt x="929" y="61"/>
                      </a:cubicBezTo>
                      <a:cubicBezTo>
                        <a:pt x="1063" y="61"/>
                        <a:pt x="1195" y="68"/>
                        <a:pt x="1323" y="88"/>
                      </a:cubicBezTo>
                      <a:cubicBezTo>
                        <a:pt x="1769" y="145"/>
                        <a:pt x="2151" y="322"/>
                        <a:pt x="2412" y="619"/>
                      </a:cubicBezTo>
                      <a:lnTo>
                        <a:pt x="2448" y="647"/>
                      </a:lnTo>
                      <a:cubicBezTo>
                        <a:pt x="2448" y="647"/>
                        <a:pt x="2476" y="647"/>
                        <a:pt x="2476" y="619"/>
                      </a:cubicBezTo>
                      <a:lnTo>
                        <a:pt x="2476" y="590"/>
                      </a:lnTo>
                      <a:cubicBezTo>
                        <a:pt x="2179" y="293"/>
                        <a:pt x="1797" y="88"/>
                        <a:pt x="1323" y="25"/>
                      </a:cubicBezTo>
                      <a:cubicBezTo>
                        <a:pt x="1198" y="7"/>
                        <a:pt x="1069" y="1"/>
                        <a:pt x="9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8" name="Google Shape;1178;p43"/>
                <p:cNvSpPr/>
                <p:nvPr/>
              </p:nvSpPr>
              <p:spPr>
                <a:xfrm>
                  <a:off x="3041777" y="2741570"/>
                  <a:ext cx="60835" cy="126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" h="3744" extrusionOk="0">
                      <a:moveTo>
                        <a:pt x="1387" y="1"/>
                      </a:moveTo>
                      <a:cubicBezTo>
                        <a:pt x="1267" y="319"/>
                        <a:pt x="1062" y="616"/>
                        <a:pt x="828" y="885"/>
                      </a:cubicBezTo>
                      <a:cubicBezTo>
                        <a:pt x="652" y="1062"/>
                        <a:pt x="531" y="1203"/>
                        <a:pt x="383" y="1416"/>
                      </a:cubicBezTo>
                      <a:cubicBezTo>
                        <a:pt x="270" y="1621"/>
                        <a:pt x="206" y="1883"/>
                        <a:pt x="149" y="2151"/>
                      </a:cubicBezTo>
                      <a:cubicBezTo>
                        <a:pt x="93" y="2413"/>
                        <a:pt x="64" y="2710"/>
                        <a:pt x="64" y="2972"/>
                      </a:cubicBezTo>
                      <a:cubicBezTo>
                        <a:pt x="29" y="3213"/>
                        <a:pt x="1" y="3474"/>
                        <a:pt x="149" y="3679"/>
                      </a:cubicBezTo>
                      <a:cubicBezTo>
                        <a:pt x="178" y="3715"/>
                        <a:pt x="206" y="3743"/>
                        <a:pt x="241" y="3743"/>
                      </a:cubicBezTo>
                      <a:cubicBezTo>
                        <a:pt x="270" y="3743"/>
                        <a:pt x="298" y="3715"/>
                        <a:pt x="326" y="3679"/>
                      </a:cubicBezTo>
                      <a:cubicBezTo>
                        <a:pt x="503" y="3503"/>
                        <a:pt x="623" y="3297"/>
                        <a:pt x="736" y="3064"/>
                      </a:cubicBezTo>
                      <a:cubicBezTo>
                        <a:pt x="857" y="2887"/>
                        <a:pt x="913" y="2710"/>
                        <a:pt x="1005" y="2533"/>
                      </a:cubicBezTo>
                      <a:cubicBezTo>
                        <a:pt x="1182" y="2300"/>
                        <a:pt x="1416" y="2059"/>
                        <a:pt x="1592" y="1826"/>
                      </a:cubicBezTo>
                      <a:cubicBezTo>
                        <a:pt x="1656" y="1734"/>
                        <a:pt x="1684" y="1649"/>
                        <a:pt x="1713" y="1557"/>
                      </a:cubicBezTo>
                      <a:cubicBezTo>
                        <a:pt x="1798" y="1295"/>
                        <a:pt x="1798" y="1027"/>
                        <a:pt x="1713" y="765"/>
                      </a:cubicBezTo>
                      <a:cubicBezTo>
                        <a:pt x="1656" y="496"/>
                        <a:pt x="1536" y="234"/>
                        <a:pt x="138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9" name="Google Shape;1179;p43"/>
                <p:cNvSpPr/>
                <p:nvPr/>
              </p:nvSpPr>
              <p:spPr>
                <a:xfrm>
                  <a:off x="3041777" y="2793508"/>
                  <a:ext cx="28049" cy="111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9" h="3298" extrusionOk="0">
                      <a:moveTo>
                        <a:pt x="800" y="1"/>
                      </a:moveTo>
                      <a:cubicBezTo>
                        <a:pt x="793" y="1"/>
                        <a:pt x="786" y="8"/>
                        <a:pt x="772" y="22"/>
                      </a:cubicBezTo>
                      <a:cubicBezTo>
                        <a:pt x="475" y="496"/>
                        <a:pt x="298" y="1083"/>
                        <a:pt x="241" y="1649"/>
                      </a:cubicBezTo>
                      <a:cubicBezTo>
                        <a:pt x="206" y="1826"/>
                        <a:pt x="178" y="2003"/>
                        <a:pt x="149" y="2180"/>
                      </a:cubicBezTo>
                      <a:cubicBezTo>
                        <a:pt x="93" y="2534"/>
                        <a:pt x="1" y="2887"/>
                        <a:pt x="64" y="3269"/>
                      </a:cubicBezTo>
                      <a:cubicBezTo>
                        <a:pt x="64" y="3269"/>
                        <a:pt x="64" y="3298"/>
                        <a:pt x="93" y="3298"/>
                      </a:cubicBezTo>
                      <a:cubicBezTo>
                        <a:pt x="121" y="3298"/>
                        <a:pt x="121" y="3269"/>
                        <a:pt x="121" y="3269"/>
                      </a:cubicBezTo>
                      <a:cubicBezTo>
                        <a:pt x="64" y="2887"/>
                        <a:pt x="149" y="2534"/>
                        <a:pt x="206" y="2180"/>
                      </a:cubicBezTo>
                      <a:cubicBezTo>
                        <a:pt x="241" y="2003"/>
                        <a:pt x="270" y="1826"/>
                        <a:pt x="298" y="1649"/>
                      </a:cubicBezTo>
                      <a:cubicBezTo>
                        <a:pt x="354" y="1083"/>
                        <a:pt x="531" y="524"/>
                        <a:pt x="828" y="57"/>
                      </a:cubicBezTo>
                      <a:lnTo>
                        <a:pt x="828" y="22"/>
                      </a:lnTo>
                      <a:cubicBezTo>
                        <a:pt x="814" y="8"/>
                        <a:pt x="807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0" name="Google Shape;1180;p43"/>
                <p:cNvSpPr/>
                <p:nvPr/>
              </p:nvSpPr>
              <p:spPr>
                <a:xfrm>
                  <a:off x="2957052" y="2889974"/>
                  <a:ext cx="160649" cy="74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8" h="2216" extrusionOk="0">
                      <a:moveTo>
                        <a:pt x="0" y="1"/>
                      </a:moveTo>
                      <a:cubicBezTo>
                        <a:pt x="149" y="857"/>
                        <a:pt x="680" y="1741"/>
                        <a:pt x="1387" y="2187"/>
                      </a:cubicBezTo>
                      <a:cubicBezTo>
                        <a:pt x="1444" y="2215"/>
                        <a:pt x="1507" y="2215"/>
                        <a:pt x="1564" y="2215"/>
                      </a:cubicBezTo>
                      <a:lnTo>
                        <a:pt x="3184" y="2215"/>
                      </a:lnTo>
                      <a:cubicBezTo>
                        <a:pt x="3240" y="2215"/>
                        <a:pt x="3304" y="2215"/>
                        <a:pt x="3361" y="2187"/>
                      </a:cubicBezTo>
                      <a:cubicBezTo>
                        <a:pt x="4068" y="1741"/>
                        <a:pt x="4599" y="857"/>
                        <a:pt x="47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1" name="Google Shape;1181;p43"/>
              <p:cNvGrpSpPr/>
              <p:nvPr/>
            </p:nvGrpSpPr>
            <p:grpSpPr>
              <a:xfrm>
                <a:off x="4024710" y="3078323"/>
                <a:ext cx="232450" cy="127628"/>
                <a:chOff x="3903010" y="2838273"/>
                <a:chExt cx="232450" cy="127628"/>
              </a:xfrm>
            </p:grpSpPr>
            <p:sp>
              <p:nvSpPr>
                <p:cNvPr id="1182" name="Google Shape;1182;p43"/>
                <p:cNvSpPr/>
                <p:nvPr/>
              </p:nvSpPr>
              <p:spPr>
                <a:xfrm>
                  <a:off x="3903010" y="2948882"/>
                  <a:ext cx="213533" cy="17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1" h="503" extrusionOk="0">
                      <a:moveTo>
                        <a:pt x="0" y="0"/>
                      </a:moveTo>
                      <a:lnTo>
                        <a:pt x="0" y="502"/>
                      </a:lnTo>
                      <a:lnTo>
                        <a:pt x="6310" y="502"/>
                      </a:lnTo>
                      <a:lnTo>
                        <a:pt x="63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3" name="Google Shape;1183;p43"/>
                <p:cNvSpPr/>
                <p:nvPr/>
              </p:nvSpPr>
              <p:spPr>
                <a:xfrm>
                  <a:off x="4018627" y="2838273"/>
                  <a:ext cx="101742" cy="111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" h="3298" extrusionOk="0">
                      <a:moveTo>
                        <a:pt x="0" y="1"/>
                      </a:moveTo>
                      <a:lnTo>
                        <a:pt x="594" y="3297"/>
                      </a:lnTo>
                      <a:lnTo>
                        <a:pt x="2363" y="3297"/>
                      </a:lnTo>
                      <a:lnTo>
                        <a:pt x="30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43"/>
                <p:cNvSpPr/>
                <p:nvPr/>
              </p:nvSpPr>
              <p:spPr>
                <a:xfrm>
                  <a:off x="4054527" y="2861856"/>
                  <a:ext cx="80933" cy="62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2" h="1837" extrusionOk="0">
                      <a:moveTo>
                        <a:pt x="1978" y="0"/>
                      </a:moveTo>
                      <a:cubicBezTo>
                        <a:pt x="1951" y="0"/>
                        <a:pt x="1921" y="4"/>
                        <a:pt x="1889" y="11"/>
                      </a:cubicBezTo>
                      <a:cubicBezTo>
                        <a:pt x="1564" y="40"/>
                        <a:pt x="1238" y="124"/>
                        <a:pt x="948" y="273"/>
                      </a:cubicBezTo>
                      <a:cubicBezTo>
                        <a:pt x="913" y="273"/>
                        <a:pt x="884" y="337"/>
                        <a:pt x="913" y="365"/>
                      </a:cubicBezTo>
                      <a:cubicBezTo>
                        <a:pt x="913" y="393"/>
                        <a:pt x="948" y="393"/>
                        <a:pt x="976" y="393"/>
                      </a:cubicBezTo>
                      <a:cubicBezTo>
                        <a:pt x="1266" y="245"/>
                        <a:pt x="1592" y="160"/>
                        <a:pt x="1917" y="124"/>
                      </a:cubicBezTo>
                      <a:cubicBezTo>
                        <a:pt x="1933" y="116"/>
                        <a:pt x="1950" y="113"/>
                        <a:pt x="1967" y="113"/>
                      </a:cubicBezTo>
                      <a:cubicBezTo>
                        <a:pt x="2010" y="113"/>
                        <a:pt x="2054" y="135"/>
                        <a:pt x="2094" y="160"/>
                      </a:cubicBezTo>
                      <a:cubicBezTo>
                        <a:pt x="2214" y="245"/>
                        <a:pt x="2214" y="365"/>
                        <a:pt x="2151" y="542"/>
                      </a:cubicBezTo>
                      <a:lnTo>
                        <a:pt x="1832" y="1511"/>
                      </a:lnTo>
                      <a:cubicBezTo>
                        <a:pt x="1797" y="1603"/>
                        <a:pt x="1712" y="1660"/>
                        <a:pt x="1620" y="1660"/>
                      </a:cubicBezTo>
                      <a:cubicBezTo>
                        <a:pt x="1426" y="1649"/>
                        <a:pt x="1237" y="1643"/>
                        <a:pt x="1048" y="1643"/>
                      </a:cubicBezTo>
                      <a:cubicBezTo>
                        <a:pt x="722" y="1643"/>
                        <a:pt x="400" y="1662"/>
                        <a:pt x="64" y="1716"/>
                      </a:cubicBezTo>
                      <a:cubicBezTo>
                        <a:pt x="28" y="1716"/>
                        <a:pt x="0" y="1752"/>
                        <a:pt x="0" y="1780"/>
                      </a:cubicBezTo>
                      <a:cubicBezTo>
                        <a:pt x="28" y="1808"/>
                        <a:pt x="28" y="1836"/>
                        <a:pt x="64" y="1836"/>
                      </a:cubicBezTo>
                      <a:lnTo>
                        <a:pt x="92" y="1836"/>
                      </a:lnTo>
                      <a:cubicBezTo>
                        <a:pt x="411" y="1783"/>
                        <a:pt x="726" y="1763"/>
                        <a:pt x="1050" y="1763"/>
                      </a:cubicBezTo>
                      <a:cubicBezTo>
                        <a:pt x="1237" y="1763"/>
                        <a:pt x="1426" y="1769"/>
                        <a:pt x="1620" y="1780"/>
                      </a:cubicBezTo>
                      <a:cubicBezTo>
                        <a:pt x="1769" y="1780"/>
                        <a:pt x="1889" y="1688"/>
                        <a:pt x="1946" y="1539"/>
                      </a:cubicBezTo>
                      <a:lnTo>
                        <a:pt x="2271" y="570"/>
                      </a:lnTo>
                      <a:cubicBezTo>
                        <a:pt x="2299" y="450"/>
                        <a:pt x="2391" y="188"/>
                        <a:pt x="2151" y="68"/>
                      </a:cubicBezTo>
                      <a:cubicBezTo>
                        <a:pt x="2109" y="26"/>
                        <a:pt x="2053" y="0"/>
                        <a:pt x="197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43"/>
              <p:cNvGrpSpPr/>
              <p:nvPr/>
            </p:nvGrpSpPr>
            <p:grpSpPr>
              <a:xfrm>
                <a:off x="3705154" y="2353574"/>
                <a:ext cx="430899" cy="135173"/>
                <a:chOff x="3583454" y="2026924"/>
                <a:chExt cx="430899" cy="135173"/>
              </a:xfrm>
            </p:grpSpPr>
            <p:sp>
              <p:nvSpPr>
                <p:cNvPr id="1186" name="Google Shape;1186;p43"/>
                <p:cNvSpPr/>
                <p:nvPr/>
              </p:nvSpPr>
              <p:spPr>
                <a:xfrm>
                  <a:off x="3754867" y="2128093"/>
                  <a:ext cx="32109" cy="30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9" h="913" extrusionOk="0">
                      <a:moveTo>
                        <a:pt x="0" y="0"/>
                      </a:moveTo>
                      <a:lnTo>
                        <a:pt x="0" y="913"/>
                      </a:lnTo>
                      <a:lnTo>
                        <a:pt x="948" y="913"/>
                      </a:lnTo>
                      <a:lnTo>
                        <a:pt x="9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43"/>
                <p:cNvSpPr/>
                <p:nvPr/>
              </p:nvSpPr>
              <p:spPr>
                <a:xfrm>
                  <a:off x="3801763" y="2125217"/>
                  <a:ext cx="58941" cy="33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2" h="998" extrusionOk="0">
                      <a:moveTo>
                        <a:pt x="913" y="205"/>
                      </a:moveTo>
                      <a:lnTo>
                        <a:pt x="1444" y="885"/>
                      </a:lnTo>
                      <a:lnTo>
                        <a:pt x="326" y="885"/>
                      </a:lnTo>
                      <a:lnTo>
                        <a:pt x="913" y="205"/>
                      </a:lnTo>
                      <a:close/>
                      <a:moveTo>
                        <a:pt x="913" y="0"/>
                      </a:moveTo>
                      <a:lnTo>
                        <a:pt x="1" y="998"/>
                      </a:lnTo>
                      <a:lnTo>
                        <a:pt x="1741" y="998"/>
                      </a:lnTo>
                      <a:lnTo>
                        <a:pt x="91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8" name="Google Shape;1188;p43"/>
                <p:cNvSpPr/>
                <p:nvPr/>
              </p:nvSpPr>
              <p:spPr>
                <a:xfrm>
                  <a:off x="3871668" y="2125217"/>
                  <a:ext cx="34985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" h="1062" extrusionOk="0">
                      <a:moveTo>
                        <a:pt x="941" y="0"/>
                      </a:moveTo>
                      <a:lnTo>
                        <a:pt x="0" y="969"/>
                      </a:lnTo>
                      <a:lnTo>
                        <a:pt x="85" y="1061"/>
                      </a:lnTo>
                      <a:lnTo>
                        <a:pt x="1033" y="85"/>
                      </a:lnTo>
                      <a:lnTo>
                        <a:pt x="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9" name="Google Shape;1189;p43"/>
                <p:cNvSpPr/>
                <p:nvPr/>
              </p:nvSpPr>
              <p:spPr>
                <a:xfrm>
                  <a:off x="3889635" y="2125217"/>
                  <a:ext cx="35933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" h="1062" extrusionOk="0">
                      <a:moveTo>
                        <a:pt x="941" y="0"/>
                      </a:moveTo>
                      <a:lnTo>
                        <a:pt x="0" y="969"/>
                      </a:lnTo>
                      <a:lnTo>
                        <a:pt x="120" y="1061"/>
                      </a:lnTo>
                      <a:lnTo>
                        <a:pt x="1061" y="85"/>
                      </a:lnTo>
                      <a:lnTo>
                        <a:pt x="94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0" name="Google Shape;1190;p43"/>
                <p:cNvSpPr/>
                <p:nvPr/>
              </p:nvSpPr>
              <p:spPr>
                <a:xfrm>
                  <a:off x="3937479" y="2123052"/>
                  <a:ext cx="10117" cy="34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" h="1034" extrusionOk="0">
                      <a:moveTo>
                        <a:pt x="1" y="1"/>
                      </a:moveTo>
                      <a:lnTo>
                        <a:pt x="1" y="93"/>
                      </a:lnTo>
                      <a:lnTo>
                        <a:pt x="29" y="93"/>
                      </a:lnTo>
                      <a:cubicBezTo>
                        <a:pt x="86" y="93"/>
                        <a:pt x="121" y="121"/>
                        <a:pt x="121" y="177"/>
                      </a:cubicBezTo>
                      <a:lnTo>
                        <a:pt x="121" y="418"/>
                      </a:lnTo>
                      <a:cubicBezTo>
                        <a:pt x="121" y="503"/>
                        <a:pt x="149" y="503"/>
                        <a:pt x="178" y="531"/>
                      </a:cubicBezTo>
                      <a:cubicBezTo>
                        <a:pt x="149" y="531"/>
                        <a:pt x="121" y="559"/>
                        <a:pt x="121" y="623"/>
                      </a:cubicBezTo>
                      <a:lnTo>
                        <a:pt x="121" y="857"/>
                      </a:lnTo>
                      <a:cubicBezTo>
                        <a:pt x="121" y="913"/>
                        <a:pt x="86" y="949"/>
                        <a:pt x="29" y="949"/>
                      </a:cubicBezTo>
                      <a:lnTo>
                        <a:pt x="1" y="949"/>
                      </a:lnTo>
                      <a:lnTo>
                        <a:pt x="1" y="1033"/>
                      </a:lnTo>
                      <a:lnTo>
                        <a:pt x="58" y="1033"/>
                      </a:lnTo>
                      <a:cubicBezTo>
                        <a:pt x="178" y="1033"/>
                        <a:pt x="234" y="977"/>
                        <a:pt x="234" y="885"/>
                      </a:cubicBezTo>
                      <a:lnTo>
                        <a:pt x="234" y="623"/>
                      </a:lnTo>
                      <a:cubicBezTo>
                        <a:pt x="234" y="595"/>
                        <a:pt x="234" y="559"/>
                        <a:pt x="263" y="559"/>
                      </a:cubicBezTo>
                      <a:lnTo>
                        <a:pt x="298" y="559"/>
                      </a:lnTo>
                      <a:lnTo>
                        <a:pt x="298" y="475"/>
                      </a:lnTo>
                      <a:lnTo>
                        <a:pt x="263" y="475"/>
                      </a:lnTo>
                      <a:cubicBezTo>
                        <a:pt x="234" y="475"/>
                        <a:pt x="234" y="475"/>
                        <a:pt x="234" y="418"/>
                      </a:cubicBezTo>
                      <a:lnTo>
                        <a:pt x="234" y="177"/>
                      </a:lnTo>
                      <a:cubicBezTo>
                        <a:pt x="234" y="64"/>
                        <a:pt x="178" y="1"/>
                        <a:pt x="5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1" name="Google Shape;1191;p43"/>
                <p:cNvSpPr/>
                <p:nvPr/>
              </p:nvSpPr>
              <p:spPr>
                <a:xfrm>
                  <a:off x="3959506" y="2123052"/>
                  <a:ext cx="24936" cy="39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1154" extrusionOk="0">
                      <a:moveTo>
                        <a:pt x="354" y="149"/>
                      </a:moveTo>
                      <a:cubicBezTo>
                        <a:pt x="468" y="149"/>
                        <a:pt x="588" y="326"/>
                        <a:pt x="588" y="559"/>
                      </a:cubicBezTo>
                      <a:cubicBezTo>
                        <a:pt x="588" y="828"/>
                        <a:pt x="468" y="1005"/>
                        <a:pt x="354" y="1005"/>
                      </a:cubicBezTo>
                      <a:cubicBezTo>
                        <a:pt x="263" y="1005"/>
                        <a:pt x="142" y="828"/>
                        <a:pt x="142" y="559"/>
                      </a:cubicBezTo>
                      <a:cubicBezTo>
                        <a:pt x="142" y="326"/>
                        <a:pt x="263" y="149"/>
                        <a:pt x="354" y="149"/>
                      </a:cubicBezTo>
                      <a:close/>
                      <a:moveTo>
                        <a:pt x="354" y="1"/>
                      </a:moveTo>
                      <a:cubicBezTo>
                        <a:pt x="142" y="1"/>
                        <a:pt x="1" y="269"/>
                        <a:pt x="1" y="559"/>
                      </a:cubicBezTo>
                      <a:cubicBezTo>
                        <a:pt x="1" y="885"/>
                        <a:pt x="142" y="1154"/>
                        <a:pt x="354" y="1154"/>
                      </a:cubicBezTo>
                      <a:cubicBezTo>
                        <a:pt x="560" y="1154"/>
                        <a:pt x="737" y="885"/>
                        <a:pt x="737" y="559"/>
                      </a:cubicBezTo>
                      <a:cubicBezTo>
                        <a:pt x="737" y="269"/>
                        <a:pt x="560" y="1"/>
                        <a:pt x="35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2" name="Google Shape;1192;p43"/>
                <p:cNvSpPr/>
                <p:nvPr/>
              </p:nvSpPr>
              <p:spPr>
                <a:xfrm>
                  <a:off x="3989451" y="2123052"/>
                  <a:ext cx="24903" cy="39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" h="1154" extrusionOk="0">
                      <a:moveTo>
                        <a:pt x="354" y="149"/>
                      </a:moveTo>
                      <a:cubicBezTo>
                        <a:pt x="467" y="149"/>
                        <a:pt x="587" y="326"/>
                        <a:pt x="587" y="559"/>
                      </a:cubicBezTo>
                      <a:cubicBezTo>
                        <a:pt x="587" y="828"/>
                        <a:pt x="467" y="1005"/>
                        <a:pt x="354" y="1005"/>
                      </a:cubicBezTo>
                      <a:cubicBezTo>
                        <a:pt x="262" y="1005"/>
                        <a:pt x="142" y="828"/>
                        <a:pt x="142" y="559"/>
                      </a:cubicBezTo>
                      <a:cubicBezTo>
                        <a:pt x="142" y="326"/>
                        <a:pt x="262" y="149"/>
                        <a:pt x="354" y="149"/>
                      </a:cubicBezTo>
                      <a:close/>
                      <a:moveTo>
                        <a:pt x="354" y="1"/>
                      </a:moveTo>
                      <a:cubicBezTo>
                        <a:pt x="142" y="1"/>
                        <a:pt x="0" y="269"/>
                        <a:pt x="0" y="559"/>
                      </a:cubicBezTo>
                      <a:cubicBezTo>
                        <a:pt x="0" y="885"/>
                        <a:pt x="142" y="1154"/>
                        <a:pt x="354" y="1154"/>
                      </a:cubicBezTo>
                      <a:cubicBezTo>
                        <a:pt x="559" y="1154"/>
                        <a:pt x="736" y="885"/>
                        <a:pt x="736" y="559"/>
                      </a:cubicBezTo>
                      <a:cubicBezTo>
                        <a:pt x="736" y="269"/>
                        <a:pt x="559" y="1"/>
                        <a:pt x="35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3" name="Google Shape;1193;p43"/>
                <p:cNvSpPr/>
                <p:nvPr/>
              </p:nvSpPr>
              <p:spPr>
                <a:xfrm>
                  <a:off x="3656235" y="2034537"/>
                  <a:ext cx="24936" cy="40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1202" extrusionOk="0">
                      <a:moveTo>
                        <a:pt x="72" y="1"/>
                      </a:moveTo>
                      <a:cubicBezTo>
                        <a:pt x="57" y="1"/>
                        <a:pt x="43" y="10"/>
                        <a:pt x="29" y="27"/>
                      </a:cubicBezTo>
                      <a:cubicBezTo>
                        <a:pt x="1" y="56"/>
                        <a:pt x="1" y="84"/>
                        <a:pt x="29" y="112"/>
                      </a:cubicBezTo>
                      <a:lnTo>
                        <a:pt x="588" y="699"/>
                      </a:lnTo>
                      <a:lnTo>
                        <a:pt x="29" y="1088"/>
                      </a:lnTo>
                      <a:cubicBezTo>
                        <a:pt x="1" y="1117"/>
                        <a:pt x="1" y="1145"/>
                        <a:pt x="29" y="1173"/>
                      </a:cubicBezTo>
                      <a:lnTo>
                        <a:pt x="57" y="1202"/>
                      </a:lnTo>
                      <a:cubicBezTo>
                        <a:pt x="85" y="1202"/>
                        <a:pt x="85" y="1202"/>
                        <a:pt x="85" y="1173"/>
                      </a:cubicBezTo>
                      <a:lnTo>
                        <a:pt x="708" y="763"/>
                      </a:lnTo>
                      <a:cubicBezTo>
                        <a:pt x="708" y="735"/>
                        <a:pt x="736" y="735"/>
                        <a:pt x="736" y="699"/>
                      </a:cubicBezTo>
                      <a:cubicBezTo>
                        <a:pt x="736" y="699"/>
                        <a:pt x="736" y="671"/>
                        <a:pt x="708" y="671"/>
                      </a:cubicBezTo>
                      <a:lnTo>
                        <a:pt x="121" y="27"/>
                      </a:lnTo>
                      <a:cubicBezTo>
                        <a:pt x="103" y="10"/>
                        <a:pt x="87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4" name="Google Shape;1194;p43"/>
                <p:cNvSpPr/>
                <p:nvPr/>
              </p:nvSpPr>
              <p:spPr>
                <a:xfrm>
                  <a:off x="3673221" y="2034537"/>
                  <a:ext cx="24936" cy="40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1202" extrusionOk="0">
                      <a:moveTo>
                        <a:pt x="72" y="1"/>
                      </a:moveTo>
                      <a:cubicBezTo>
                        <a:pt x="57" y="1"/>
                        <a:pt x="43" y="10"/>
                        <a:pt x="29" y="27"/>
                      </a:cubicBezTo>
                      <a:cubicBezTo>
                        <a:pt x="1" y="56"/>
                        <a:pt x="1" y="84"/>
                        <a:pt x="29" y="112"/>
                      </a:cubicBezTo>
                      <a:lnTo>
                        <a:pt x="588" y="699"/>
                      </a:lnTo>
                      <a:lnTo>
                        <a:pt x="29" y="1088"/>
                      </a:lnTo>
                      <a:cubicBezTo>
                        <a:pt x="1" y="1117"/>
                        <a:pt x="1" y="1145"/>
                        <a:pt x="29" y="1173"/>
                      </a:cubicBezTo>
                      <a:lnTo>
                        <a:pt x="57" y="1202"/>
                      </a:lnTo>
                      <a:cubicBezTo>
                        <a:pt x="86" y="1202"/>
                        <a:pt x="86" y="1202"/>
                        <a:pt x="86" y="1173"/>
                      </a:cubicBezTo>
                      <a:lnTo>
                        <a:pt x="708" y="763"/>
                      </a:lnTo>
                      <a:cubicBezTo>
                        <a:pt x="708" y="735"/>
                        <a:pt x="737" y="735"/>
                        <a:pt x="737" y="699"/>
                      </a:cubicBezTo>
                      <a:cubicBezTo>
                        <a:pt x="737" y="699"/>
                        <a:pt x="737" y="671"/>
                        <a:pt x="708" y="671"/>
                      </a:cubicBezTo>
                      <a:lnTo>
                        <a:pt x="114" y="27"/>
                      </a:lnTo>
                      <a:cubicBezTo>
                        <a:pt x="100" y="10"/>
                        <a:pt x="86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43"/>
                <p:cNvSpPr/>
                <p:nvPr/>
              </p:nvSpPr>
              <p:spPr>
                <a:xfrm>
                  <a:off x="3706989" y="2034233"/>
                  <a:ext cx="2612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" h="1126" extrusionOk="0">
                      <a:moveTo>
                        <a:pt x="389" y="121"/>
                      </a:moveTo>
                      <a:cubicBezTo>
                        <a:pt x="531" y="121"/>
                        <a:pt x="651" y="326"/>
                        <a:pt x="651" y="567"/>
                      </a:cubicBezTo>
                      <a:cubicBezTo>
                        <a:pt x="651" y="800"/>
                        <a:pt x="531" y="1006"/>
                        <a:pt x="389" y="1006"/>
                      </a:cubicBezTo>
                      <a:cubicBezTo>
                        <a:pt x="241" y="1006"/>
                        <a:pt x="121" y="800"/>
                        <a:pt x="121" y="567"/>
                      </a:cubicBezTo>
                      <a:cubicBezTo>
                        <a:pt x="121" y="326"/>
                        <a:pt x="241" y="121"/>
                        <a:pt x="389" y="121"/>
                      </a:cubicBezTo>
                      <a:close/>
                      <a:moveTo>
                        <a:pt x="389" y="1"/>
                      </a:moveTo>
                      <a:cubicBezTo>
                        <a:pt x="177" y="1"/>
                        <a:pt x="0" y="270"/>
                        <a:pt x="0" y="567"/>
                      </a:cubicBezTo>
                      <a:cubicBezTo>
                        <a:pt x="0" y="885"/>
                        <a:pt x="177" y="1126"/>
                        <a:pt x="389" y="1126"/>
                      </a:cubicBezTo>
                      <a:cubicBezTo>
                        <a:pt x="595" y="1126"/>
                        <a:pt x="771" y="885"/>
                        <a:pt x="771" y="567"/>
                      </a:cubicBezTo>
                      <a:cubicBezTo>
                        <a:pt x="771" y="270"/>
                        <a:pt x="595" y="1"/>
                        <a:pt x="38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43"/>
                <p:cNvSpPr/>
                <p:nvPr/>
              </p:nvSpPr>
              <p:spPr>
                <a:xfrm>
                  <a:off x="3753885" y="2037346"/>
                  <a:ext cx="4128" cy="3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119" extrusionOk="0">
                      <a:moveTo>
                        <a:pt x="65" y="1"/>
                      </a:moveTo>
                      <a:cubicBezTo>
                        <a:pt x="29" y="1"/>
                        <a:pt x="1" y="29"/>
                        <a:pt x="1" y="58"/>
                      </a:cubicBezTo>
                      <a:lnTo>
                        <a:pt x="1" y="1062"/>
                      </a:lnTo>
                      <a:cubicBezTo>
                        <a:pt x="1" y="1090"/>
                        <a:pt x="29" y="1119"/>
                        <a:pt x="65" y="1119"/>
                      </a:cubicBezTo>
                      <a:cubicBezTo>
                        <a:pt x="93" y="1119"/>
                        <a:pt x="121" y="1090"/>
                        <a:pt x="121" y="1062"/>
                      </a:cubicBezTo>
                      <a:lnTo>
                        <a:pt x="121" y="58"/>
                      </a:lnTo>
                      <a:cubicBezTo>
                        <a:pt x="121" y="29"/>
                        <a:pt x="93" y="1"/>
                        <a:pt x="6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43"/>
                <p:cNvSpPr/>
                <p:nvPr/>
              </p:nvSpPr>
              <p:spPr>
                <a:xfrm>
                  <a:off x="3771852" y="2041440"/>
                  <a:ext cx="20132" cy="3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" h="942" extrusionOk="0">
                      <a:moveTo>
                        <a:pt x="0" y="0"/>
                      </a:moveTo>
                      <a:lnTo>
                        <a:pt x="0" y="941"/>
                      </a:lnTo>
                      <a:lnTo>
                        <a:pt x="595" y="941"/>
                      </a:lnTo>
                      <a:lnTo>
                        <a:pt x="59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8" name="Google Shape;1198;p43"/>
                <p:cNvSpPr/>
                <p:nvPr/>
              </p:nvSpPr>
              <p:spPr>
                <a:xfrm>
                  <a:off x="3803929" y="2039274"/>
                  <a:ext cx="32820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1062" extrusionOk="0">
                      <a:moveTo>
                        <a:pt x="849" y="121"/>
                      </a:moveTo>
                      <a:lnTo>
                        <a:pt x="849" y="948"/>
                      </a:lnTo>
                      <a:lnTo>
                        <a:pt x="114" y="948"/>
                      </a:lnTo>
                      <a:lnTo>
                        <a:pt x="114" y="121"/>
                      </a:lnTo>
                      <a:close/>
                      <a:moveTo>
                        <a:pt x="57" y="1"/>
                      </a:moveTo>
                      <a:cubicBezTo>
                        <a:pt x="29" y="1"/>
                        <a:pt x="0" y="29"/>
                        <a:pt x="0" y="64"/>
                      </a:cubicBezTo>
                      <a:lnTo>
                        <a:pt x="0" y="1005"/>
                      </a:lnTo>
                      <a:cubicBezTo>
                        <a:pt x="0" y="1033"/>
                        <a:pt x="29" y="1062"/>
                        <a:pt x="57" y="1062"/>
                      </a:cubicBezTo>
                      <a:lnTo>
                        <a:pt x="913" y="1062"/>
                      </a:lnTo>
                      <a:cubicBezTo>
                        <a:pt x="941" y="1062"/>
                        <a:pt x="970" y="1033"/>
                        <a:pt x="970" y="1005"/>
                      </a:cubicBezTo>
                      <a:lnTo>
                        <a:pt x="970" y="64"/>
                      </a:lnTo>
                      <a:cubicBezTo>
                        <a:pt x="970" y="29"/>
                        <a:pt x="941" y="1"/>
                        <a:pt x="91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9" name="Google Shape;1199;p43"/>
                <p:cNvSpPr/>
                <p:nvPr/>
              </p:nvSpPr>
              <p:spPr>
                <a:xfrm>
                  <a:off x="3847746" y="2041440"/>
                  <a:ext cx="32820" cy="3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942" extrusionOk="0">
                      <a:moveTo>
                        <a:pt x="0" y="0"/>
                      </a:moveTo>
                      <a:lnTo>
                        <a:pt x="0" y="941"/>
                      </a:lnTo>
                      <a:lnTo>
                        <a:pt x="969" y="941"/>
                      </a:lnTo>
                      <a:lnTo>
                        <a:pt x="96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43"/>
                <p:cNvSpPr/>
                <p:nvPr/>
              </p:nvSpPr>
              <p:spPr>
                <a:xfrm>
                  <a:off x="3892477" y="2026924"/>
                  <a:ext cx="25173" cy="6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4" h="1901" extrusionOk="0">
                      <a:moveTo>
                        <a:pt x="349" y="0"/>
                      </a:moveTo>
                      <a:cubicBezTo>
                        <a:pt x="332" y="0"/>
                        <a:pt x="315" y="4"/>
                        <a:pt x="298" y="12"/>
                      </a:cubicBezTo>
                      <a:cubicBezTo>
                        <a:pt x="270" y="12"/>
                        <a:pt x="241" y="40"/>
                        <a:pt x="241" y="75"/>
                      </a:cubicBezTo>
                      <a:cubicBezTo>
                        <a:pt x="270" y="104"/>
                        <a:pt x="298" y="132"/>
                        <a:pt x="326" y="132"/>
                      </a:cubicBezTo>
                      <a:cubicBezTo>
                        <a:pt x="336" y="123"/>
                        <a:pt x="346" y="120"/>
                        <a:pt x="357" y="120"/>
                      </a:cubicBezTo>
                      <a:cubicBezTo>
                        <a:pt x="377" y="120"/>
                        <a:pt x="399" y="132"/>
                        <a:pt x="418" y="132"/>
                      </a:cubicBezTo>
                      <a:cubicBezTo>
                        <a:pt x="447" y="160"/>
                        <a:pt x="475" y="252"/>
                        <a:pt x="503" y="309"/>
                      </a:cubicBezTo>
                      <a:cubicBezTo>
                        <a:pt x="503" y="366"/>
                        <a:pt x="475" y="429"/>
                        <a:pt x="475" y="514"/>
                      </a:cubicBezTo>
                      <a:cubicBezTo>
                        <a:pt x="475" y="542"/>
                        <a:pt x="447" y="606"/>
                        <a:pt x="447" y="663"/>
                      </a:cubicBezTo>
                      <a:cubicBezTo>
                        <a:pt x="447" y="783"/>
                        <a:pt x="475" y="868"/>
                        <a:pt x="532" y="960"/>
                      </a:cubicBezTo>
                      <a:cubicBezTo>
                        <a:pt x="503" y="988"/>
                        <a:pt x="475" y="1016"/>
                        <a:pt x="447" y="1045"/>
                      </a:cubicBezTo>
                      <a:lnTo>
                        <a:pt x="447" y="1278"/>
                      </a:lnTo>
                      <a:lnTo>
                        <a:pt x="447" y="1313"/>
                      </a:lnTo>
                      <a:cubicBezTo>
                        <a:pt x="475" y="1455"/>
                        <a:pt x="447" y="1575"/>
                        <a:pt x="390" y="1667"/>
                      </a:cubicBezTo>
                      <a:cubicBezTo>
                        <a:pt x="344" y="1728"/>
                        <a:pt x="273" y="1775"/>
                        <a:pt x="202" y="1775"/>
                      </a:cubicBezTo>
                      <a:cubicBezTo>
                        <a:pt x="174" y="1775"/>
                        <a:pt x="147" y="1768"/>
                        <a:pt x="121" y="1752"/>
                      </a:cubicBezTo>
                      <a:cubicBezTo>
                        <a:pt x="107" y="1738"/>
                        <a:pt x="93" y="1731"/>
                        <a:pt x="79" y="1731"/>
                      </a:cubicBezTo>
                      <a:cubicBezTo>
                        <a:pt x="65" y="1731"/>
                        <a:pt x="50" y="1738"/>
                        <a:pt x="36" y="1752"/>
                      </a:cubicBezTo>
                      <a:cubicBezTo>
                        <a:pt x="1" y="1780"/>
                        <a:pt x="36" y="1809"/>
                        <a:pt x="65" y="1844"/>
                      </a:cubicBezTo>
                      <a:cubicBezTo>
                        <a:pt x="93" y="1872"/>
                        <a:pt x="150" y="1901"/>
                        <a:pt x="213" y="1901"/>
                      </a:cubicBezTo>
                      <a:cubicBezTo>
                        <a:pt x="326" y="1901"/>
                        <a:pt x="447" y="1809"/>
                        <a:pt x="503" y="1724"/>
                      </a:cubicBezTo>
                      <a:cubicBezTo>
                        <a:pt x="567" y="1604"/>
                        <a:pt x="595" y="1455"/>
                        <a:pt x="567" y="1278"/>
                      </a:cubicBezTo>
                      <a:lnTo>
                        <a:pt x="567" y="1250"/>
                      </a:lnTo>
                      <a:lnTo>
                        <a:pt x="567" y="1101"/>
                      </a:lnTo>
                      <a:cubicBezTo>
                        <a:pt x="567" y="1073"/>
                        <a:pt x="595" y="1045"/>
                        <a:pt x="623" y="1045"/>
                      </a:cubicBezTo>
                      <a:cubicBezTo>
                        <a:pt x="623" y="1016"/>
                        <a:pt x="652" y="1016"/>
                        <a:pt x="652" y="1016"/>
                      </a:cubicBezTo>
                      <a:cubicBezTo>
                        <a:pt x="660" y="1025"/>
                        <a:pt x="668" y="1028"/>
                        <a:pt x="677" y="1028"/>
                      </a:cubicBezTo>
                      <a:cubicBezTo>
                        <a:pt x="697" y="1028"/>
                        <a:pt x="719" y="1008"/>
                        <a:pt x="744" y="988"/>
                      </a:cubicBezTo>
                      <a:cubicBezTo>
                        <a:pt x="744" y="960"/>
                        <a:pt x="744" y="924"/>
                        <a:pt x="708" y="924"/>
                      </a:cubicBezTo>
                      <a:cubicBezTo>
                        <a:pt x="680" y="924"/>
                        <a:pt x="680" y="896"/>
                        <a:pt x="680" y="896"/>
                      </a:cubicBezTo>
                      <a:cubicBezTo>
                        <a:pt x="595" y="896"/>
                        <a:pt x="567" y="783"/>
                        <a:pt x="567" y="663"/>
                      </a:cubicBezTo>
                      <a:cubicBezTo>
                        <a:pt x="567" y="634"/>
                        <a:pt x="567" y="571"/>
                        <a:pt x="595" y="514"/>
                      </a:cubicBezTo>
                      <a:cubicBezTo>
                        <a:pt x="595" y="458"/>
                        <a:pt x="623" y="366"/>
                        <a:pt x="623" y="281"/>
                      </a:cubicBezTo>
                      <a:cubicBezTo>
                        <a:pt x="595" y="189"/>
                        <a:pt x="532" y="104"/>
                        <a:pt x="475" y="40"/>
                      </a:cubicBezTo>
                      <a:cubicBezTo>
                        <a:pt x="435" y="20"/>
                        <a:pt x="391" y="0"/>
                        <a:pt x="34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1" name="Google Shape;1201;p43"/>
                <p:cNvSpPr/>
                <p:nvPr/>
              </p:nvSpPr>
              <p:spPr>
                <a:xfrm>
                  <a:off x="3928411" y="2028278"/>
                  <a:ext cx="11030" cy="59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" h="1769" extrusionOk="0">
                      <a:moveTo>
                        <a:pt x="35" y="0"/>
                      </a:moveTo>
                      <a:cubicBezTo>
                        <a:pt x="0" y="35"/>
                        <a:pt x="0" y="64"/>
                        <a:pt x="0" y="92"/>
                      </a:cubicBezTo>
                      <a:cubicBezTo>
                        <a:pt x="212" y="594"/>
                        <a:pt x="212" y="1182"/>
                        <a:pt x="0" y="1684"/>
                      </a:cubicBezTo>
                      <a:cubicBezTo>
                        <a:pt x="0" y="1712"/>
                        <a:pt x="0" y="1769"/>
                        <a:pt x="35" y="1769"/>
                      </a:cubicBezTo>
                      <a:lnTo>
                        <a:pt x="64" y="1769"/>
                      </a:lnTo>
                      <a:cubicBezTo>
                        <a:pt x="92" y="1769"/>
                        <a:pt x="120" y="1769"/>
                        <a:pt x="120" y="1740"/>
                      </a:cubicBezTo>
                      <a:cubicBezTo>
                        <a:pt x="326" y="1210"/>
                        <a:pt x="326" y="594"/>
                        <a:pt x="120" y="64"/>
                      </a:cubicBezTo>
                      <a:cubicBezTo>
                        <a:pt x="92" y="35"/>
                        <a:pt x="64" y="0"/>
                        <a:pt x="3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2" name="Google Shape;1202;p43"/>
                <p:cNvSpPr/>
                <p:nvPr/>
              </p:nvSpPr>
              <p:spPr>
                <a:xfrm>
                  <a:off x="3941573" y="2027296"/>
                  <a:ext cx="14854" cy="68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2039" extrusionOk="0">
                      <a:moveTo>
                        <a:pt x="85" y="1"/>
                      </a:moveTo>
                      <a:cubicBezTo>
                        <a:pt x="57" y="29"/>
                        <a:pt x="28" y="64"/>
                        <a:pt x="57" y="93"/>
                      </a:cubicBezTo>
                      <a:cubicBezTo>
                        <a:pt x="319" y="680"/>
                        <a:pt x="290" y="1387"/>
                        <a:pt x="0" y="1946"/>
                      </a:cubicBezTo>
                      <a:cubicBezTo>
                        <a:pt x="0" y="1975"/>
                        <a:pt x="0" y="2038"/>
                        <a:pt x="28" y="2038"/>
                      </a:cubicBezTo>
                      <a:lnTo>
                        <a:pt x="57" y="2038"/>
                      </a:lnTo>
                      <a:cubicBezTo>
                        <a:pt x="85" y="2038"/>
                        <a:pt x="85" y="2038"/>
                        <a:pt x="113" y="2010"/>
                      </a:cubicBezTo>
                      <a:cubicBezTo>
                        <a:pt x="439" y="1416"/>
                        <a:pt x="439" y="652"/>
                        <a:pt x="142" y="29"/>
                      </a:cubicBezTo>
                      <a:cubicBezTo>
                        <a:pt x="142" y="1"/>
                        <a:pt x="113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43"/>
                <p:cNvSpPr/>
                <p:nvPr/>
              </p:nvSpPr>
              <p:spPr>
                <a:xfrm>
                  <a:off x="3622264" y="2026924"/>
                  <a:ext cx="24903" cy="6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" h="1901" extrusionOk="0">
                      <a:moveTo>
                        <a:pt x="417" y="0"/>
                      </a:moveTo>
                      <a:cubicBezTo>
                        <a:pt x="367" y="0"/>
                        <a:pt x="309" y="20"/>
                        <a:pt x="269" y="40"/>
                      </a:cubicBezTo>
                      <a:cubicBezTo>
                        <a:pt x="205" y="104"/>
                        <a:pt x="149" y="189"/>
                        <a:pt x="149" y="281"/>
                      </a:cubicBezTo>
                      <a:cubicBezTo>
                        <a:pt x="120" y="366"/>
                        <a:pt x="149" y="458"/>
                        <a:pt x="149" y="514"/>
                      </a:cubicBezTo>
                      <a:cubicBezTo>
                        <a:pt x="177" y="571"/>
                        <a:pt x="177" y="634"/>
                        <a:pt x="177" y="663"/>
                      </a:cubicBezTo>
                      <a:cubicBezTo>
                        <a:pt x="177" y="783"/>
                        <a:pt x="149" y="896"/>
                        <a:pt x="64" y="896"/>
                      </a:cubicBezTo>
                      <a:lnTo>
                        <a:pt x="64" y="924"/>
                      </a:lnTo>
                      <a:cubicBezTo>
                        <a:pt x="28" y="924"/>
                        <a:pt x="0" y="960"/>
                        <a:pt x="0" y="988"/>
                      </a:cubicBezTo>
                      <a:cubicBezTo>
                        <a:pt x="20" y="1008"/>
                        <a:pt x="44" y="1028"/>
                        <a:pt x="66" y="1028"/>
                      </a:cubicBezTo>
                      <a:cubicBezTo>
                        <a:pt x="75" y="1028"/>
                        <a:pt x="84" y="1025"/>
                        <a:pt x="92" y="1016"/>
                      </a:cubicBezTo>
                      <a:cubicBezTo>
                        <a:pt x="120" y="1016"/>
                        <a:pt x="120" y="1016"/>
                        <a:pt x="120" y="1045"/>
                      </a:cubicBezTo>
                      <a:cubicBezTo>
                        <a:pt x="149" y="1045"/>
                        <a:pt x="177" y="1073"/>
                        <a:pt x="177" y="1101"/>
                      </a:cubicBezTo>
                      <a:cubicBezTo>
                        <a:pt x="205" y="1137"/>
                        <a:pt x="177" y="1193"/>
                        <a:pt x="177" y="1250"/>
                      </a:cubicBezTo>
                      <a:lnTo>
                        <a:pt x="177" y="1278"/>
                      </a:lnTo>
                      <a:cubicBezTo>
                        <a:pt x="149" y="1455"/>
                        <a:pt x="177" y="1604"/>
                        <a:pt x="269" y="1724"/>
                      </a:cubicBezTo>
                      <a:cubicBezTo>
                        <a:pt x="325" y="1809"/>
                        <a:pt x="446" y="1901"/>
                        <a:pt x="559" y="1901"/>
                      </a:cubicBezTo>
                      <a:cubicBezTo>
                        <a:pt x="594" y="1901"/>
                        <a:pt x="651" y="1872"/>
                        <a:pt x="707" y="1844"/>
                      </a:cubicBezTo>
                      <a:cubicBezTo>
                        <a:pt x="736" y="1809"/>
                        <a:pt x="736" y="1780"/>
                        <a:pt x="707" y="1752"/>
                      </a:cubicBezTo>
                      <a:cubicBezTo>
                        <a:pt x="707" y="1738"/>
                        <a:pt x="693" y="1731"/>
                        <a:pt x="676" y="1731"/>
                      </a:cubicBezTo>
                      <a:cubicBezTo>
                        <a:pt x="658" y="1731"/>
                        <a:pt x="637" y="1738"/>
                        <a:pt x="623" y="1752"/>
                      </a:cubicBezTo>
                      <a:cubicBezTo>
                        <a:pt x="597" y="1768"/>
                        <a:pt x="570" y="1775"/>
                        <a:pt x="542" y="1775"/>
                      </a:cubicBezTo>
                      <a:cubicBezTo>
                        <a:pt x="471" y="1775"/>
                        <a:pt x="400" y="1728"/>
                        <a:pt x="354" y="1667"/>
                      </a:cubicBezTo>
                      <a:cubicBezTo>
                        <a:pt x="297" y="1575"/>
                        <a:pt x="269" y="1455"/>
                        <a:pt x="297" y="1313"/>
                      </a:cubicBezTo>
                      <a:lnTo>
                        <a:pt x="297" y="1278"/>
                      </a:lnTo>
                      <a:cubicBezTo>
                        <a:pt x="297" y="1193"/>
                        <a:pt x="325" y="1137"/>
                        <a:pt x="297" y="1045"/>
                      </a:cubicBezTo>
                      <a:cubicBezTo>
                        <a:pt x="269" y="1016"/>
                        <a:pt x="241" y="988"/>
                        <a:pt x="205" y="960"/>
                      </a:cubicBezTo>
                      <a:cubicBezTo>
                        <a:pt x="269" y="868"/>
                        <a:pt x="297" y="783"/>
                        <a:pt x="297" y="663"/>
                      </a:cubicBezTo>
                      <a:cubicBezTo>
                        <a:pt x="297" y="606"/>
                        <a:pt x="297" y="542"/>
                        <a:pt x="269" y="514"/>
                      </a:cubicBezTo>
                      <a:cubicBezTo>
                        <a:pt x="269" y="429"/>
                        <a:pt x="241" y="366"/>
                        <a:pt x="269" y="309"/>
                      </a:cubicBezTo>
                      <a:cubicBezTo>
                        <a:pt x="269" y="252"/>
                        <a:pt x="297" y="160"/>
                        <a:pt x="354" y="132"/>
                      </a:cubicBezTo>
                      <a:cubicBezTo>
                        <a:pt x="373" y="132"/>
                        <a:pt x="395" y="120"/>
                        <a:pt x="416" y="120"/>
                      </a:cubicBezTo>
                      <a:cubicBezTo>
                        <a:pt x="426" y="120"/>
                        <a:pt x="436" y="123"/>
                        <a:pt x="446" y="132"/>
                      </a:cubicBezTo>
                      <a:cubicBezTo>
                        <a:pt x="474" y="132"/>
                        <a:pt x="502" y="104"/>
                        <a:pt x="502" y="75"/>
                      </a:cubicBezTo>
                      <a:cubicBezTo>
                        <a:pt x="502" y="40"/>
                        <a:pt x="502" y="12"/>
                        <a:pt x="474" y="12"/>
                      </a:cubicBezTo>
                      <a:cubicBezTo>
                        <a:pt x="457" y="4"/>
                        <a:pt x="438" y="0"/>
                        <a:pt x="41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4" name="Google Shape;1204;p43"/>
                <p:cNvSpPr/>
                <p:nvPr/>
              </p:nvSpPr>
              <p:spPr>
                <a:xfrm>
                  <a:off x="3600474" y="2028278"/>
                  <a:ext cx="11978" cy="59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769" extrusionOk="0">
                      <a:moveTo>
                        <a:pt x="290" y="0"/>
                      </a:moveTo>
                      <a:cubicBezTo>
                        <a:pt x="262" y="0"/>
                        <a:pt x="234" y="35"/>
                        <a:pt x="234" y="64"/>
                      </a:cubicBezTo>
                      <a:cubicBezTo>
                        <a:pt x="0" y="594"/>
                        <a:pt x="0" y="1210"/>
                        <a:pt x="205" y="1740"/>
                      </a:cubicBezTo>
                      <a:cubicBezTo>
                        <a:pt x="234" y="1769"/>
                        <a:pt x="234" y="1769"/>
                        <a:pt x="262" y="1769"/>
                      </a:cubicBezTo>
                      <a:lnTo>
                        <a:pt x="290" y="1769"/>
                      </a:lnTo>
                      <a:cubicBezTo>
                        <a:pt x="319" y="1769"/>
                        <a:pt x="319" y="1712"/>
                        <a:pt x="319" y="1684"/>
                      </a:cubicBezTo>
                      <a:cubicBezTo>
                        <a:pt x="113" y="1182"/>
                        <a:pt x="113" y="594"/>
                        <a:pt x="319" y="92"/>
                      </a:cubicBezTo>
                      <a:cubicBezTo>
                        <a:pt x="354" y="64"/>
                        <a:pt x="319" y="35"/>
                        <a:pt x="29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43"/>
                <p:cNvSpPr/>
                <p:nvPr/>
              </p:nvSpPr>
              <p:spPr>
                <a:xfrm>
                  <a:off x="3583454" y="2027296"/>
                  <a:ext cx="14887" cy="68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2039" extrusionOk="0">
                      <a:moveTo>
                        <a:pt x="355" y="1"/>
                      </a:moveTo>
                      <a:cubicBezTo>
                        <a:pt x="326" y="1"/>
                        <a:pt x="291" y="1"/>
                        <a:pt x="291" y="29"/>
                      </a:cubicBezTo>
                      <a:cubicBezTo>
                        <a:pt x="1" y="652"/>
                        <a:pt x="29" y="1416"/>
                        <a:pt x="326" y="2010"/>
                      </a:cubicBezTo>
                      <a:cubicBezTo>
                        <a:pt x="355" y="2038"/>
                        <a:pt x="355" y="2038"/>
                        <a:pt x="383" y="2038"/>
                      </a:cubicBezTo>
                      <a:lnTo>
                        <a:pt x="411" y="2038"/>
                      </a:lnTo>
                      <a:cubicBezTo>
                        <a:pt x="440" y="2038"/>
                        <a:pt x="440" y="1975"/>
                        <a:pt x="440" y="1946"/>
                      </a:cubicBezTo>
                      <a:cubicBezTo>
                        <a:pt x="150" y="1387"/>
                        <a:pt x="114" y="680"/>
                        <a:pt x="383" y="93"/>
                      </a:cubicBezTo>
                      <a:cubicBezTo>
                        <a:pt x="411" y="64"/>
                        <a:pt x="383" y="29"/>
                        <a:pt x="35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6" name="Google Shape;1206;p43"/>
              <p:cNvGrpSpPr/>
              <p:nvPr/>
            </p:nvGrpSpPr>
            <p:grpSpPr>
              <a:xfrm>
                <a:off x="4013356" y="2847427"/>
                <a:ext cx="312169" cy="63373"/>
                <a:chOff x="4157006" y="2607377"/>
                <a:chExt cx="312169" cy="63373"/>
              </a:xfrm>
            </p:grpSpPr>
            <p:sp>
              <p:nvSpPr>
                <p:cNvPr id="1207" name="Google Shape;1207;p43"/>
                <p:cNvSpPr/>
                <p:nvPr/>
              </p:nvSpPr>
              <p:spPr>
                <a:xfrm>
                  <a:off x="4411214" y="2619017"/>
                  <a:ext cx="24903" cy="39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" h="1176" extrusionOk="0">
                      <a:moveTo>
                        <a:pt x="665" y="1"/>
                      </a:moveTo>
                      <a:cubicBezTo>
                        <a:pt x="651" y="1"/>
                        <a:pt x="637" y="8"/>
                        <a:pt x="623" y="22"/>
                      </a:cubicBezTo>
                      <a:lnTo>
                        <a:pt x="28" y="673"/>
                      </a:lnTo>
                      <a:cubicBezTo>
                        <a:pt x="28" y="673"/>
                        <a:pt x="0" y="673"/>
                        <a:pt x="28" y="701"/>
                      </a:cubicBezTo>
                      <a:lnTo>
                        <a:pt x="28" y="758"/>
                      </a:lnTo>
                      <a:lnTo>
                        <a:pt x="651" y="1175"/>
                      </a:lnTo>
                      <a:lnTo>
                        <a:pt x="679" y="1175"/>
                      </a:lnTo>
                      <a:cubicBezTo>
                        <a:pt x="679" y="1175"/>
                        <a:pt x="708" y="1175"/>
                        <a:pt x="708" y="1147"/>
                      </a:cubicBezTo>
                      <a:cubicBezTo>
                        <a:pt x="736" y="1111"/>
                        <a:pt x="736" y="1083"/>
                        <a:pt x="708" y="1083"/>
                      </a:cubicBezTo>
                      <a:lnTo>
                        <a:pt x="177" y="701"/>
                      </a:lnTo>
                      <a:lnTo>
                        <a:pt x="708" y="114"/>
                      </a:lnTo>
                      <a:cubicBezTo>
                        <a:pt x="736" y="86"/>
                        <a:pt x="736" y="50"/>
                        <a:pt x="708" y="22"/>
                      </a:cubicBezTo>
                      <a:cubicBezTo>
                        <a:pt x="693" y="8"/>
                        <a:pt x="679" y="1"/>
                        <a:pt x="66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43"/>
                <p:cNvSpPr/>
                <p:nvPr/>
              </p:nvSpPr>
              <p:spPr>
                <a:xfrm>
                  <a:off x="4395176" y="2619017"/>
                  <a:ext cx="23955" cy="39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" h="1176" extrusionOk="0">
                      <a:moveTo>
                        <a:pt x="651" y="1"/>
                      </a:moveTo>
                      <a:cubicBezTo>
                        <a:pt x="637" y="1"/>
                        <a:pt x="623" y="8"/>
                        <a:pt x="623" y="22"/>
                      </a:cubicBezTo>
                      <a:lnTo>
                        <a:pt x="0" y="673"/>
                      </a:lnTo>
                      <a:lnTo>
                        <a:pt x="0" y="701"/>
                      </a:lnTo>
                      <a:cubicBezTo>
                        <a:pt x="0" y="729"/>
                        <a:pt x="0" y="729"/>
                        <a:pt x="35" y="758"/>
                      </a:cubicBezTo>
                      <a:lnTo>
                        <a:pt x="623" y="1175"/>
                      </a:lnTo>
                      <a:lnTo>
                        <a:pt x="651" y="1175"/>
                      </a:lnTo>
                      <a:cubicBezTo>
                        <a:pt x="679" y="1175"/>
                        <a:pt x="679" y="1175"/>
                        <a:pt x="708" y="1147"/>
                      </a:cubicBezTo>
                      <a:cubicBezTo>
                        <a:pt x="708" y="1111"/>
                        <a:pt x="708" y="1083"/>
                        <a:pt x="679" y="1083"/>
                      </a:cubicBezTo>
                      <a:lnTo>
                        <a:pt x="149" y="701"/>
                      </a:lnTo>
                      <a:lnTo>
                        <a:pt x="708" y="114"/>
                      </a:lnTo>
                      <a:cubicBezTo>
                        <a:pt x="708" y="86"/>
                        <a:pt x="708" y="50"/>
                        <a:pt x="679" y="22"/>
                      </a:cubicBezTo>
                      <a:cubicBezTo>
                        <a:pt x="679" y="8"/>
                        <a:pt x="665" y="1"/>
                        <a:pt x="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43"/>
                <p:cNvSpPr/>
                <p:nvPr/>
              </p:nvSpPr>
              <p:spPr>
                <a:xfrm>
                  <a:off x="4360460" y="2620708"/>
                  <a:ext cx="25884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1097" extrusionOk="0">
                      <a:moveTo>
                        <a:pt x="382" y="120"/>
                      </a:moveTo>
                      <a:cubicBezTo>
                        <a:pt x="531" y="120"/>
                        <a:pt x="644" y="297"/>
                        <a:pt x="644" y="531"/>
                      </a:cubicBezTo>
                      <a:cubicBezTo>
                        <a:pt x="644" y="771"/>
                        <a:pt x="531" y="976"/>
                        <a:pt x="382" y="976"/>
                      </a:cubicBezTo>
                      <a:cubicBezTo>
                        <a:pt x="234" y="976"/>
                        <a:pt x="114" y="771"/>
                        <a:pt x="114" y="531"/>
                      </a:cubicBezTo>
                      <a:cubicBezTo>
                        <a:pt x="114" y="297"/>
                        <a:pt x="234" y="120"/>
                        <a:pt x="382" y="120"/>
                      </a:cubicBezTo>
                      <a:close/>
                      <a:moveTo>
                        <a:pt x="382" y="0"/>
                      </a:moveTo>
                      <a:cubicBezTo>
                        <a:pt x="177" y="0"/>
                        <a:pt x="0" y="241"/>
                        <a:pt x="0" y="531"/>
                      </a:cubicBezTo>
                      <a:cubicBezTo>
                        <a:pt x="0" y="856"/>
                        <a:pt x="177" y="1097"/>
                        <a:pt x="382" y="1097"/>
                      </a:cubicBezTo>
                      <a:cubicBezTo>
                        <a:pt x="587" y="1097"/>
                        <a:pt x="764" y="856"/>
                        <a:pt x="764" y="531"/>
                      </a:cubicBezTo>
                      <a:cubicBezTo>
                        <a:pt x="764" y="241"/>
                        <a:pt x="587" y="0"/>
                        <a:pt x="3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43"/>
                <p:cNvSpPr/>
                <p:nvPr/>
              </p:nvSpPr>
              <p:spPr>
                <a:xfrm>
                  <a:off x="4335320" y="2620708"/>
                  <a:ext cx="4094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" h="1097" extrusionOk="0">
                      <a:moveTo>
                        <a:pt x="64" y="0"/>
                      </a:moveTo>
                      <a:cubicBezTo>
                        <a:pt x="36" y="0"/>
                        <a:pt x="1" y="0"/>
                        <a:pt x="1" y="64"/>
                      </a:cubicBezTo>
                      <a:lnTo>
                        <a:pt x="1" y="1033"/>
                      </a:lnTo>
                      <a:cubicBezTo>
                        <a:pt x="1" y="1061"/>
                        <a:pt x="36" y="1097"/>
                        <a:pt x="64" y="1097"/>
                      </a:cubicBezTo>
                      <a:cubicBezTo>
                        <a:pt x="92" y="1097"/>
                        <a:pt x="121" y="1061"/>
                        <a:pt x="121" y="1033"/>
                      </a:cubicBezTo>
                      <a:lnTo>
                        <a:pt x="121" y="64"/>
                      </a:lnTo>
                      <a:cubicBezTo>
                        <a:pt x="121" y="0"/>
                        <a:pt x="92" y="0"/>
                        <a:pt x="6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43"/>
                <p:cNvSpPr/>
                <p:nvPr/>
              </p:nvSpPr>
              <p:spPr>
                <a:xfrm>
                  <a:off x="4302534" y="2623821"/>
                  <a:ext cx="19895" cy="30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" h="913" extrusionOk="0">
                      <a:moveTo>
                        <a:pt x="0" y="0"/>
                      </a:moveTo>
                      <a:lnTo>
                        <a:pt x="0" y="913"/>
                      </a:lnTo>
                      <a:lnTo>
                        <a:pt x="587" y="913"/>
                      </a:lnTo>
                      <a:lnTo>
                        <a:pt x="5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2" name="Google Shape;1212;p43"/>
                <p:cNvSpPr/>
                <p:nvPr/>
              </p:nvSpPr>
              <p:spPr>
                <a:xfrm>
                  <a:off x="4257532" y="2621893"/>
                  <a:ext cx="33057" cy="34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027" extrusionOk="0">
                      <a:moveTo>
                        <a:pt x="856" y="114"/>
                      </a:moveTo>
                      <a:lnTo>
                        <a:pt x="856" y="913"/>
                      </a:lnTo>
                      <a:lnTo>
                        <a:pt x="121" y="913"/>
                      </a:lnTo>
                      <a:lnTo>
                        <a:pt x="121" y="114"/>
                      </a:lnTo>
                      <a:close/>
                      <a:moveTo>
                        <a:pt x="64" y="1"/>
                      </a:moveTo>
                      <a:cubicBezTo>
                        <a:pt x="36" y="1"/>
                        <a:pt x="0" y="29"/>
                        <a:pt x="0" y="57"/>
                      </a:cubicBezTo>
                      <a:lnTo>
                        <a:pt x="0" y="970"/>
                      </a:lnTo>
                      <a:cubicBezTo>
                        <a:pt x="0" y="998"/>
                        <a:pt x="36" y="1026"/>
                        <a:pt x="64" y="1026"/>
                      </a:cubicBezTo>
                      <a:lnTo>
                        <a:pt x="920" y="1026"/>
                      </a:lnTo>
                      <a:cubicBezTo>
                        <a:pt x="948" y="1026"/>
                        <a:pt x="977" y="998"/>
                        <a:pt x="977" y="970"/>
                      </a:cubicBezTo>
                      <a:lnTo>
                        <a:pt x="977" y="57"/>
                      </a:lnTo>
                      <a:cubicBezTo>
                        <a:pt x="977" y="29"/>
                        <a:pt x="948" y="1"/>
                        <a:pt x="92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3" name="Google Shape;1213;p43"/>
                <p:cNvSpPr/>
                <p:nvPr/>
              </p:nvSpPr>
              <p:spPr>
                <a:xfrm>
                  <a:off x="4214696" y="2623821"/>
                  <a:ext cx="32076" cy="30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" h="913" extrusionOk="0">
                      <a:moveTo>
                        <a:pt x="0" y="0"/>
                      </a:moveTo>
                      <a:lnTo>
                        <a:pt x="0" y="913"/>
                      </a:lnTo>
                      <a:lnTo>
                        <a:pt x="948" y="913"/>
                      </a:lnTo>
                      <a:lnTo>
                        <a:pt x="9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4" name="Google Shape;1214;p43"/>
                <p:cNvSpPr/>
                <p:nvPr/>
              </p:nvSpPr>
              <p:spPr>
                <a:xfrm>
                  <a:off x="4178762" y="2607377"/>
                  <a:ext cx="23989" cy="6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" h="1873" extrusionOk="0">
                      <a:moveTo>
                        <a:pt x="392" y="0"/>
                      </a:moveTo>
                      <a:cubicBezTo>
                        <a:pt x="350" y="0"/>
                        <a:pt x="310" y="20"/>
                        <a:pt x="270" y="40"/>
                      </a:cubicBezTo>
                      <a:cubicBezTo>
                        <a:pt x="178" y="104"/>
                        <a:pt x="149" y="189"/>
                        <a:pt x="121" y="281"/>
                      </a:cubicBezTo>
                      <a:cubicBezTo>
                        <a:pt x="121" y="366"/>
                        <a:pt x="121" y="458"/>
                        <a:pt x="149" y="514"/>
                      </a:cubicBezTo>
                      <a:cubicBezTo>
                        <a:pt x="149" y="571"/>
                        <a:pt x="178" y="635"/>
                        <a:pt x="178" y="663"/>
                      </a:cubicBezTo>
                      <a:cubicBezTo>
                        <a:pt x="178" y="748"/>
                        <a:pt x="149" y="868"/>
                        <a:pt x="65" y="896"/>
                      </a:cubicBezTo>
                      <a:lnTo>
                        <a:pt x="29" y="896"/>
                      </a:lnTo>
                      <a:cubicBezTo>
                        <a:pt x="1" y="925"/>
                        <a:pt x="1" y="960"/>
                        <a:pt x="1" y="988"/>
                      </a:cubicBezTo>
                      <a:cubicBezTo>
                        <a:pt x="1" y="1017"/>
                        <a:pt x="29" y="1017"/>
                        <a:pt x="65" y="1017"/>
                      </a:cubicBezTo>
                      <a:lnTo>
                        <a:pt x="121" y="1017"/>
                      </a:lnTo>
                      <a:lnTo>
                        <a:pt x="178" y="1073"/>
                      </a:lnTo>
                      <a:lnTo>
                        <a:pt x="178" y="1250"/>
                      </a:lnTo>
                      <a:lnTo>
                        <a:pt x="149" y="1278"/>
                      </a:lnTo>
                      <a:cubicBezTo>
                        <a:pt x="149" y="1455"/>
                        <a:pt x="178" y="1604"/>
                        <a:pt x="241" y="1696"/>
                      </a:cubicBezTo>
                      <a:cubicBezTo>
                        <a:pt x="298" y="1809"/>
                        <a:pt x="418" y="1873"/>
                        <a:pt x="531" y="1873"/>
                      </a:cubicBezTo>
                      <a:cubicBezTo>
                        <a:pt x="595" y="1873"/>
                        <a:pt x="623" y="1844"/>
                        <a:pt x="680" y="1809"/>
                      </a:cubicBezTo>
                      <a:cubicBezTo>
                        <a:pt x="708" y="1809"/>
                        <a:pt x="708" y="1752"/>
                        <a:pt x="708" y="1752"/>
                      </a:cubicBezTo>
                      <a:cubicBezTo>
                        <a:pt x="688" y="1732"/>
                        <a:pt x="668" y="1712"/>
                        <a:pt x="648" y="1712"/>
                      </a:cubicBezTo>
                      <a:cubicBezTo>
                        <a:pt x="640" y="1712"/>
                        <a:pt x="632" y="1716"/>
                        <a:pt x="623" y="1724"/>
                      </a:cubicBezTo>
                      <a:cubicBezTo>
                        <a:pt x="598" y="1740"/>
                        <a:pt x="568" y="1747"/>
                        <a:pt x="537" y="1747"/>
                      </a:cubicBezTo>
                      <a:cubicBezTo>
                        <a:pt x="456" y="1747"/>
                        <a:pt x="367" y="1699"/>
                        <a:pt x="326" y="1632"/>
                      </a:cubicBezTo>
                      <a:cubicBezTo>
                        <a:pt x="270" y="1547"/>
                        <a:pt x="270" y="1427"/>
                        <a:pt x="270" y="1278"/>
                      </a:cubicBezTo>
                      <a:lnTo>
                        <a:pt x="298" y="1250"/>
                      </a:lnTo>
                      <a:cubicBezTo>
                        <a:pt x="298" y="1194"/>
                        <a:pt x="298" y="1102"/>
                        <a:pt x="270" y="1045"/>
                      </a:cubicBezTo>
                      <a:cubicBezTo>
                        <a:pt x="270" y="1017"/>
                        <a:pt x="241" y="960"/>
                        <a:pt x="206" y="925"/>
                      </a:cubicBezTo>
                      <a:cubicBezTo>
                        <a:pt x="270" y="868"/>
                        <a:pt x="298" y="748"/>
                        <a:pt x="298" y="663"/>
                      </a:cubicBezTo>
                      <a:cubicBezTo>
                        <a:pt x="298" y="606"/>
                        <a:pt x="270" y="543"/>
                        <a:pt x="270" y="514"/>
                      </a:cubicBezTo>
                      <a:cubicBezTo>
                        <a:pt x="241" y="430"/>
                        <a:pt x="241" y="366"/>
                        <a:pt x="241" y="309"/>
                      </a:cubicBezTo>
                      <a:cubicBezTo>
                        <a:pt x="241" y="253"/>
                        <a:pt x="298" y="161"/>
                        <a:pt x="326" y="132"/>
                      </a:cubicBezTo>
                      <a:lnTo>
                        <a:pt x="418" y="132"/>
                      </a:lnTo>
                      <a:cubicBezTo>
                        <a:pt x="447" y="132"/>
                        <a:pt x="475" y="132"/>
                        <a:pt x="475" y="104"/>
                      </a:cubicBezTo>
                      <a:cubicBezTo>
                        <a:pt x="503" y="40"/>
                        <a:pt x="475" y="12"/>
                        <a:pt x="447" y="12"/>
                      </a:cubicBezTo>
                      <a:cubicBezTo>
                        <a:pt x="428" y="4"/>
                        <a:pt x="410" y="0"/>
                        <a:pt x="3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5" name="Google Shape;1215;p43"/>
                <p:cNvSpPr/>
                <p:nvPr/>
              </p:nvSpPr>
              <p:spPr>
                <a:xfrm>
                  <a:off x="4157006" y="2609915"/>
                  <a:ext cx="10793" cy="5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1735" extrusionOk="0">
                      <a:moveTo>
                        <a:pt x="290" y="1"/>
                      </a:moveTo>
                      <a:cubicBezTo>
                        <a:pt x="262" y="1"/>
                        <a:pt x="234" y="1"/>
                        <a:pt x="205" y="29"/>
                      </a:cubicBezTo>
                      <a:cubicBezTo>
                        <a:pt x="0" y="560"/>
                        <a:pt x="0" y="1175"/>
                        <a:pt x="205" y="1706"/>
                      </a:cubicBezTo>
                      <a:cubicBezTo>
                        <a:pt x="205" y="1706"/>
                        <a:pt x="234" y="1734"/>
                        <a:pt x="262" y="1734"/>
                      </a:cubicBezTo>
                      <a:lnTo>
                        <a:pt x="290" y="1734"/>
                      </a:lnTo>
                      <a:cubicBezTo>
                        <a:pt x="318" y="1706"/>
                        <a:pt x="318" y="1677"/>
                        <a:pt x="318" y="1649"/>
                      </a:cubicBezTo>
                      <a:cubicBezTo>
                        <a:pt x="113" y="1147"/>
                        <a:pt x="113" y="588"/>
                        <a:pt x="318" y="86"/>
                      </a:cubicBezTo>
                      <a:cubicBezTo>
                        <a:pt x="318" y="57"/>
                        <a:pt x="318" y="1"/>
                        <a:pt x="2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6" name="Google Shape;1216;p43"/>
                <p:cNvSpPr/>
                <p:nvPr/>
              </p:nvSpPr>
              <p:spPr>
                <a:xfrm>
                  <a:off x="4445185" y="2607377"/>
                  <a:ext cx="23989" cy="63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" h="1873" extrusionOk="0">
                      <a:moveTo>
                        <a:pt x="317" y="0"/>
                      </a:moveTo>
                      <a:cubicBezTo>
                        <a:pt x="299" y="0"/>
                        <a:pt x="281" y="4"/>
                        <a:pt x="262" y="12"/>
                      </a:cubicBezTo>
                      <a:cubicBezTo>
                        <a:pt x="234" y="12"/>
                        <a:pt x="206" y="40"/>
                        <a:pt x="234" y="104"/>
                      </a:cubicBezTo>
                      <a:cubicBezTo>
                        <a:pt x="234" y="132"/>
                        <a:pt x="262" y="132"/>
                        <a:pt x="291" y="132"/>
                      </a:cubicBezTo>
                      <a:lnTo>
                        <a:pt x="383" y="132"/>
                      </a:lnTo>
                      <a:cubicBezTo>
                        <a:pt x="411" y="161"/>
                        <a:pt x="468" y="253"/>
                        <a:pt x="468" y="309"/>
                      </a:cubicBezTo>
                      <a:cubicBezTo>
                        <a:pt x="468" y="366"/>
                        <a:pt x="468" y="430"/>
                        <a:pt x="439" y="514"/>
                      </a:cubicBezTo>
                      <a:cubicBezTo>
                        <a:pt x="439" y="543"/>
                        <a:pt x="439" y="606"/>
                        <a:pt x="411" y="663"/>
                      </a:cubicBezTo>
                      <a:cubicBezTo>
                        <a:pt x="411" y="748"/>
                        <a:pt x="439" y="868"/>
                        <a:pt x="503" y="925"/>
                      </a:cubicBezTo>
                      <a:cubicBezTo>
                        <a:pt x="468" y="960"/>
                        <a:pt x="439" y="1017"/>
                        <a:pt x="439" y="1045"/>
                      </a:cubicBezTo>
                      <a:cubicBezTo>
                        <a:pt x="411" y="1102"/>
                        <a:pt x="411" y="1194"/>
                        <a:pt x="439" y="1250"/>
                      </a:cubicBezTo>
                      <a:lnTo>
                        <a:pt x="439" y="1278"/>
                      </a:lnTo>
                      <a:cubicBezTo>
                        <a:pt x="439" y="1427"/>
                        <a:pt x="439" y="1547"/>
                        <a:pt x="383" y="1632"/>
                      </a:cubicBezTo>
                      <a:cubicBezTo>
                        <a:pt x="342" y="1699"/>
                        <a:pt x="253" y="1747"/>
                        <a:pt x="172" y="1747"/>
                      </a:cubicBezTo>
                      <a:cubicBezTo>
                        <a:pt x="141" y="1747"/>
                        <a:pt x="111" y="1740"/>
                        <a:pt x="86" y="1724"/>
                      </a:cubicBezTo>
                      <a:cubicBezTo>
                        <a:pt x="77" y="1716"/>
                        <a:pt x="69" y="1712"/>
                        <a:pt x="61" y="1712"/>
                      </a:cubicBezTo>
                      <a:cubicBezTo>
                        <a:pt x="43" y="1712"/>
                        <a:pt x="29" y="1732"/>
                        <a:pt x="29" y="1752"/>
                      </a:cubicBezTo>
                      <a:cubicBezTo>
                        <a:pt x="1" y="1752"/>
                        <a:pt x="1" y="1809"/>
                        <a:pt x="29" y="1809"/>
                      </a:cubicBezTo>
                      <a:cubicBezTo>
                        <a:pt x="86" y="1844"/>
                        <a:pt x="114" y="1873"/>
                        <a:pt x="178" y="1873"/>
                      </a:cubicBezTo>
                      <a:cubicBezTo>
                        <a:pt x="291" y="1873"/>
                        <a:pt x="411" y="1809"/>
                        <a:pt x="468" y="1696"/>
                      </a:cubicBezTo>
                      <a:cubicBezTo>
                        <a:pt x="560" y="1604"/>
                        <a:pt x="560" y="1455"/>
                        <a:pt x="560" y="1278"/>
                      </a:cubicBezTo>
                      <a:lnTo>
                        <a:pt x="560" y="1250"/>
                      </a:lnTo>
                      <a:cubicBezTo>
                        <a:pt x="531" y="1194"/>
                        <a:pt x="531" y="1137"/>
                        <a:pt x="560" y="1073"/>
                      </a:cubicBezTo>
                      <a:cubicBezTo>
                        <a:pt x="560" y="1045"/>
                        <a:pt x="588" y="1045"/>
                        <a:pt x="588" y="1017"/>
                      </a:cubicBezTo>
                      <a:lnTo>
                        <a:pt x="644" y="1017"/>
                      </a:lnTo>
                      <a:cubicBezTo>
                        <a:pt x="680" y="1017"/>
                        <a:pt x="708" y="1017"/>
                        <a:pt x="708" y="988"/>
                      </a:cubicBezTo>
                      <a:cubicBezTo>
                        <a:pt x="708" y="960"/>
                        <a:pt x="708" y="925"/>
                        <a:pt x="680" y="896"/>
                      </a:cubicBezTo>
                      <a:lnTo>
                        <a:pt x="644" y="896"/>
                      </a:lnTo>
                      <a:cubicBezTo>
                        <a:pt x="588" y="868"/>
                        <a:pt x="531" y="748"/>
                        <a:pt x="531" y="663"/>
                      </a:cubicBezTo>
                      <a:cubicBezTo>
                        <a:pt x="560" y="635"/>
                        <a:pt x="560" y="571"/>
                        <a:pt x="560" y="514"/>
                      </a:cubicBezTo>
                      <a:cubicBezTo>
                        <a:pt x="588" y="458"/>
                        <a:pt x="588" y="366"/>
                        <a:pt x="588" y="281"/>
                      </a:cubicBezTo>
                      <a:cubicBezTo>
                        <a:pt x="588" y="189"/>
                        <a:pt x="531" y="104"/>
                        <a:pt x="439" y="40"/>
                      </a:cubicBezTo>
                      <a:cubicBezTo>
                        <a:pt x="399" y="20"/>
                        <a:pt x="359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17" name="Google Shape;1217;p43"/>
              <p:cNvGrpSpPr/>
              <p:nvPr/>
            </p:nvGrpSpPr>
            <p:grpSpPr>
              <a:xfrm>
                <a:off x="3007131" y="2353586"/>
                <a:ext cx="269330" cy="224564"/>
                <a:chOff x="2715768" y="1997386"/>
                <a:chExt cx="269330" cy="224564"/>
              </a:xfrm>
            </p:grpSpPr>
            <p:sp>
              <p:nvSpPr>
                <p:cNvPr id="1218" name="Google Shape;1218;p43"/>
                <p:cNvSpPr/>
                <p:nvPr/>
              </p:nvSpPr>
              <p:spPr>
                <a:xfrm>
                  <a:off x="2868233" y="1997386"/>
                  <a:ext cx="116866" cy="116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" h="3453" extrusionOk="0">
                      <a:moveTo>
                        <a:pt x="1729" y="947"/>
                      </a:moveTo>
                      <a:cubicBezTo>
                        <a:pt x="1938" y="947"/>
                        <a:pt x="2145" y="1036"/>
                        <a:pt x="2300" y="1210"/>
                      </a:cubicBezTo>
                      <a:cubicBezTo>
                        <a:pt x="2597" y="1536"/>
                        <a:pt x="2597" y="2038"/>
                        <a:pt x="2272" y="2328"/>
                      </a:cubicBezTo>
                      <a:cubicBezTo>
                        <a:pt x="2120" y="2466"/>
                        <a:pt x="1930" y="2534"/>
                        <a:pt x="1741" y="2534"/>
                      </a:cubicBezTo>
                      <a:cubicBezTo>
                        <a:pt x="1524" y="2534"/>
                        <a:pt x="1309" y="2445"/>
                        <a:pt x="1154" y="2271"/>
                      </a:cubicBezTo>
                      <a:cubicBezTo>
                        <a:pt x="857" y="1946"/>
                        <a:pt x="885" y="1444"/>
                        <a:pt x="1211" y="1154"/>
                      </a:cubicBezTo>
                      <a:cubicBezTo>
                        <a:pt x="1362" y="1015"/>
                        <a:pt x="1546" y="947"/>
                        <a:pt x="1729" y="947"/>
                      </a:cubicBezTo>
                      <a:close/>
                      <a:moveTo>
                        <a:pt x="1621" y="1"/>
                      </a:moveTo>
                      <a:cubicBezTo>
                        <a:pt x="1656" y="1"/>
                        <a:pt x="1656" y="29"/>
                        <a:pt x="1656" y="29"/>
                      </a:cubicBezTo>
                      <a:cubicBezTo>
                        <a:pt x="1684" y="177"/>
                        <a:pt x="1593" y="354"/>
                        <a:pt x="1444" y="383"/>
                      </a:cubicBezTo>
                      <a:cubicBezTo>
                        <a:pt x="1423" y="387"/>
                        <a:pt x="1402" y="389"/>
                        <a:pt x="1382" y="389"/>
                      </a:cubicBezTo>
                      <a:cubicBezTo>
                        <a:pt x="1235" y="389"/>
                        <a:pt x="1121" y="280"/>
                        <a:pt x="1090" y="149"/>
                      </a:cubicBezTo>
                      <a:lnTo>
                        <a:pt x="1090" y="121"/>
                      </a:lnTo>
                      <a:cubicBezTo>
                        <a:pt x="977" y="149"/>
                        <a:pt x="885" y="206"/>
                        <a:pt x="800" y="269"/>
                      </a:cubicBezTo>
                      <a:cubicBezTo>
                        <a:pt x="800" y="269"/>
                        <a:pt x="800" y="298"/>
                        <a:pt x="828" y="298"/>
                      </a:cubicBezTo>
                      <a:cubicBezTo>
                        <a:pt x="913" y="418"/>
                        <a:pt x="913" y="595"/>
                        <a:pt x="800" y="708"/>
                      </a:cubicBezTo>
                      <a:cubicBezTo>
                        <a:pt x="744" y="751"/>
                        <a:pt x="676" y="774"/>
                        <a:pt x="610" y="774"/>
                      </a:cubicBezTo>
                      <a:cubicBezTo>
                        <a:pt x="535" y="774"/>
                        <a:pt x="463" y="744"/>
                        <a:pt x="418" y="680"/>
                      </a:cubicBezTo>
                      <a:cubicBezTo>
                        <a:pt x="383" y="680"/>
                        <a:pt x="383" y="651"/>
                        <a:pt x="383" y="651"/>
                      </a:cubicBezTo>
                      <a:cubicBezTo>
                        <a:pt x="326" y="736"/>
                        <a:pt x="270" y="828"/>
                        <a:pt x="206" y="913"/>
                      </a:cubicBezTo>
                      <a:cubicBezTo>
                        <a:pt x="206" y="913"/>
                        <a:pt x="241" y="913"/>
                        <a:pt x="241" y="948"/>
                      </a:cubicBezTo>
                      <a:cubicBezTo>
                        <a:pt x="383" y="977"/>
                        <a:pt x="475" y="1154"/>
                        <a:pt x="418" y="1302"/>
                      </a:cubicBezTo>
                      <a:cubicBezTo>
                        <a:pt x="390" y="1415"/>
                        <a:pt x="272" y="1496"/>
                        <a:pt x="154" y="1496"/>
                      </a:cubicBezTo>
                      <a:cubicBezTo>
                        <a:pt x="124" y="1496"/>
                        <a:pt x="93" y="1491"/>
                        <a:pt x="64" y="1479"/>
                      </a:cubicBezTo>
                      <a:lnTo>
                        <a:pt x="29" y="1479"/>
                      </a:lnTo>
                      <a:cubicBezTo>
                        <a:pt x="29" y="1564"/>
                        <a:pt x="1" y="1684"/>
                        <a:pt x="29" y="1797"/>
                      </a:cubicBezTo>
                      <a:lnTo>
                        <a:pt x="64" y="1797"/>
                      </a:lnTo>
                      <a:cubicBezTo>
                        <a:pt x="89" y="1788"/>
                        <a:pt x="113" y="1783"/>
                        <a:pt x="138" y="1783"/>
                      </a:cubicBezTo>
                      <a:cubicBezTo>
                        <a:pt x="254" y="1783"/>
                        <a:pt x="359" y="1887"/>
                        <a:pt x="383" y="2010"/>
                      </a:cubicBezTo>
                      <a:cubicBezTo>
                        <a:pt x="418" y="2151"/>
                        <a:pt x="326" y="2300"/>
                        <a:pt x="178" y="2328"/>
                      </a:cubicBezTo>
                      <a:lnTo>
                        <a:pt x="149" y="2363"/>
                      </a:lnTo>
                      <a:cubicBezTo>
                        <a:pt x="178" y="2448"/>
                        <a:pt x="241" y="2569"/>
                        <a:pt x="298" y="2653"/>
                      </a:cubicBezTo>
                      <a:cubicBezTo>
                        <a:pt x="298" y="2653"/>
                        <a:pt x="298" y="2625"/>
                        <a:pt x="326" y="2625"/>
                      </a:cubicBezTo>
                      <a:cubicBezTo>
                        <a:pt x="378" y="2573"/>
                        <a:pt x="441" y="2550"/>
                        <a:pt x="502" y="2550"/>
                      </a:cubicBezTo>
                      <a:cubicBezTo>
                        <a:pt x="582" y="2550"/>
                        <a:pt x="660" y="2589"/>
                        <a:pt x="708" y="2653"/>
                      </a:cubicBezTo>
                      <a:cubicBezTo>
                        <a:pt x="828" y="2774"/>
                        <a:pt x="828" y="2951"/>
                        <a:pt x="708" y="3035"/>
                      </a:cubicBezTo>
                      <a:lnTo>
                        <a:pt x="680" y="3071"/>
                      </a:lnTo>
                      <a:cubicBezTo>
                        <a:pt x="772" y="3156"/>
                        <a:pt x="857" y="3212"/>
                        <a:pt x="949" y="3276"/>
                      </a:cubicBezTo>
                      <a:cubicBezTo>
                        <a:pt x="949" y="3248"/>
                        <a:pt x="949" y="3248"/>
                        <a:pt x="977" y="3212"/>
                      </a:cubicBezTo>
                      <a:cubicBezTo>
                        <a:pt x="1000" y="3100"/>
                        <a:pt x="1116" y="3018"/>
                        <a:pt x="1238" y="3018"/>
                      </a:cubicBezTo>
                      <a:cubicBezTo>
                        <a:pt x="1269" y="3018"/>
                        <a:pt x="1300" y="3024"/>
                        <a:pt x="1331" y="3035"/>
                      </a:cubicBezTo>
                      <a:cubicBezTo>
                        <a:pt x="1479" y="3099"/>
                        <a:pt x="1536" y="3248"/>
                        <a:pt x="1508" y="3389"/>
                      </a:cubicBezTo>
                      <a:cubicBezTo>
                        <a:pt x="1508" y="3425"/>
                        <a:pt x="1508" y="3425"/>
                        <a:pt x="1479" y="3453"/>
                      </a:cubicBezTo>
                      <a:lnTo>
                        <a:pt x="1833" y="3453"/>
                      </a:lnTo>
                      <a:cubicBezTo>
                        <a:pt x="1833" y="3453"/>
                        <a:pt x="1833" y="3425"/>
                        <a:pt x="1798" y="3425"/>
                      </a:cubicBezTo>
                      <a:cubicBezTo>
                        <a:pt x="1769" y="3276"/>
                        <a:pt x="1890" y="3127"/>
                        <a:pt x="2038" y="3071"/>
                      </a:cubicBezTo>
                      <a:cubicBezTo>
                        <a:pt x="2056" y="3067"/>
                        <a:pt x="2074" y="3065"/>
                        <a:pt x="2091" y="3065"/>
                      </a:cubicBezTo>
                      <a:cubicBezTo>
                        <a:pt x="2219" y="3065"/>
                        <a:pt x="2332" y="3173"/>
                        <a:pt x="2364" y="3304"/>
                      </a:cubicBezTo>
                      <a:lnTo>
                        <a:pt x="2364" y="3333"/>
                      </a:lnTo>
                      <a:cubicBezTo>
                        <a:pt x="2477" y="3304"/>
                        <a:pt x="2569" y="3248"/>
                        <a:pt x="2682" y="3184"/>
                      </a:cubicBezTo>
                      <a:cubicBezTo>
                        <a:pt x="2654" y="3184"/>
                        <a:pt x="2654" y="3184"/>
                        <a:pt x="2654" y="3156"/>
                      </a:cubicBezTo>
                      <a:cubicBezTo>
                        <a:pt x="2540" y="3035"/>
                        <a:pt x="2540" y="2859"/>
                        <a:pt x="2654" y="2774"/>
                      </a:cubicBezTo>
                      <a:cubicBezTo>
                        <a:pt x="2714" y="2714"/>
                        <a:pt x="2788" y="2683"/>
                        <a:pt x="2862" y="2683"/>
                      </a:cubicBezTo>
                      <a:cubicBezTo>
                        <a:pt x="2937" y="2683"/>
                        <a:pt x="3011" y="2714"/>
                        <a:pt x="3071" y="2774"/>
                      </a:cubicBezTo>
                      <a:cubicBezTo>
                        <a:pt x="3071" y="2802"/>
                        <a:pt x="3071" y="2802"/>
                        <a:pt x="3099" y="2830"/>
                      </a:cubicBezTo>
                      <a:cubicBezTo>
                        <a:pt x="3156" y="2717"/>
                        <a:pt x="3213" y="2625"/>
                        <a:pt x="3276" y="2540"/>
                      </a:cubicBezTo>
                      <a:cubicBezTo>
                        <a:pt x="3248" y="2540"/>
                        <a:pt x="3248" y="2540"/>
                        <a:pt x="3213" y="2505"/>
                      </a:cubicBezTo>
                      <a:cubicBezTo>
                        <a:pt x="3071" y="2477"/>
                        <a:pt x="2979" y="2300"/>
                        <a:pt x="3036" y="2151"/>
                      </a:cubicBezTo>
                      <a:cubicBezTo>
                        <a:pt x="3086" y="2039"/>
                        <a:pt x="3191" y="1957"/>
                        <a:pt x="3303" y="1957"/>
                      </a:cubicBezTo>
                      <a:cubicBezTo>
                        <a:pt x="3331" y="1957"/>
                        <a:pt x="3360" y="1963"/>
                        <a:pt x="3389" y="1974"/>
                      </a:cubicBezTo>
                      <a:cubicBezTo>
                        <a:pt x="3425" y="1974"/>
                        <a:pt x="3425" y="1974"/>
                        <a:pt x="3453" y="2010"/>
                      </a:cubicBezTo>
                      <a:lnTo>
                        <a:pt x="3453" y="1656"/>
                      </a:lnTo>
                      <a:cubicBezTo>
                        <a:pt x="3453" y="1656"/>
                        <a:pt x="3425" y="1656"/>
                        <a:pt x="3425" y="1684"/>
                      </a:cubicBezTo>
                      <a:cubicBezTo>
                        <a:pt x="3407" y="1687"/>
                        <a:pt x="3390" y="1688"/>
                        <a:pt x="3373" y="1688"/>
                      </a:cubicBezTo>
                      <a:cubicBezTo>
                        <a:pt x="3220" y="1688"/>
                        <a:pt x="3097" y="1578"/>
                        <a:pt x="3071" y="1444"/>
                      </a:cubicBezTo>
                      <a:cubicBezTo>
                        <a:pt x="3036" y="1302"/>
                        <a:pt x="3128" y="1154"/>
                        <a:pt x="3276" y="1125"/>
                      </a:cubicBezTo>
                      <a:cubicBezTo>
                        <a:pt x="3305" y="1090"/>
                        <a:pt x="3305" y="1090"/>
                        <a:pt x="3333" y="1090"/>
                      </a:cubicBezTo>
                      <a:cubicBezTo>
                        <a:pt x="3276" y="1005"/>
                        <a:pt x="3248" y="885"/>
                        <a:pt x="3156" y="800"/>
                      </a:cubicBezTo>
                      <a:lnTo>
                        <a:pt x="3156" y="828"/>
                      </a:lnTo>
                      <a:cubicBezTo>
                        <a:pt x="3104" y="880"/>
                        <a:pt x="3041" y="903"/>
                        <a:pt x="2978" y="903"/>
                      </a:cubicBezTo>
                      <a:cubicBezTo>
                        <a:pt x="2894" y="903"/>
                        <a:pt x="2810" y="864"/>
                        <a:pt x="2746" y="800"/>
                      </a:cubicBezTo>
                      <a:cubicBezTo>
                        <a:pt x="2625" y="680"/>
                        <a:pt x="2654" y="503"/>
                        <a:pt x="2774" y="418"/>
                      </a:cubicBezTo>
                      <a:cubicBezTo>
                        <a:pt x="2774" y="383"/>
                        <a:pt x="2774" y="383"/>
                        <a:pt x="2802" y="383"/>
                      </a:cubicBezTo>
                      <a:cubicBezTo>
                        <a:pt x="2717" y="326"/>
                        <a:pt x="2597" y="241"/>
                        <a:pt x="2505" y="206"/>
                      </a:cubicBezTo>
                      <a:lnTo>
                        <a:pt x="2505" y="241"/>
                      </a:lnTo>
                      <a:cubicBezTo>
                        <a:pt x="2460" y="354"/>
                        <a:pt x="2357" y="435"/>
                        <a:pt x="2242" y="435"/>
                      </a:cubicBezTo>
                      <a:cubicBezTo>
                        <a:pt x="2212" y="435"/>
                        <a:pt x="2182" y="429"/>
                        <a:pt x="2151" y="418"/>
                      </a:cubicBezTo>
                      <a:cubicBezTo>
                        <a:pt x="2010" y="354"/>
                        <a:pt x="1918" y="206"/>
                        <a:pt x="1946" y="64"/>
                      </a:cubicBezTo>
                      <a:cubicBezTo>
                        <a:pt x="1946" y="29"/>
                        <a:pt x="1975" y="29"/>
                        <a:pt x="1975" y="29"/>
                      </a:cubicBezTo>
                      <a:cubicBezTo>
                        <a:pt x="1861" y="1"/>
                        <a:pt x="1741" y="1"/>
                        <a:pt x="16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9" name="Google Shape;1219;p43"/>
                <p:cNvSpPr/>
                <p:nvPr/>
              </p:nvSpPr>
              <p:spPr>
                <a:xfrm>
                  <a:off x="2888365" y="2020360"/>
                  <a:ext cx="77821" cy="70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0" h="2095" extrusionOk="0">
                      <a:moveTo>
                        <a:pt x="1118" y="57"/>
                      </a:moveTo>
                      <a:cubicBezTo>
                        <a:pt x="1415" y="57"/>
                        <a:pt x="1677" y="178"/>
                        <a:pt x="1854" y="383"/>
                      </a:cubicBezTo>
                      <a:cubicBezTo>
                        <a:pt x="2236" y="800"/>
                        <a:pt x="2207" y="1416"/>
                        <a:pt x="1797" y="1798"/>
                      </a:cubicBezTo>
                      <a:cubicBezTo>
                        <a:pt x="1620" y="1946"/>
                        <a:pt x="1380" y="2038"/>
                        <a:pt x="1146" y="2038"/>
                      </a:cubicBezTo>
                      <a:cubicBezTo>
                        <a:pt x="884" y="2038"/>
                        <a:pt x="616" y="1918"/>
                        <a:pt x="410" y="1713"/>
                      </a:cubicBezTo>
                      <a:cubicBezTo>
                        <a:pt x="57" y="1295"/>
                        <a:pt x="85" y="680"/>
                        <a:pt x="467" y="326"/>
                      </a:cubicBezTo>
                      <a:cubicBezTo>
                        <a:pt x="644" y="149"/>
                        <a:pt x="884" y="57"/>
                        <a:pt x="1118" y="57"/>
                      </a:cubicBezTo>
                      <a:close/>
                      <a:moveTo>
                        <a:pt x="1118" y="1"/>
                      </a:moveTo>
                      <a:cubicBezTo>
                        <a:pt x="884" y="1"/>
                        <a:pt x="616" y="93"/>
                        <a:pt x="439" y="269"/>
                      </a:cubicBezTo>
                      <a:cubicBezTo>
                        <a:pt x="0" y="652"/>
                        <a:pt x="0" y="1331"/>
                        <a:pt x="382" y="1741"/>
                      </a:cubicBezTo>
                      <a:cubicBezTo>
                        <a:pt x="587" y="1974"/>
                        <a:pt x="849" y="2095"/>
                        <a:pt x="1146" y="2095"/>
                      </a:cubicBezTo>
                      <a:cubicBezTo>
                        <a:pt x="1415" y="2095"/>
                        <a:pt x="1648" y="2003"/>
                        <a:pt x="1854" y="1826"/>
                      </a:cubicBezTo>
                      <a:cubicBezTo>
                        <a:pt x="2264" y="1444"/>
                        <a:pt x="2299" y="800"/>
                        <a:pt x="1910" y="354"/>
                      </a:cubicBezTo>
                      <a:cubicBezTo>
                        <a:pt x="1705" y="149"/>
                        <a:pt x="1415" y="1"/>
                        <a:pt x="11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0" name="Google Shape;1220;p43"/>
                <p:cNvSpPr/>
                <p:nvPr/>
              </p:nvSpPr>
              <p:spPr>
                <a:xfrm>
                  <a:off x="2715768" y="2042387"/>
                  <a:ext cx="179562" cy="179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7" h="5307" extrusionOk="0">
                      <a:moveTo>
                        <a:pt x="2625" y="861"/>
                      </a:moveTo>
                      <a:cubicBezTo>
                        <a:pt x="3132" y="861"/>
                        <a:pt x="3636" y="1078"/>
                        <a:pt x="3976" y="1500"/>
                      </a:cubicBezTo>
                      <a:cubicBezTo>
                        <a:pt x="4627" y="2271"/>
                        <a:pt x="4535" y="3389"/>
                        <a:pt x="3799" y="4040"/>
                      </a:cubicBezTo>
                      <a:cubicBezTo>
                        <a:pt x="3475" y="4312"/>
                        <a:pt x="3075" y="4447"/>
                        <a:pt x="2675" y="4447"/>
                      </a:cubicBezTo>
                      <a:cubicBezTo>
                        <a:pt x="2168" y="4447"/>
                        <a:pt x="1659" y="4230"/>
                        <a:pt x="1295" y="3799"/>
                      </a:cubicBezTo>
                      <a:cubicBezTo>
                        <a:pt x="644" y="3064"/>
                        <a:pt x="736" y="1918"/>
                        <a:pt x="1472" y="1295"/>
                      </a:cubicBezTo>
                      <a:cubicBezTo>
                        <a:pt x="1801" y="1004"/>
                        <a:pt x="2214" y="861"/>
                        <a:pt x="2625" y="861"/>
                      </a:cubicBezTo>
                      <a:close/>
                      <a:moveTo>
                        <a:pt x="2590" y="1"/>
                      </a:moveTo>
                      <a:lnTo>
                        <a:pt x="2590" y="29"/>
                      </a:lnTo>
                      <a:cubicBezTo>
                        <a:pt x="2653" y="262"/>
                        <a:pt x="2476" y="503"/>
                        <a:pt x="2236" y="559"/>
                      </a:cubicBezTo>
                      <a:cubicBezTo>
                        <a:pt x="2217" y="562"/>
                        <a:pt x="2198" y="563"/>
                        <a:pt x="2179" y="563"/>
                      </a:cubicBezTo>
                      <a:cubicBezTo>
                        <a:pt x="1966" y="563"/>
                        <a:pt x="1767" y="420"/>
                        <a:pt x="1741" y="206"/>
                      </a:cubicBezTo>
                      <a:lnTo>
                        <a:pt x="1741" y="149"/>
                      </a:lnTo>
                      <a:cubicBezTo>
                        <a:pt x="1564" y="206"/>
                        <a:pt x="1415" y="262"/>
                        <a:pt x="1267" y="354"/>
                      </a:cubicBezTo>
                      <a:cubicBezTo>
                        <a:pt x="1267" y="383"/>
                        <a:pt x="1295" y="383"/>
                        <a:pt x="1295" y="383"/>
                      </a:cubicBezTo>
                      <a:cubicBezTo>
                        <a:pt x="1472" y="588"/>
                        <a:pt x="1444" y="856"/>
                        <a:pt x="1267" y="998"/>
                      </a:cubicBezTo>
                      <a:cubicBezTo>
                        <a:pt x="1188" y="1077"/>
                        <a:pt x="1086" y="1115"/>
                        <a:pt x="983" y="1115"/>
                      </a:cubicBezTo>
                      <a:cubicBezTo>
                        <a:pt x="855" y="1115"/>
                        <a:pt x="727" y="1055"/>
                        <a:pt x="644" y="941"/>
                      </a:cubicBezTo>
                      <a:cubicBezTo>
                        <a:pt x="616" y="941"/>
                        <a:pt x="616" y="941"/>
                        <a:pt x="616" y="913"/>
                      </a:cubicBezTo>
                      <a:cubicBezTo>
                        <a:pt x="503" y="1062"/>
                        <a:pt x="411" y="1175"/>
                        <a:pt x="326" y="1323"/>
                      </a:cubicBezTo>
                      <a:cubicBezTo>
                        <a:pt x="354" y="1323"/>
                        <a:pt x="354" y="1352"/>
                        <a:pt x="382" y="1352"/>
                      </a:cubicBezTo>
                      <a:cubicBezTo>
                        <a:pt x="588" y="1444"/>
                        <a:pt x="708" y="1677"/>
                        <a:pt x="644" y="1918"/>
                      </a:cubicBezTo>
                      <a:cubicBezTo>
                        <a:pt x="579" y="2098"/>
                        <a:pt x="425" y="2210"/>
                        <a:pt x="248" y="2210"/>
                      </a:cubicBezTo>
                      <a:cubicBezTo>
                        <a:pt x="195" y="2210"/>
                        <a:pt x="140" y="2200"/>
                        <a:pt x="85" y="2179"/>
                      </a:cubicBezTo>
                      <a:cubicBezTo>
                        <a:pt x="57" y="2179"/>
                        <a:pt x="57" y="2151"/>
                        <a:pt x="29" y="2151"/>
                      </a:cubicBezTo>
                      <a:cubicBezTo>
                        <a:pt x="0" y="2328"/>
                        <a:pt x="0" y="2505"/>
                        <a:pt x="0" y="2653"/>
                      </a:cubicBezTo>
                      <a:lnTo>
                        <a:pt x="57" y="2653"/>
                      </a:lnTo>
                      <a:cubicBezTo>
                        <a:pt x="77" y="2651"/>
                        <a:pt x="96" y="2650"/>
                        <a:pt x="116" y="2650"/>
                      </a:cubicBezTo>
                      <a:cubicBezTo>
                        <a:pt x="325" y="2650"/>
                        <a:pt x="508" y="2787"/>
                        <a:pt x="559" y="3007"/>
                      </a:cubicBezTo>
                      <a:cubicBezTo>
                        <a:pt x="588" y="3241"/>
                        <a:pt x="439" y="3474"/>
                        <a:pt x="206" y="3509"/>
                      </a:cubicBezTo>
                      <a:lnTo>
                        <a:pt x="149" y="3509"/>
                      </a:lnTo>
                      <a:cubicBezTo>
                        <a:pt x="206" y="3686"/>
                        <a:pt x="290" y="3828"/>
                        <a:pt x="382" y="4005"/>
                      </a:cubicBezTo>
                      <a:cubicBezTo>
                        <a:pt x="382" y="3976"/>
                        <a:pt x="411" y="3976"/>
                        <a:pt x="411" y="3948"/>
                      </a:cubicBezTo>
                      <a:cubicBezTo>
                        <a:pt x="488" y="3883"/>
                        <a:pt x="587" y="3852"/>
                        <a:pt x="688" y="3852"/>
                      </a:cubicBezTo>
                      <a:cubicBezTo>
                        <a:pt x="818" y="3852"/>
                        <a:pt x="949" y="3905"/>
                        <a:pt x="1033" y="4005"/>
                      </a:cubicBezTo>
                      <a:cubicBezTo>
                        <a:pt x="1175" y="4181"/>
                        <a:pt x="1175" y="4479"/>
                        <a:pt x="970" y="4627"/>
                      </a:cubicBezTo>
                      <a:lnTo>
                        <a:pt x="941" y="4655"/>
                      </a:lnTo>
                      <a:cubicBezTo>
                        <a:pt x="1062" y="4776"/>
                        <a:pt x="1210" y="4889"/>
                        <a:pt x="1352" y="4981"/>
                      </a:cubicBezTo>
                      <a:cubicBezTo>
                        <a:pt x="1352" y="4953"/>
                        <a:pt x="1387" y="4924"/>
                        <a:pt x="1387" y="4889"/>
                      </a:cubicBezTo>
                      <a:cubicBezTo>
                        <a:pt x="1431" y="4731"/>
                        <a:pt x="1597" y="4627"/>
                        <a:pt x="1781" y="4627"/>
                      </a:cubicBezTo>
                      <a:cubicBezTo>
                        <a:pt x="1835" y="4627"/>
                        <a:pt x="1891" y="4636"/>
                        <a:pt x="1946" y="4655"/>
                      </a:cubicBezTo>
                      <a:cubicBezTo>
                        <a:pt x="2151" y="4712"/>
                        <a:pt x="2271" y="4981"/>
                        <a:pt x="2208" y="5214"/>
                      </a:cubicBezTo>
                      <a:cubicBezTo>
                        <a:pt x="2208" y="5214"/>
                        <a:pt x="2179" y="5243"/>
                        <a:pt x="2179" y="5278"/>
                      </a:cubicBezTo>
                      <a:cubicBezTo>
                        <a:pt x="2356" y="5306"/>
                        <a:pt x="2533" y="5306"/>
                        <a:pt x="2710" y="5306"/>
                      </a:cubicBezTo>
                      <a:cubicBezTo>
                        <a:pt x="2682" y="5306"/>
                        <a:pt x="2682" y="5278"/>
                        <a:pt x="2682" y="5243"/>
                      </a:cubicBezTo>
                      <a:cubicBezTo>
                        <a:pt x="2625" y="5009"/>
                        <a:pt x="2802" y="4776"/>
                        <a:pt x="3035" y="4747"/>
                      </a:cubicBezTo>
                      <a:cubicBezTo>
                        <a:pt x="3058" y="4744"/>
                        <a:pt x="3081" y="4742"/>
                        <a:pt x="3104" y="4742"/>
                      </a:cubicBezTo>
                      <a:cubicBezTo>
                        <a:pt x="3314" y="4742"/>
                        <a:pt x="3512" y="4884"/>
                        <a:pt x="3538" y="5101"/>
                      </a:cubicBezTo>
                      <a:lnTo>
                        <a:pt x="3538" y="5158"/>
                      </a:lnTo>
                      <a:cubicBezTo>
                        <a:pt x="3714" y="5129"/>
                        <a:pt x="3863" y="5037"/>
                        <a:pt x="4005" y="4953"/>
                      </a:cubicBezTo>
                      <a:cubicBezTo>
                        <a:pt x="4005" y="4924"/>
                        <a:pt x="3976" y="4924"/>
                        <a:pt x="3976" y="4889"/>
                      </a:cubicBezTo>
                      <a:cubicBezTo>
                        <a:pt x="3799" y="4712"/>
                        <a:pt x="3828" y="4450"/>
                        <a:pt x="4005" y="4273"/>
                      </a:cubicBezTo>
                      <a:cubicBezTo>
                        <a:pt x="4081" y="4209"/>
                        <a:pt x="4181" y="4178"/>
                        <a:pt x="4282" y="4178"/>
                      </a:cubicBezTo>
                      <a:cubicBezTo>
                        <a:pt x="4412" y="4178"/>
                        <a:pt x="4543" y="4230"/>
                        <a:pt x="4627" y="4330"/>
                      </a:cubicBezTo>
                      <a:cubicBezTo>
                        <a:pt x="4655" y="4358"/>
                        <a:pt x="4655" y="4358"/>
                        <a:pt x="4684" y="4394"/>
                      </a:cubicBezTo>
                      <a:cubicBezTo>
                        <a:pt x="4776" y="4273"/>
                        <a:pt x="4889" y="4125"/>
                        <a:pt x="4981" y="3948"/>
                      </a:cubicBezTo>
                      <a:lnTo>
                        <a:pt x="4889" y="3948"/>
                      </a:lnTo>
                      <a:cubicBezTo>
                        <a:pt x="4684" y="3863"/>
                        <a:pt x="4570" y="3594"/>
                        <a:pt x="4627" y="3389"/>
                      </a:cubicBezTo>
                      <a:cubicBezTo>
                        <a:pt x="4693" y="3206"/>
                        <a:pt x="4855" y="3093"/>
                        <a:pt x="5034" y="3093"/>
                      </a:cubicBezTo>
                      <a:cubicBezTo>
                        <a:pt x="5084" y="3093"/>
                        <a:pt x="5135" y="3102"/>
                        <a:pt x="5186" y="3120"/>
                      </a:cubicBezTo>
                      <a:cubicBezTo>
                        <a:pt x="5214" y="3120"/>
                        <a:pt x="5243" y="3120"/>
                        <a:pt x="5243" y="3156"/>
                      </a:cubicBezTo>
                      <a:cubicBezTo>
                        <a:pt x="5278" y="2979"/>
                        <a:pt x="5306" y="2802"/>
                        <a:pt x="5306" y="2625"/>
                      </a:cubicBezTo>
                      <a:cubicBezTo>
                        <a:pt x="5278" y="2625"/>
                        <a:pt x="5243" y="2625"/>
                        <a:pt x="5214" y="2653"/>
                      </a:cubicBezTo>
                      <a:cubicBezTo>
                        <a:pt x="5195" y="2656"/>
                        <a:pt x="5177" y="2657"/>
                        <a:pt x="5158" y="2657"/>
                      </a:cubicBezTo>
                      <a:cubicBezTo>
                        <a:pt x="4948" y="2657"/>
                        <a:pt x="4770" y="2512"/>
                        <a:pt x="4712" y="2271"/>
                      </a:cubicBezTo>
                      <a:cubicBezTo>
                        <a:pt x="4684" y="2031"/>
                        <a:pt x="4832" y="1826"/>
                        <a:pt x="5066" y="1769"/>
                      </a:cubicBezTo>
                      <a:lnTo>
                        <a:pt x="5129" y="1769"/>
                      </a:lnTo>
                      <a:cubicBezTo>
                        <a:pt x="5066" y="1592"/>
                        <a:pt x="4981" y="1444"/>
                        <a:pt x="4889" y="1295"/>
                      </a:cubicBezTo>
                      <a:lnTo>
                        <a:pt x="4861" y="1323"/>
                      </a:lnTo>
                      <a:cubicBezTo>
                        <a:pt x="4779" y="1405"/>
                        <a:pt x="4674" y="1443"/>
                        <a:pt x="4569" y="1443"/>
                      </a:cubicBezTo>
                      <a:cubicBezTo>
                        <a:pt x="4447" y="1443"/>
                        <a:pt x="4325" y="1391"/>
                        <a:pt x="4245" y="1295"/>
                      </a:cubicBezTo>
                      <a:cubicBezTo>
                        <a:pt x="4096" y="1090"/>
                        <a:pt x="4096" y="821"/>
                        <a:pt x="4302" y="680"/>
                      </a:cubicBezTo>
                      <a:cubicBezTo>
                        <a:pt x="4302" y="644"/>
                        <a:pt x="4330" y="644"/>
                        <a:pt x="4330" y="616"/>
                      </a:cubicBezTo>
                      <a:cubicBezTo>
                        <a:pt x="4217" y="531"/>
                        <a:pt x="4068" y="411"/>
                        <a:pt x="3920" y="326"/>
                      </a:cubicBezTo>
                      <a:cubicBezTo>
                        <a:pt x="3891" y="354"/>
                        <a:pt x="3891" y="354"/>
                        <a:pt x="3891" y="383"/>
                      </a:cubicBezTo>
                      <a:cubicBezTo>
                        <a:pt x="3842" y="563"/>
                        <a:pt x="3675" y="675"/>
                        <a:pt x="3494" y="675"/>
                      </a:cubicBezTo>
                      <a:cubicBezTo>
                        <a:pt x="3441" y="675"/>
                        <a:pt x="3386" y="665"/>
                        <a:pt x="3332" y="644"/>
                      </a:cubicBezTo>
                      <a:cubicBezTo>
                        <a:pt x="3120" y="559"/>
                        <a:pt x="2979" y="326"/>
                        <a:pt x="3064" y="85"/>
                      </a:cubicBezTo>
                      <a:cubicBezTo>
                        <a:pt x="3064" y="57"/>
                        <a:pt x="3092" y="57"/>
                        <a:pt x="3092" y="29"/>
                      </a:cubicBezTo>
                      <a:cubicBezTo>
                        <a:pt x="2915" y="1"/>
                        <a:pt x="2738" y="1"/>
                        <a:pt x="25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1" name="Google Shape;1221;p43"/>
                <p:cNvSpPr/>
                <p:nvPr/>
              </p:nvSpPr>
              <p:spPr>
                <a:xfrm>
                  <a:off x="2726765" y="2063061"/>
                  <a:ext cx="156588" cy="138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8" h="4083" extrusionOk="0">
                      <a:moveTo>
                        <a:pt x="2326" y="675"/>
                      </a:moveTo>
                      <a:cubicBezTo>
                        <a:pt x="2813" y="675"/>
                        <a:pt x="3291" y="946"/>
                        <a:pt x="3538" y="1420"/>
                      </a:cubicBezTo>
                      <a:cubicBezTo>
                        <a:pt x="3856" y="2099"/>
                        <a:pt x="3623" y="2927"/>
                        <a:pt x="2944" y="3280"/>
                      </a:cubicBezTo>
                      <a:cubicBezTo>
                        <a:pt x="2749" y="3374"/>
                        <a:pt x="2545" y="3418"/>
                        <a:pt x="2345" y="3418"/>
                      </a:cubicBezTo>
                      <a:cubicBezTo>
                        <a:pt x="1847" y="3418"/>
                        <a:pt x="1371" y="3142"/>
                        <a:pt x="1119" y="2658"/>
                      </a:cubicBezTo>
                      <a:cubicBezTo>
                        <a:pt x="765" y="1979"/>
                        <a:pt x="1027" y="1158"/>
                        <a:pt x="1706" y="833"/>
                      </a:cubicBezTo>
                      <a:cubicBezTo>
                        <a:pt x="1902" y="726"/>
                        <a:pt x="2115" y="675"/>
                        <a:pt x="2326" y="675"/>
                      </a:cubicBezTo>
                      <a:close/>
                      <a:moveTo>
                        <a:pt x="2277" y="0"/>
                      </a:moveTo>
                      <a:cubicBezTo>
                        <a:pt x="1975" y="0"/>
                        <a:pt x="1669" y="68"/>
                        <a:pt x="1380" y="210"/>
                      </a:cubicBezTo>
                      <a:cubicBezTo>
                        <a:pt x="411" y="712"/>
                        <a:pt x="1" y="1950"/>
                        <a:pt x="531" y="2955"/>
                      </a:cubicBezTo>
                      <a:cubicBezTo>
                        <a:pt x="883" y="3668"/>
                        <a:pt x="1609" y="4082"/>
                        <a:pt x="2350" y="4082"/>
                      </a:cubicBezTo>
                      <a:cubicBezTo>
                        <a:pt x="2653" y="4082"/>
                        <a:pt x="2958" y="4013"/>
                        <a:pt x="3241" y="3868"/>
                      </a:cubicBezTo>
                      <a:cubicBezTo>
                        <a:pt x="4245" y="3365"/>
                        <a:pt x="4627" y="2127"/>
                        <a:pt x="4125" y="1130"/>
                      </a:cubicBezTo>
                      <a:cubicBezTo>
                        <a:pt x="3747" y="414"/>
                        <a:pt x="3025" y="0"/>
                        <a:pt x="227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2" name="Google Shape;1222;p43"/>
                <p:cNvSpPr/>
                <p:nvPr/>
              </p:nvSpPr>
              <p:spPr>
                <a:xfrm>
                  <a:off x="2748555" y="2076121"/>
                  <a:ext cx="113719" cy="11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1" h="3305" extrusionOk="0">
                      <a:moveTo>
                        <a:pt x="1656" y="65"/>
                      </a:moveTo>
                      <a:cubicBezTo>
                        <a:pt x="2243" y="65"/>
                        <a:pt x="2802" y="418"/>
                        <a:pt x="3071" y="949"/>
                      </a:cubicBezTo>
                      <a:cubicBezTo>
                        <a:pt x="3276" y="1331"/>
                        <a:pt x="3304" y="1770"/>
                        <a:pt x="3156" y="2159"/>
                      </a:cubicBezTo>
                      <a:cubicBezTo>
                        <a:pt x="3036" y="2569"/>
                        <a:pt x="2774" y="2894"/>
                        <a:pt x="2392" y="3071"/>
                      </a:cubicBezTo>
                      <a:cubicBezTo>
                        <a:pt x="2187" y="3184"/>
                        <a:pt x="1946" y="3248"/>
                        <a:pt x="1713" y="3248"/>
                      </a:cubicBezTo>
                      <a:cubicBezTo>
                        <a:pt x="1090" y="3248"/>
                        <a:pt x="559" y="2894"/>
                        <a:pt x="269" y="2364"/>
                      </a:cubicBezTo>
                      <a:cubicBezTo>
                        <a:pt x="93" y="1982"/>
                        <a:pt x="64" y="1536"/>
                        <a:pt x="177" y="1154"/>
                      </a:cubicBezTo>
                      <a:cubicBezTo>
                        <a:pt x="298" y="744"/>
                        <a:pt x="595" y="418"/>
                        <a:pt x="949" y="242"/>
                      </a:cubicBezTo>
                      <a:cubicBezTo>
                        <a:pt x="1182" y="121"/>
                        <a:pt x="1415" y="65"/>
                        <a:pt x="1656" y="65"/>
                      </a:cubicBezTo>
                      <a:close/>
                      <a:moveTo>
                        <a:pt x="1656" y="1"/>
                      </a:moveTo>
                      <a:cubicBezTo>
                        <a:pt x="1387" y="1"/>
                        <a:pt x="1154" y="65"/>
                        <a:pt x="913" y="178"/>
                      </a:cubicBezTo>
                      <a:cubicBezTo>
                        <a:pt x="531" y="390"/>
                        <a:pt x="269" y="708"/>
                        <a:pt x="121" y="1126"/>
                      </a:cubicBezTo>
                      <a:cubicBezTo>
                        <a:pt x="1" y="1536"/>
                        <a:pt x="29" y="2010"/>
                        <a:pt x="241" y="2392"/>
                      </a:cubicBezTo>
                      <a:cubicBezTo>
                        <a:pt x="503" y="2951"/>
                        <a:pt x="1062" y="3305"/>
                        <a:pt x="1713" y="3305"/>
                      </a:cubicBezTo>
                      <a:cubicBezTo>
                        <a:pt x="1946" y="3305"/>
                        <a:pt x="2187" y="3248"/>
                        <a:pt x="2420" y="3128"/>
                      </a:cubicBezTo>
                      <a:cubicBezTo>
                        <a:pt x="2802" y="2923"/>
                        <a:pt x="3099" y="2597"/>
                        <a:pt x="3212" y="2187"/>
                      </a:cubicBezTo>
                      <a:cubicBezTo>
                        <a:pt x="3361" y="1770"/>
                        <a:pt x="3333" y="1331"/>
                        <a:pt x="3127" y="921"/>
                      </a:cubicBezTo>
                      <a:cubicBezTo>
                        <a:pt x="2830" y="355"/>
                        <a:pt x="2271" y="1"/>
                        <a:pt x="165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23" name="Google Shape;1223;p43"/>
              <p:cNvSpPr/>
              <p:nvPr/>
            </p:nvSpPr>
            <p:spPr>
              <a:xfrm>
                <a:off x="4145832" y="2621269"/>
                <a:ext cx="174792" cy="149923"/>
              </a:xfrm>
              <a:custGeom>
                <a:avLst/>
                <a:gdLst/>
                <a:ahLst/>
                <a:cxnLst/>
                <a:rect l="l" t="t" r="r" b="b"/>
                <a:pathLst>
                  <a:path w="5166" h="4431" extrusionOk="0">
                    <a:moveTo>
                      <a:pt x="3247" y="0"/>
                    </a:moveTo>
                    <a:cubicBezTo>
                      <a:pt x="2927" y="0"/>
                      <a:pt x="2637" y="146"/>
                      <a:pt x="2449" y="393"/>
                    </a:cubicBezTo>
                    <a:cubicBezTo>
                      <a:pt x="2300" y="301"/>
                      <a:pt x="2123" y="244"/>
                      <a:pt x="1946" y="216"/>
                    </a:cubicBezTo>
                    <a:cubicBezTo>
                      <a:pt x="1926" y="215"/>
                      <a:pt x="1907" y="214"/>
                      <a:pt x="1887" y="214"/>
                    </a:cubicBezTo>
                    <a:cubicBezTo>
                      <a:pt x="1382" y="214"/>
                      <a:pt x="950" y="646"/>
                      <a:pt x="977" y="1157"/>
                    </a:cubicBezTo>
                    <a:cubicBezTo>
                      <a:pt x="447" y="1157"/>
                      <a:pt x="1" y="1688"/>
                      <a:pt x="241" y="2246"/>
                    </a:cubicBezTo>
                    <a:cubicBezTo>
                      <a:pt x="298" y="2423"/>
                      <a:pt x="418" y="2572"/>
                      <a:pt x="567" y="2628"/>
                    </a:cubicBezTo>
                    <a:cubicBezTo>
                      <a:pt x="704" y="2699"/>
                      <a:pt x="837" y="2729"/>
                      <a:pt x="963" y="2729"/>
                    </a:cubicBezTo>
                    <a:cubicBezTo>
                      <a:pt x="1104" y="2729"/>
                      <a:pt x="1236" y="2692"/>
                      <a:pt x="1359" y="2628"/>
                    </a:cubicBezTo>
                    <a:cubicBezTo>
                      <a:pt x="1387" y="3010"/>
                      <a:pt x="1685" y="3308"/>
                      <a:pt x="2095" y="3336"/>
                    </a:cubicBezTo>
                    <a:cubicBezTo>
                      <a:pt x="2243" y="3336"/>
                      <a:pt x="2364" y="3308"/>
                      <a:pt x="2477" y="3251"/>
                    </a:cubicBezTo>
                    <a:cubicBezTo>
                      <a:pt x="2505" y="3573"/>
                      <a:pt x="2747" y="3809"/>
                      <a:pt x="3062" y="3809"/>
                    </a:cubicBezTo>
                    <a:cubicBezTo>
                      <a:pt x="3148" y="3809"/>
                      <a:pt x="3239" y="3791"/>
                      <a:pt x="3333" y="3753"/>
                    </a:cubicBezTo>
                    <a:lnTo>
                      <a:pt x="3807" y="4397"/>
                    </a:lnTo>
                    <a:cubicBezTo>
                      <a:pt x="3818" y="4421"/>
                      <a:pt x="3832" y="4431"/>
                      <a:pt x="3846" y="4431"/>
                    </a:cubicBezTo>
                    <a:cubicBezTo>
                      <a:pt x="3870" y="4431"/>
                      <a:pt x="3892" y="4404"/>
                      <a:pt x="3892" y="4369"/>
                    </a:cubicBezTo>
                    <a:lnTo>
                      <a:pt x="3892" y="3484"/>
                    </a:lnTo>
                    <a:cubicBezTo>
                      <a:pt x="3971" y="3510"/>
                      <a:pt x="4051" y="3524"/>
                      <a:pt x="4130" y="3524"/>
                    </a:cubicBezTo>
                    <a:cubicBezTo>
                      <a:pt x="4228" y="3524"/>
                      <a:pt x="4325" y="3503"/>
                      <a:pt x="4422" y="3456"/>
                    </a:cubicBezTo>
                    <a:cubicBezTo>
                      <a:pt x="4543" y="3428"/>
                      <a:pt x="4635" y="3336"/>
                      <a:pt x="4691" y="3223"/>
                    </a:cubicBezTo>
                    <a:cubicBezTo>
                      <a:pt x="4776" y="3046"/>
                      <a:pt x="4811" y="2834"/>
                      <a:pt x="4748" y="2692"/>
                    </a:cubicBezTo>
                    <a:cubicBezTo>
                      <a:pt x="4953" y="2480"/>
                      <a:pt x="5101" y="2218"/>
                      <a:pt x="5130" y="1893"/>
                    </a:cubicBezTo>
                    <a:cubicBezTo>
                      <a:pt x="5165" y="1390"/>
                      <a:pt x="4811" y="952"/>
                      <a:pt x="4337" y="803"/>
                    </a:cubicBezTo>
                    <a:cubicBezTo>
                      <a:pt x="4281" y="358"/>
                      <a:pt x="3807" y="39"/>
                      <a:pt x="3333" y="4"/>
                    </a:cubicBezTo>
                    <a:cubicBezTo>
                      <a:pt x="3304" y="2"/>
                      <a:pt x="3276" y="0"/>
                      <a:pt x="32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3"/>
              <p:cNvSpPr/>
              <p:nvPr/>
            </p:nvSpPr>
            <p:spPr>
              <a:xfrm>
                <a:off x="4285642" y="2696317"/>
                <a:ext cx="20842" cy="16072"/>
              </a:xfrm>
              <a:custGeom>
                <a:avLst/>
                <a:gdLst/>
                <a:ahLst/>
                <a:cxnLst/>
                <a:rect l="l" t="t" r="r" b="b"/>
                <a:pathLst>
                  <a:path w="616" h="475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cubicBezTo>
                      <a:pt x="262" y="85"/>
                      <a:pt x="467" y="234"/>
                      <a:pt x="559" y="439"/>
                    </a:cubicBezTo>
                    <a:lnTo>
                      <a:pt x="587" y="474"/>
                    </a:lnTo>
                    <a:lnTo>
                      <a:pt x="616" y="474"/>
                    </a:lnTo>
                    <a:lnTo>
                      <a:pt x="616" y="410"/>
                    </a:lnTo>
                    <a:cubicBezTo>
                      <a:pt x="531" y="177"/>
                      <a:pt x="290" y="28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3"/>
              <p:cNvSpPr/>
              <p:nvPr/>
            </p:nvSpPr>
            <p:spPr>
              <a:xfrm>
                <a:off x="4190834" y="2681226"/>
                <a:ext cx="29978" cy="27068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00" extrusionOk="0">
                    <a:moveTo>
                      <a:pt x="857" y="0"/>
                    </a:moveTo>
                    <a:cubicBezTo>
                      <a:pt x="411" y="0"/>
                      <a:pt x="29" y="326"/>
                      <a:pt x="1" y="772"/>
                    </a:cubicBezTo>
                    <a:cubicBezTo>
                      <a:pt x="1" y="800"/>
                      <a:pt x="1" y="800"/>
                      <a:pt x="29" y="800"/>
                    </a:cubicBezTo>
                    <a:lnTo>
                      <a:pt x="57" y="800"/>
                    </a:lnTo>
                    <a:cubicBezTo>
                      <a:pt x="86" y="354"/>
                      <a:pt x="439" y="64"/>
                      <a:pt x="857" y="64"/>
                    </a:cubicBezTo>
                    <a:cubicBezTo>
                      <a:pt x="857" y="64"/>
                      <a:pt x="885" y="64"/>
                      <a:pt x="885" y="36"/>
                    </a:cubicBez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3"/>
              <p:cNvSpPr/>
              <p:nvPr/>
            </p:nvSpPr>
            <p:spPr>
              <a:xfrm>
                <a:off x="4174796" y="2659436"/>
                <a:ext cx="18000" cy="6023"/>
              </a:xfrm>
              <a:custGeom>
                <a:avLst/>
                <a:gdLst/>
                <a:ahLst/>
                <a:cxnLst/>
                <a:rect l="l" t="t" r="r" b="b"/>
                <a:pathLst>
                  <a:path w="532" h="178" extrusionOk="0">
                    <a:moveTo>
                      <a:pt x="29" y="1"/>
                    </a:moveTo>
                    <a:cubicBezTo>
                      <a:pt x="29" y="29"/>
                      <a:pt x="1" y="29"/>
                      <a:pt x="1" y="57"/>
                    </a:cubicBezTo>
                    <a:lnTo>
                      <a:pt x="65" y="57"/>
                    </a:lnTo>
                    <a:cubicBezTo>
                      <a:pt x="206" y="57"/>
                      <a:pt x="355" y="86"/>
                      <a:pt x="475" y="177"/>
                    </a:cubicBezTo>
                    <a:lnTo>
                      <a:pt x="503" y="177"/>
                    </a:lnTo>
                    <a:cubicBezTo>
                      <a:pt x="531" y="149"/>
                      <a:pt x="531" y="114"/>
                      <a:pt x="503" y="114"/>
                    </a:cubicBezTo>
                    <a:cubicBezTo>
                      <a:pt x="355" y="29"/>
                      <a:pt x="206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3"/>
              <p:cNvSpPr/>
              <p:nvPr/>
            </p:nvSpPr>
            <p:spPr>
              <a:xfrm>
                <a:off x="4205688" y="2639337"/>
                <a:ext cx="22060" cy="2395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708" extrusionOk="0">
                    <a:moveTo>
                      <a:pt x="36" y="0"/>
                    </a:moveTo>
                    <a:cubicBezTo>
                      <a:pt x="0" y="0"/>
                      <a:pt x="0" y="36"/>
                      <a:pt x="0" y="36"/>
                    </a:cubicBezTo>
                    <a:lnTo>
                      <a:pt x="0" y="64"/>
                    </a:lnTo>
                    <a:cubicBezTo>
                      <a:pt x="354" y="92"/>
                      <a:pt x="595" y="354"/>
                      <a:pt x="595" y="680"/>
                    </a:cubicBezTo>
                    <a:cubicBezTo>
                      <a:pt x="595" y="708"/>
                      <a:pt x="595" y="708"/>
                      <a:pt x="623" y="708"/>
                    </a:cubicBezTo>
                    <a:cubicBezTo>
                      <a:pt x="623" y="708"/>
                      <a:pt x="651" y="708"/>
                      <a:pt x="651" y="680"/>
                    </a:cubicBezTo>
                    <a:cubicBezTo>
                      <a:pt x="651" y="326"/>
                      <a:pt x="390" y="36"/>
                      <a:pt x="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3"/>
              <p:cNvSpPr/>
              <p:nvPr/>
            </p:nvSpPr>
            <p:spPr>
              <a:xfrm>
                <a:off x="4203759" y="2703253"/>
                <a:ext cx="22060" cy="1894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560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29"/>
                    </a:cubicBezTo>
                    <a:cubicBezTo>
                      <a:pt x="1" y="177"/>
                      <a:pt x="93" y="326"/>
                      <a:pt x="206" y="446"/>
                    </a:cubicBezTo>
                    <a:cubicBezTo>
                      <a:pt x="298" y="531"/>
                      <a:pt x="447" y="559"/>
                      <a:pt x="560" y="559"/>
                    </a:cubicBezTo>
                    <a:lnTo>
                      <a:pt x="623" y="559"/>
                    </a:lnTo>
                    <a:cubicBezTo>
                      <a:pt x="652" y="559"/>
                      <a:pt x="652" y="559"/>
                      <a:pt x="652" y="531"/>
                    </a:cubicBezTo>
                    <a:cubicBezTo>
                      <a:pt x="652" y="503"/>
                      <a:pt x="652" y="503"/>
                      <a:pt x="623" y="503"/>
                    </a:cubicBezTo>
                    <a:cubicBezTo>
                      <a:pt x="597" y="508"/>
                      <a:pt x="572" y="510"/>
                      <a:pt x="548" y="510"/>
                    </a:cubicBezTo>
                    <a:cubicBezTo>
                      <a:pt x="433" y="510"/>
                      <a:pt x="333" y="458"/>
                      <a:pt x="234" y="382"/>
                    </a:cubicBezTo>
                    <a:cubicBezTo>
                      <a:pt x="121" y="297"/>
                      <a:pt x="57" y="177"/>
                      <a:pt x="57" y="29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3"/>
              <p:cNvSpPr/>
              <p:nvPr/>
            </p:nvSpPr>
            <p:spPr>
              <a:xfrm>
                <a:off x="4161870" y="2671413"/>
                <a:ext cx="15124" cy="23955"/>
              </a:xfrm>
              <a:custGeom>
                <a:avLst/>
                <a:gdLst/>
                <a:ahLst/>
                <a:cxnLst/>
                <a:rect l="l" t="t" r="r" b="b"/>
                <a:pathLst>
                  <a:path w="447" h="708" extrusionOk="0">
                    <a:moveTo>
                      <a:pt x="411" y="0"/>
                    </a:moveTo>
                    <a:cubicBezTo>
                      <a:pt x="149" y="85"/>
                      <a:pt x="1" y="382"/>
                      <a:pt x="93" y="679"/>
                    </a:cubicBezTo>
                    <a:cubicBezTo>
                      <a:pt x="93" y="679"/>
                      <a:pt x="93" y="708"/>
                      <a:pt x="121" y="708"/>
                    </a:cubicBezTo>
                    <a:lnTo>
                      <a:pt x="121" y="679"/>
                    </a:lnTo>
                    <a:cubicBezTo>
                      <a:pt x="149" y="679"/>
                      <a:pt x="149" y="679"/>
                      <a:pt x="149" y="644"/>
                    </a:cubicBezTo>
                    <a:cubicBezTo>
                      <a:pt x="57" y="411"/>
                      <a:pt x="178" y="149"/>
                      <a:pt x="447" y="57"/>
                    </a:cubicBezTo>
                    <a:lnTo>
                      <a:pt x="447" y="29"/>
                    </a:lnTo>
                    <a:cubicBezTo>
                      <a:pt x="447" y="0"/>
                      <a:pt x="447" y="0"/>
                      <a:pt x="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3"/>
              <p:cNvSpPr/>
              <p:nvPr/>
            </p:nvSpPr>
            <p:spPr>
              <a:xfrm>
                <a:off x="4277488" y="2717126"/>
                <a:ext cx="18000" cy="11030"/>
              </a:xfrm>
              <a:custGeom>
                <a:avLst/>
                <a:gdLst/>
                <a:ahLst/>
                <a:cxnLst/>
                <a:rect l="l" t="t" r="r" b="b"/>
                <a:pathLst>
                  <a:path w="532" h="326" extrusionOk="0">
                    <a:moveTo>
                      <a:pt x="531" y="1"/>
                    </a:moveTo>
                    <a:cubicBezTo>
                      <a:pt x="503" y="1"/>
                      <a:pt x="503" y="36"/>
                      <a:pt x="475" y="36"/>
                    </a:cubicBezTo>
                    <a:cubicBezTo>
                      <a:pt x="428" y="182"/>
                      <a:pt x="300" y="284"/>
                      <a:pt x="142" y="284"/>
                    </a:cubicBezTo>
                    <a:cubicBezTo>
                      <a:pt x="108" y="284"/>
                      <a:pt x="72" y="279"/>
                      <a:pt x="36" y="269"/>
                    </a:cubicBezTo>
                    <a:lnTo>
                      <a:pt x="1" y="269"/>
                    </a:lnTo>
                    <a:cubicBezTo>
                      <a:pt x="1" y="298"/>
                      <a:pt x="1" y="298"/>
                      <a:pt x="36" y="326"/>
                    </a:cubicBezTo>
                    <a:lnTo>
                      <a:pt x="149" y="326"/>
                    </a:lnTo>
                    <a:cubicBezTo>
                      <a:pt x="326" y="326"/>
                      <a:pt x="475" y="241"/>
                      <a:pt x="531" y="64"/>
                    </a:cubicBezTo>
                    <a:lnTo>
                      <a:pt x="5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3"/>
              <p:cNvSpPr/>
              <p:nvPr/>
            </p:nvSpPr>
            <p:spPr>
              <a:xfrm>
                <a:off x="4262667" y="2646646"/>
                <a:ext cx="29944" cy="7816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31" extrusionOk="0">
                    <a:moveTo>
                      <a:pt x="631" y="1"/>
                    </a:moveTo>
                    <a:cubicBezTo>
                      <a:pt x="412" y="1"/>
                      <a:pt x="203" y="70"/>
                      <a:pt x="28" y="202"/>
                    </a:cubicBezTo>
                    <a:cubicBezTo>
                      <a:pt x="0" y="202"/>
                      <a:pt x="0" y="202"/>
                      <a:pt x="28" y="230"/>
                    </a:cubicBezTo>
                    <a:lnTo>
                      <a:pt x="57" y="230"/>
                    </a:lnTo>
                    <a:cubicBezTo>
                      <a:pt x="236" y="120"/>
                      <a:pt x="426" y="60"/>
                      <a:pt x="635" y="60"/>
                    </a:cubicBezTo>
                    <a:cubicBezTo>
                      <a:pt x="706" y="60"/>
                      <a:pt x="780" y="67"/>
                      <a:pt x="856" y="82"/>
                    </a:cubicBezTo>
                    <a:cubicBezTo>
                      <a:pt x="856" y="82"/>
                      <a:pt x="884" y="82"/>
                      <a:pt x="884" y="53"/>
                    </a:cubicBezTo>
                    <a:cubicBezTo>
                      <a:pt x="884" y="53"/>
                      <a:pt x="884" y="25"/>
                      <a:pt x="856" y="25"/>
                    </a:cubicBezTo>
                    <a:cubicBezTo>
                      <a:pt x="781" y="9"/>
                      <a:pt x="705" y="1"/>
                      <a:pt x="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3"/>
              <p:cNvSpPr/>
              <p:nvPr/>
            </p:nvSpPr>
            <p:spPr>
              <a:xfrm>
                <a:off x="4296639" y="2663563"/>
                <a:ext cx="10827" cy="1888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558" extrusionOk="0">
                    <a:moveTo>
                      <a:pt x="29" y="1"/>
                    </a:moveTo>
                    <a:cubicBezTo>
                      <a:pt x="22" y="1"/>
                      <a:pt x="15" y="10"/>
                      <a:pt x="1" y="27"/>
                    </a:cubicBezTo>
                    <a:cubicBezTo>
                      <a:pt x="1" y="27"/>
                      <a:pt x="1" y="55"/>
                      <a:pt x="29" y="55"/>
                    </a:cubicBezTo>
                    <a:cubicBezTo>
                      <a:pt x="178" y="169"/>
                      <a:pt x="262" y="346"/>
                      <a:pt x="262" y="558"/>
                    </a:cubicBezTo>
                    <a:lnTo>
                      <a:pt x="291" y="558"/>
                    </a:lnTo>
                    <a:cubicBezTo>
                      <a:pt x="291" y="558"/>
                      <a:pt x="319" y="558"/>
                      <a:pt x="319" y="522"/>
                    </a:cubicBezTo>
                    <a:cubicBezTo>
                      <a:pt x="319" y="317"/>
                      <a:pt x="206" y="140"/>
                      <a:pt x="57" y="27"/>
                    </a:cubicBezTo>
                    <a:cubicBezTo>
                      <a:pt x="43" y="10"/>
                      <a:pt x="36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3"/>
              <p:cNvSpPr/>
              <p:nvPr/>
            </p:nvSpPr>
            <p:spPr>
              <a:xfrm>
                <a:off x="4239659" y="2671853"/>
                <a:ext cx="23042" cy="28557"/>
              </a:xfrm>
              <a:custGeom>
                <a:avLst/>
                <a:gdLst/>
                <a:ahLst/>
                <a:cxnLst/>
                <a:rect l="l" t="t" r="r" b="b"/>
                <a:pathLst>
                  <a:path w="681" h="844" extrusionOk="0">
                    <a:moveTo>
                      <a:pt x="142" y="1"/>
                    </a:moveTo>
                    <a:cubicBezTo>
                      <a:pt x="104" y="1"/>
                      <a:pt x="66" y="6"/>
                      <a:pt x="29" y="16"/>
                    </a:cubicBezTo>
                    <a:cubicBezTo>
                      <a:pt x="1" y="16"/>
                      <a:pt x="1" y="16"/>
                      <a:pt x="1" y="44"/>
                    </a:cubicBezTo>
                    <a:lnTo>
                      <a:pt x="29" y="72"/>
                    </a:lnTo>
                    <a:cubicBezTo>
                      <a:pt x="72" y="61"/>
                      <a:pt x="113" y="55"/>
                      <a:pt x="153" y="55"/>
                    </a:cubicBezTo>
                    <a:cubicBezTo>
                      <a:pt x="305" y="55"/>
                      <a:pt x="436" y="137"/>
                      <a:pt x="532" y="277"/>
                    </a:cubicBezTo>
                    <a:cubicBezTo>
                      <a:pt x="624" y="426"/>
                      <a:pt x="624" y="631"/>
                      <a:pt x="503" y="780"/>
                    </a:cubicBezTo>
                    <a:cubicBezTo>
                      <a:pt x="475" y="808"/>
                      <a:pt x="475" y="808"/>
                      <a:pt x="503" y="843"/>
                    </a:cubicBezTo>
                    <a:lnTo>
                      <a:pt x="532" y="843"/>
                    </a:lnTo>
                    <a:lnTo>
                      <a:pt x="532" y="808"/>
                    </a:lnTo>
                    <a:cubicBezTo>
                      <a:pt x="680" y="666"/>
                      <a:pt x="680" y="398"/>
                      <a:pt x="560" y="221"/>
                    </a:cubicBezTo>
                    <a:cubicBezTo>
                      <a:pt x="490" y="99"/>
                      <a:pt x="316" y="1"/>
                      <a:pt x="1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3"/>
              <p:cNvSpPr/>
              <p:nvPr/>
            </p:nvSpPr>
            <p:spPr>
              <a:xfrm>
                <a:off x="4234651" y="2704200"/>
                <a:ext cx="6970" cy="17019"/>
              </a:xfrm>
              <a:custGeom>
                <a:avLst/>
                <a:gdLst/>
                <a:ahLst/>
                <a:cxnLst/>
                <a:rect l="l" t="t" r="r" b="b"/>
                <a:pathLst>
                  <a:path w="206" h="503" extrusionOk="0">
                    <a:moveTo>
                      <a:pt x="92" y="1"/>
                    </a:moveTo>
                    <a:cubicBezTo>
                      <a:pt x="29" y="64"/>
                      <a:pt x="0" y="177"/>
                      <a:pt x="0" y="269"/>
                    </a:cubicBezTo>
                    <a:cubicBezTo>
                      <a:pt x="29" y="383"/>
                      <a:pt x="92" y="475"/>
                      <a:pt x="177" y="503"/>
                    </a:cubicBezTo>
                    <a:lnTo>
                      <a:pt x="206" y="503"/>
                    </a:lnTo>
                    <a:lnTo>
                      <a:pt x="206" y="446"/>
                    </a:lnTo>
                    <a:cubicBezTo>
                      <a:pt x="121" y="418"/>
                      <a:pt x="64" y="354"/>
                      <a:pt x="64" y="269"/>
                    </a:cubicBezTo>
                    <a:cubicBezTo>
                      <a:pt x="64" y="177"/>
                      <a:pt x="92" y="93"/>
                      <a:pt x="149" y="29"/>
                    </a:cubicBez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35" name="Google Shape;1235;p43"/>
              <p:cNvGrpSpPr/>
              <p:nvPr/>
            </p:nvGrpSpPr>
            <p:grpSpPr>
              <a:xfrm>
                <a:off x="3427734" y="2323833"/>
                <a:ext cx="175743" cy="194657"/>
                <a:chOff x="3306034" y="1949508"/>
                <a:chExt cx="175743" cy="194657"/>
              </a:xfrm>
            </p:grpSpPr>
            <p:sp>
              <p:nvSpPr>
                <p:cNvPr id="1236" name="Google Shape;1236;p43"/>
                <p:cNvSpPr/>
                <p:nvPr/>
              </p:nvSpPr>
              <p:spPr>
                <a:xfrm>
                  <a:off x="3335979" y="1979047"/>
                  <a:ext cx="113719" cy="156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1" h="4639" extrusionOk="0">
                      <a:moveTo>
                        <a:pt x="1704" y="1"/>
                      </a:moveTo>
                      <a:cubicBezTo>
                        <a:pt x="1639" y="1"/>
                        <a:pt x="1573" y="4"/>
                        <a:pt x="1507" y="12"/>
                      </a:cubicBezTo>
                      <a:cubicBezTo>
                        <a:pt x="708" y="104"/>
                        <a:pt x="92" y="748"/>
                        <a:pt x="35" y="1575"/>
                      </a:cubicBezTo>
                      <a:cubicBezTo>
                        <a:pt x="0" y="2134"/>
                        <a:pt x="269" y="2608"/>
                        <a:pt x="651" y="2934"/>
                      </a:cubicBezTo>
                      <a:cubicBezTo>
                        <a:pt x="884" y="3139"/>
                        <a:pt x="1061" y="3436"/>
                        <a:pt x="1097" y="3754"/>
                      </a:cubicBezTo>
                      <a:lnTo>
                        <a:pt x="1181" y="4405"/>
                      </a:lnTo>
                      <a:cubicBezTo>
                        <a:pt x="1181" y="4525"/>
                        <a:pt x="1302" y="4639"/>
                        <a:pt x="1450" y="4639"/>
                      </a:cubicBezTo>
                      <a:lnTo>
                        <a:pt x="1981" y="4639"/>
                      </a:lnTo>
                      <a:cubicBezTo>
                        <a:pt x="2122" y="4639"/>
                        <a:pt x="2243" y="4525"/>
                        <a:pt x="2243" y="4377"/>
                      </a:cubicBezTo>
                      <a:lnTo>
                        <a:pt x="2335" y="3754"/>
                      </a:lnTo>
                      <a:cubicBezTo>
                        <a:pt x="2363" y="3436"/>
                        <a:pt x="2511" y="3139"/>
                        <a:pt x="2745" y="2934"/>
                      </a:cubicBezTo>
                      <a:cubicBezTo>
                        <a:pt x="3127" y="2637"/>
                        <a:pt x="3360" y="2163"/>
                        <a:pt x="3360" y="1667"/>
                      </a:cubicBezTo>
                      <a:cubicBezTo>
                        <a:pt x="3334" y="729"/>
                        <a:pt x="2617" y="1"/>
                        <a:pt x="17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43"/>
                <p:cNvSpPr/>
                <p:nvPr/>
              </p:nvSpPr>
              <p:spPr>
                <a:xfrm>
                  <a:off x="3371879" y="2112055"/>
                  <a:ext cx="44053" cy="32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2" h="949" extrusionOk="0">
                      <a:moveTo>
                        <a:pt x="0" y="0"/>
                      </a:moveTo>
                      <a:lnTo>
                        <a:pt x="0" y="297"/>
                      </a:lnTo>
                      <a:cubicBezTo>
                        <a:pt x="0" y="651"/>
                        <a:pt x="297" y="948"/>
                        <a:pt x="651" y="948"/>
                      </a:cubicBezTo>
                      <a:cubicBezTo>
                        <a:pt x="1005" y="920"/>
                        <a:pt x="1302" y="651"/>
                        <a:pt x="1302" y="269"/>
                      </a:cubicBezTo>
                      <a:lnTo>
                        <a:pt x="13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43"/>
                <p:cNvSpPr/>
                <p:nvPr/>
              </p:nvSpPr>
              <p:spPr>
                <a:xfrm>
                  <a:off x="3363014" y="2022762"/>
                  <a:ext cx="58907" cy="95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1" h="2816" extrusionOk="0">
                      <a:moveTo>
                        <a:pt x="1210" y="163"/>
                      </a:moveTo>
                      <a:cubicBezTo>
                        <a:pt x="1238" y="198"/>
                        <a:pt x="1267" y="255"/>
                        <a:pt x="1267" y="283"/>
                      </a:cubicBezTo>
                      <a:cubicBezTo>
                        <a:pt x="1295" y="375"/>
                        <a:pt x="1295" y="432"/>
                        <a:pt x="1295" y="489"/>
                      </a:cubicBezTo>
                      <a:cubicBezTo>
                        <a:pt x="1267" y="552"/>
                        <a:pt x="1238" y="581"/>
                        <a:pt x="1182" y="581"/>
                      </a:cubicBezTo>
                      <a:cubicBezTo>
                        <a:pt x="1118" y="581"/>
                        <a:pt x="1090" y="552"/>
                        <a:pt x="1090" y="489"/>
                      </a:cubicBezTo>
                      <a:cubicBezTo>
                        <a:pt x="1062" y="460"/>
                        <a:pt x="1062" y="404"/>
                        <a:pt x="1090" y="340"/>
                      </a:cubicBezTo>
                      <a:cubicBezTo>
                        <a:pt x="1118" y="283"/>
                        <a:pt x="1147" y="227"/>
                        <a:pt x="1210" y="163"/>
                      </a:cubicBezTo>
                      <a:close/>
                      <a:moveTo>
                        <a:pt x="616" y="227"/>
                      </a:moveTo>
                      <a:cubicBezTo>
                        <a:pt x="680" y="255"/>
                        <a:pt x="708" y="340"/>
                        <a:pt x="736" y="404"/>
                      </a:cubicBezTo>
                      <a:cubicBezTo>
                        <a:pt x="736" y="489"/>
                        <a:pt x="736" y="552"/>
                        <a:pt x="680" y="609"/>
                      </a:cubicBezTo>
                      <a:cubicBezTo>
                        <a:pt x="663" y="642"/>
                        <a:pt x="625" y="656"/>
                        <a:pt x="584" y="656"/>
                      </a:cubicBezTo>
                      <a:cubicBezTo>
                        <a:pt x="556" y="656"/>
                        <a:pt x="526" y="649"/>
                        <a:pt x="503" y="637"/>
                      </a:cubicBezTo>
                      <a:cubicBezTo>
                        <a:pt x="474" y="609"/>
                        <a:pt x="474" y="581"/>
                        <a:pt x="439" y="517"/>
                      </a:cubicBezTo>
                      <a:cubicBezTo>
                        <a:pt x="439" y="432"/>
                        <a:pt x="503" y="283"/>
                        <a:pt x="616" y="227"/>
                      </a:cubicBezTo>
                      <a:close/>
                      <a:moveTo>
                        <a:pt x="995" y="0"/>
                      </a:moveTo>
                      <a:cubicBezTo>
                        <a:pt x="861" y="0"/>
                        <a:pt x="730" y="70"/>
                        <a:pt x="616" y="135"/>
                      </a:cubicBezTo>
                      <a:cubicBezTo>
                        <a:pt x="559" y="107"/>
                        <a:pt x="531" y="107"/>
                        <a:pt x="474" y="78"/>
                      </a:cubicBezTo>
                      <a:cubicBezTo>
                        <a:pt x="326" y="78"/>
                        <a:pt x="206" y="107"/>
                        <a:pt x="149" y="163"/>
                      </a:cubicBezTo>
                      <a:cubicBezTo>
                        <a:pt x="0" y="340"/>
                        <a:pt x="121" y="729"/>
                        <a:pt x="206" y="991"/>
                      </a:cubicBezTo>
                      <a:cubicBezTo>
                        <a:pt x="234" y="1047"/>
                        <a:pt x="262" y="1111"/>
                        <a:pt x="262" y="1168"/>
                      </a:cubicBezTo>
                      <a:cubicBezTo>
                        <a:pt x="382" y="1642"/>
                        <a:pt x="503" y="2109"/>
                        <a:pt x="588" y="2583"/>
                      </a:cubicBezTo>
                      <a:lnTo>
                        <a:pt x="616" y="2788"/>
                      </a:lnTo>
                      <a:cubicBezTo>
                        <a:pt x="651" y="2788"/>
                        <a:pt x="651" y="2816"/>
                        <a:pt x="651" y="2816"/>
                      </a:cubicBezTo>
                      <a:lnTo>
                        <a:pt x="680" y="2816"/>
                      </a:lnTo>
                      <a:cubicBezTo>
                        <a:pt x="680" y="2788"/>
                        <a:pt x="708" y="2788"/>
                        <a:pt x="680" y="2759"/>
                      </a:cubicBezTo>
                      <a:lnTo>
                        <a:pt x="651" y="2583"/>
                      </a:lnTo>
                      <a:cubicBezTo>
                        <a:pt x="559" y="2109"/>
                        <a:pt x="439" y="1613"/>
                        <a:pt x="326" y="1139"/>
                      </a:cubicBezTo>
                      <a:cubicBezTo>
                        <a:pt x="326" y="1111"/>
                        <a:pt x="298" y="1047"/>
                        <a:pt x="262" y="963"/>
                      </a:cubicBezTo>
                      <a:cubicBezTo>
                        <a:pt x="177" y="729"/>
                        <a:pt x="57" y="340"/>
                        <a:pt x="177" y="198"/>
                      </a:cubicBezTo>
                      <a:cubicBezTo>
                        <a:pt x="234" y="135"/>
                        <a:pt x="326" y="135"/>
                        <a:pt x="474" y="135"/>
                      </a:cubicBezTo>
                      <a:cubicBezTo>
                        <a:pt x="503" y="163"/>
                        <a:pt x="531" y="163"/>
                        <a:pt x="559" y="198"/>
                      </a:cubicBezTo>
                      <a:cubicBezTo>
                        <a:pt x="439" y="283"/>
                        <a:pt x="382" y="404"/>
                        <a:pt x="382" y="552"/>
                      </a:cubicBezTo>
                      <a:cubicBezTo>
                        <a:pt x="411" y="609"/>
                        <a:pt x="439" y="665"/>
                        <a:pt x="474" y="694"/>
                      </a:cubicBezTo>
                      <a:cubicBezTo>
                        <a:pt x="507" y="707"/>
                        <a:pt x="545" y="716"/>
                        <a:pt x="582" y="716"/>
                      </a:cubicBezTo>
                      <a:cubicBezTo>
                        <a:pt x="642" y="716"/>
                        <a:pt x="701" y="694"/>
                        <a:pt x="736" y="637"/>
                      </a:cubicBezTo>
                      <a:cubicBezTo>
                        <a:pt x="793" y="581"/>
                        <a:pt x="793" y="489"/>
                        <a:pt x="793" y="404"/>
                      </a:cubicBezTo>
                      <a:cubicBezTo>
                        <a:pt x="765" y="312"/>
                        <a:pt x="736" y="255"/>
                        <a:pt x="651" y="198"/>
                      </a:cubicBezTo>
                      <a:cubicBezTo>
                        <a:pt x="761" y="127"/>
                        <a:pt x="875" y="60"/>
                        <a:pt x="990" y="60"/>
                      </a:cubicBezTo>
                      <a:cubicBezTo>
                        <a:pt x="1023" y="60"/>
                        <a:pt x="1057" y="66"/>
                        <a:pt x="1090" y="78"/>
                      </a:cubicBezTo>
                      <a:cubicBezTo>
                        <a:pt x="1118" y="78"/>
                        <a:pt x="1147" y="107"/>
                        <a:pt x="1147" y="135"/>
                      </a:cubicBezTo>
                      <a:cubicBezTo>
                        <a:pt x="1090" y="163"/>
                        <a:pt x="1062" y="255"/>
                        <a:pt x="1033" y="312"/>
                      </a:cubicBezTo>
                      <a:cubicBezTo>
                        <a:pt x="1005" y="404"/>
                        <a:pt x="1005" y="460"/>
                        <a:pt x="1033" y="517"/>
                      </a:cubicBezTo>
                      <a:cubicBezTo>
                        <a:pt x="1033" y="581"/>
                        <a:pt x="1090" y="637"/>
                        <a:pt x="1147" y="637"/>
                      </a:cubicBezTo>
                      <a:cubicBezTo>
                        <a:pt x="1159" y="641"/>
                        <a:pt x="1171" y="643"/>
                        <a:pt x="1183" y="643"/>
                      </a:cubicBezTo>
                      <a:cubicBezTo>
                        <a:pt x="1260" y="643"/>
                        <a:pt x="1328" y="568"/>
                        <a:pt x="1359" y="489"/>
                      </a:cubicBezTo>
                      <a:cubicBezTo>
                        <a:pt x="1387" y="432"/>
                        <a:pt x="1359" y="375"/>
                        <a:pt x="1323" y="283"/>
                      </a:cubicBezTo>
                      <a:cubicBezTo>
                        <a:pt x="1295" y="227"/>
                        <a:pt x="1267" y="163"/>
                        <a:pt x="1238" y="135"/>
                      </a:cubicBezTo>
                      <a:cubicBezTo>
                        <a:pt x="1267" y="107"/>
                        <a:pt x="1295" y="78"/>
                        <a:pt x="1323" y="78"/>
                      </a:cubicBezTo>
                      <a:cubicBezTo>
                        <a:pt x="1351" y="72"/>
                        <a:pt x="1381" y="68"/>
                        <a:pt x="1410" y="68"/>
                      </a:cubicBezTo>
                      <a:cubicBezTo>
                        <a:pt x="1506" y="68"/>
                        <a:pt x="1599" y="106"/>
                        <a:pt x="1621" y="198"/>
                      </a:cubicBezTo>
                      <a:cubicBezTo>
                        <a:pt x="1677" y="255"/>
                        <a:pt x="1649" y="340"/>
                        <a:pt x="1649" y="432"/>
                      </a:cubicBezTo>
                      <a:cubicBezTo>
                        <a:pt x="1621" y="665"/>
                        <a:pt x="1564" y="906"/>
                        <a:pt x="1500" y="1111"/>
                      </a:cubicBezTo>
                      <a:cubicBezTo>
                        <a:pt x="1472" y="1288"/>
                        <a:pt x="1415" y="1465"/>
                        <a:pt x="1387" y="1613"/>
                      </a:cubicBezTo>
                      <a:lnTo>
                        <a:pt x="1182" y="2731"/>
                      </a:lnTo>
                      <a:cubicBezTo>
                        <a:pt x="1182" y="2759"/>
                        <a:pt x="1210" y="2759"/>
                        <a:pt x="1210" y="2759"/>
                      </a:cubicBezTo>
                      <a:lnTo>
                        <a:pt x="1238" y="2759"/>
                      </a:lnTo>
                      <a:lnTo>
                        <a:pt x="1444" y="1642"/>
                      </a:lnTo>
                      <a:cubicBezTo>
                        <a:pt x="1472" y="1465"/>
                        <a:pt x="1536" y="1288"/>
                        <a:pt x="1564" y="1139"/>
                      </a:cubicBezTo>
                      <a:cubicBezTo>
                        <a:pt x="1621" y="906"/>
                        <a:pt x="1677" y="665"/>
                        <a:pt x="1712" y="432"/>
                      </a:cubicBezTo>
                      <a:cubicBezTo>
                        <a:pt x="1712" y="340"/>
                        <a:pt x="1741" y="255"/>
                        <a:pt x="1677" y="163"/>
                      </a:cubicBezTo>
                      <a:cubicBezTo>
                        <a:pt x="1631" y="71"/>
                        <a:pt x="1506" y="12"/>
                        <a:pt x="1396" y="12"/>
                      </a:cubicBezTo>
                      <a:cubicBezTo>
                        <a:pt x="1370" y="12"/>
                        <a:pt x="1346" y="15"/>
                        <a:pt x="1323" y="22"/>
                      </a:cubicBezTo>
                      <a:cubicBezTo>
                        <a:pt x="1267" y="50"/>
                        <a:pt x="1238" y="50"/>
                        <a:pt x="1210" y="78"/>
                      </a:cubicBezTo>
                      <a:cubicBezTo>
                        <a:pt x="1182" y="50"/>
                        <a:pt x="1147" y="50"/>
                        <a:pt x="1118" y="22"/>
                      </a:cubicBezTo>
                      <a:cubicBezTo>
                        <a:pt x="1077" y="7"/>
                        <a:pt x="1036" y="0"/>
                        <a:pt x="9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43"/>
                <p:cNvSpPr/>
                <p:nvPr/>
              </p:nvSpPr>
              <p:spPr>
                <a:xfrm>
                  <a:off x="3306034" y="2019413"/>
                  <a:ext cx="19184" cy="5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" h="149" extrusionOk="0">
                      <a:moveTo>
                        <a:pt x="36" y="0"/>
                      </a:moveTo>
                      <a:lnTo>
                        <a:pt x="1" y="29"/>
                      </a:lnTo>
                      <a:cubicBezTo>
                        <a:pt x="1" y="57"/>
                        <a:pt x="1" y="57"/>
                        <a:pt x="36" y="57"/>
                      </a:cubicBezTo>
                      <a:lnTo>
                        <a:pt x="531" y="149"/>
                      </a:lnTo>
                      <a:cubicBezTo>
                        <a:pt x="567" y="149"/>
                        <a:pt x="567" y="121"/>
                        <a:pt x="567" y="121"/>
                      </a:cubicBezTo>
                      <a:cubicBezTo>
                        <a:pt x="567" y="85"/>
                        <a:pt x="567" y="85"/>
                        <a:pt x="531" y="85"/>
                      </a:cubicBez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43"/>
                <p:cNvSpPr/>
                <p:nvPr/>
              </p:nvSpPr>
              <p:spPr>
                <a:xfrm>
                  <a:off x="3321125" y="1977761"/>
                  <a:ext cx="14887" cy="14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" h="432" extrusionOk="0">
                      <a:moveTo>
                        <a:pt x="29" y="0"/>
                      </a:moveTo>
                      <a:cubicBezTo>
                        <a:pt x="22" y="0"/>
                        <a:pt x="15" y="7"/>
                        <a:pt x="0" y="22"/>
                      </a:cubicBezTo>
                      <a:lnTo>
                        <a:pt x="0" y="50"/>
                      </a:lnTo>
                      <a:lnTo>
                        <a:pt x="411" y="404"/>
                      </a:lnTo>
                      <a:lnTo>
                        <a:pt x="411" y="432"/>
                      </a:lnTo>
                      <a:cubicBezTo>
                        <a:pt x="439" y="432"/>
                        <a:pt x="439" y="404"/>
                        <a:pt x="439" y="404"/>
                      </a:cubicBezTo>
                      <a:lnTo>
                        <a:pt x="439" y="375"/>
                      </a:lnTo>
                      <a:lnTo>
                        <a:pt x="57" y="22"/>
                      </a:lnTo>
                      <a:cubicBezTo>
                        <a:pt x="43" y="7"/>
                        <a:pt x="36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43"/>
                <p:cNvSpPr/>
                <p:nvPr/>
              </p:nvSpPr>
              <p:spPr>
                <a:xfrm>
                  <a:off x="3374992" y="1950455"/>
                  <a:ext cx="5041" cy="19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" h="567" extrusionOk="0">
                      <a:moveTo>
                        <a:pt x="28" y="1"/>
                      </a:moveTo>
                      <a:cubicBezTo>
                        <a:pt x="28" y="36"/>
                        <a:pt x="0" y="36"/>
                        <a:pt x="0" y="65"/>
                      </a:cubicBezTo>
                      <a:cubicBezTo>
                        <a:pt x="28" y="121"/>
                        <a:pt x="28" y="213"/>
                        <a:pt x="57" y="298"/>
                      </a:cubicBezTo>
                      <a:cubicBezTo>
                        <a:pt x="57" y="390"/>
                        <a:pt x="85" y="447"/>
                        <a:pt x="85" y="532"/>
                      </a:cubicBezTo>
                      <a:lnTo>
                        <a:pt x="120" y="567"/>
                      </a:lnTo>
                      <a:cubicBezTo>
                        <a:pt x="149" y="532"/>
                        <a:pt x="149" y="532"/>
                        <a:pt x="149" y="503"/>
                      </a:cubicBezTo>
                      <a:cubicBezTo>
                        <a:pt x="149" y="447"/>
                        <a:pt x="120" y="355"/>
                        <a:pt x="120" y="270"/>
                      </a:cubicBezTo>
                      <a:cubicBezTo>
                        <a:pt x="85" y="178"/>
                        <a:pt x="85" y="93"/>
                        <a:pt x="57" y="36"/>
                      </a:cubicBezTo>
                      <a:cubicBezTo>
                        <a:pt x="57" y="36"/>
                        <a:pt x="57" y="1"/>
                        <a:pt x="2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2" name="Google Shape;1242;p43"/>
                <p:cNvSpPr/>
                <p:nvPr/>
              </p:nvSpPr>
              <p:spPr>
                <a:xfrm>
                  <a:off x="3409944" y="1949508"/>
                  <a:ext cx="3857" cy="22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652" extrusionOk="0">
                      <a:moveTo>
                        <a:pt x="85" y="1"/>
                      </a:moveTo>
                      <a:cubicBezTo>
                        <a:pt x="85" y="1"/>
                        <a:pt x="57" y="1"/>
                        <a:pt x="57" y="29"/>
                      </a:cubicBezTo>
                      <a:lnTo>
                        <a:pt x="0" y="623"/>
                      </a:lnTo>
                      <a:cubicBezTo>
                        <a:pt x="0" y="623"/>
                        <a:pt x="0" y="651"/>
                        <a:pt x="28" y="651"/>
                      </a:cubicBezTo>
                      <a:lnTo>
                        <a:pt x="57" y="623"/>
                      </a:lnTo>
                      <a:lnTo>
                        <a:pt x="113" y="29"/>
                      </a:lnTo>
                      <a:cubicBezTo>
                        <a:pt x="113" y="1"/>
                        <a:pt x="113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3" name="Google Shape;1243;p43"/>
                <p:cNvSpPr/>
                <p:nvPr/>
              </p:nvSpPr>
              <p:spPr>
                <a:xfrm>
                  <a:off x="3447739" y="1987573"/>
                  <a:ext cx="19895" cy="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" h="411" extrusionOk="0">
                      <a:moveTo>
                        <a:pt x="531" y="0"/>
                      </a:moveTo>
                      <a:lnTo>
                        <a:pt x="29" y="354"/>
                      </a:lnTo>
                      <a:cubicBezTo>
                        <a:pt x="1" y="354"/>
                        <a:pt x="1" y="382"/>
                        <a:pt x="29" y="382"/>
                      </a:cubicBezTo>
                      <a:lnTo>
                        <a:pt x="29" y="411"/>
                      </a:lnTo>
                      <a:lnTo>
                        <a:pt x="57" y="411"/>
                      </a:lnTo>
                      <a:lnTo>
                        <a:pt x="560" y="57"/>
                      </a:lnTo>
                      <a:cubicBezTo>
                        <a:pt x="560" y="29"/>
                        <a:pt x="588" y="29"/>
                        <a:pt x="56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4" name="Google Shape;1244;p43"/>
                <p:cNvSpPr/>
                <p:nvPr/>
              </p:nvSpPr>
              <p:spPr>
                <a:xfrm>
                  <a:off x="3461645" y="2026349"/>
                  <a:ext cx="20132" cy="3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" h="93" extrusionOk="0">
                      <a:moveTo>
                        <a:pt x="35" y="1"/>
                      </a:moveTo>
                      <a:cubicBezTo>
                        <a:pt x="0" y="1"/>
                        <a:pt x="0" y="1"/>
                        <a:pt x="0" y="29"/>
                      </a:cubicBezTo>
                      <a:cubicBezTo>
                        <a:pt x="0" y="29"/>
                        <a:pt x="0" y="57"/>
                        <a:pt x="35" y="57"/>
                      </a:cubicBezTo>
                      <a:lnTo>
                        <a:pt x="566" y="92"/>
                      </a:lnTo>
                      <a:cubicBezTo>
                        <a:pt x="594" y="92"/>
                        <a:pt x="594" y="57"/>
                        <a:pt x="594" y="57"/>
                      </a:cubicBezTo>
                      <a:cubicBezTo>
                        <a:pt x="594" y="29"/>
                        <a:pt x="594" y="29"/>
                        <a:pt x="566" y="29"/>
                      </a:cubicBezTo>
                      <a:lnTo>
                        <a:pt x="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43"/>
                <p:cNvSpPr/>
                <p:nvPr/>
              </p:nvSpPr>
              <p:spPr>
                <a:xfrm>
                  <a:off x="3346028" y="1991397"/>
                  <a:ext cx="36880" cy="56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" h="1657" extrusionOk="0">
                      <a:moveTo>
                        <a:pt x="1033" y="1"/>
                      </a:moveTo>
                      <a:cubicBezTo>
                        <a:pt x="708" y="64"/>
                        <a:pt x="411" y="298"/>
                        <a:pt x="234" y="623"/>
                      </a:cubicBezTo>
                      <a:cubicBezTo>
                        <a:pt x="57" y="913"/>
                        <a:pt x="0" y="1302"/>
                        <a:pt x="120" y="1621"/>
                      </a:cubicBezTo>
                      <a:cubicBezTo>
                        <a:pt x="120" y="1621"/>
                        <a:pt x="120" y="1656"/>
                        <a:pt x="149" y="1656"/>
                      </a:cubicBezTo>
                      <a:cubicBezTo>
                        <a:pt x="149" y="1656"/>
                        <a:pt x="177" y="1621"/>
                        <a:pt x="149" y="1592"/>
                      </a:cubicBezTo>
                      <a:cubicBezTo>
                        <a:pt x="57" y="1302"/>
                        <a:pt x="120" y="913"/>
                        <a:pt x="269" y="652"/>
                      </a:cubicBezTo>
                      <a:cubicBezTo>
                        <a:pt x="446" y="354"/>
                        <a:pt x="736" y="121"/>
                        <a:pt x="1061" y="64"/>
                      </a:cubicBezTo>
                      <a:cubicBezTo>
                        <a:pt x="1061" y="29"/>
                        <a:pt x="1090" y="29"/>
                        <a:pt x="10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46" name="Google Shape;1246;p43"/>
            <p:cNvGrpSpPr/>
            <p:nvPr/>
          </p:nvGrpSpPr>
          <p:grpSpPr>
            <a:xfrm>
              <a:off x="6350423" y="1987207"/>
              <a:ext cx="2348409" cy="2480360"/>
              <a:chOff x="2970924" y="3808142"/>
              <a:chExt cx="996524" cy="1052516"/>
            </a:xfrm>
          </p:grpSpPr>
          <p:sp>
            <p:nvSpPr>
              <p:cNvPr id="1247" name="Google Shape;1247;p43"/>
              <p:cNvSpPr/>
              <p:nvPr/>
            </p:nvSpPr>
            <p:spPr>
              <a:xfrm>
                <a:off x="3598308" y="4002867"/>
                <a:ext cx="137675" cy="167957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4964" extrusionOk="0">
                    <a:moveTo>
                      <a:pt x="3189" y="1"/>
                    </a:moveTo>
                    <a:cubicBezTo>
                      <a:pt x="2810" y="1"/>
                      <a:pt x="2319" y="494"/>
                      <a:pt x="2095" y="713"/>
                    </a:cubicBezTo>
                    <a:cubicBezTo>
                      <a:pt x="1918" y="925"/>
                      <a:pt x="1713" y="1159"/>
                      <a:pt x="1479" y="1364"/>
                    </a:cubicBezTo>
                    <a:cubicBezTo>
                      <a:pt x="1239" y="1569"/>
                      <a:pt x="977" y="1689"/>
                      <a:pt x="708" y="1866"/>
                    </a:cubicBezTo>
                    <a:cubicBezTo>
                      <a:pt x="503" y="2043"/>
                      <a:pt x="298" y="2220"/>
                      <a:pt x="177" y="2453"/>
                    </a:cubicBezTo>
                    <a:cubicBezTo>
                      <a:pt x="64" y="2659"/>
                      <a:pt x="29" y="2871"/>
                      <a:pt x="29" y="3104"/>
                    </a:cubicBezTo>
                    <a:cubicBezTo>
                      <a:pt x="1" y="3635"/>
                      <a:pt x="149" y="4222"/>
                      <a:pt x="595" y="4547"/>
                    </a:cubicBezTo>
                    <a:cubicBezTo>
                      <a:pt x="736" y="4668"/>
                      <a:pt x="913" y="4753"/>
                      <a:pt x="1090" y="4816"/>
                    </a:cubicBezTo>
                    <a:cubicBezTo>
                      <a:pt x="1361" y="4912"/>
                      <a:pt x="1659" y="4964"/>
                      <a:pt x="1949" y="4964"/>
                    </a:cubicBezTo>
                    <a:cubicBezTo>
                      <a:pt x="2197" y="4964"/>
                      <a:pt x="2439" y="4926"/>
                      <a:pt x="2653" y="4845"/>
                    </a:cubicBezTo>
                    <a:cubicBezTo>
                      <a:pt x="2894" y="4781"/>
                      <a:pt x="3099" y="4547"/>
                      <a:pt x="3276" y="4371"/>
                    </a:cubicBezTo>
                    <a:cubicBezTo>
                      <a:pt x="3453" y="4194"/>
                      <a:pt x="3630" y="3989"/>
                      <a:pt x="3743" y="3755"/>
                    </a:cubicBezTo>
                    <a:cubicBezTo>
                      <a:pt x="3891" y="3515"/>
                      <a:pt x="3983" y="3225"/>
                      <a:pt x="4040" y="2927"/>
                    </a:cubicBezTo>
                    <a:cubicBezTo>
                      <a:pt x="4068" y="2574"/>
                      <a:pt x="4068" y="2220"/>
                      <a:pt x="4068" y="1866"/>
                    </a:cubicBezTo>
                    <a:cubicBezTo>
                      <a:pt x="4040" y="1244"/>
                      <a:pt x="3835" y="685"/>
                      <a:pt x="3509" y="183"/>
                    </a:cubicBezTo>
                    <a:cubicBezTo>
                      <a:pt x="3423" y="53"/>
                      <a:pt x="3312" y="1"/>
                      <a:pt x="31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3"/>
              <p:cNvSpPr/>
              <p:nvPr/>
            </p:nvSpPr>
            <p:spPr>
              <a:xfrm>
                <a:off x="2972142" y="4023405"/>
                <a:ext cx="272169" cy="460562"/>
              </a:xfrm>
              <a:custGeom>
                <a:avLst/>
                <a:gdLst/>
                <a:ahLst/>
                <a:cxnLst/>
                <a:rect l="l" t="t" r="r" b="b"/>
                <a:pathLst>
                  <a:path w="8044" h="13612" extrusionOk="0">
                    <a:moveTo>
                      <a:pt x="532" y="1"/>
                    </a:moveTo>
                    <a:cubicBezTo>
                      <a:pt x="504" y="1"/>
                      <a:pt x="473" y="15"/>
                      <a:pt x="439" y="50"/>
                    </a:cubicBezTo>
                    <a:cubicBezTo>
                      <a:pt x="382" y="78"/>
                      <a:pt x="382" y="142"/>
                      <a:pt x="382" y="198"/>
                    </a:cubicBezTo>
                    <a:cubicBezTo>
                      <a:pt x="354" y="347"/>
                      <a:pt x="354" y="495"/>
                      <a:pt x="382" y="672"/>
                    </a:cubicBezTo>
                    <a:cubicBezTo>
                      <a:pt x="363" y="653"/>
                      <a:pt x="345" y="646"/>
                      <a:pt x="328" y="646"/>
                    </a:cubicBezTo>
                    <a:cubicBezTo>
                      <a:pt x="287" y="646"/>
                      <a:pt x="253" y="689"/>
                      <a:pt x="234" y="729"/>
                    </a:cubicBezTo>
                    <a:cubicBezTo>
                      <a:pt x="177" y="877"/>
                      <a:pt x="205" y="990"/>
                      <a:pt x="113" y="1111"/>
                    </a:cubicBezTo>
                    <a:cubicBezTo>
                      <a:pt x="28" y="1259"/>
                      <a:pt x="0" y="1408"/>
                      <a:pt x="28" y="1556"/>
                    </a:cubicBezTo>
                    <a:cubicBezTo>
                      <a:pt x="28" y="1670"/>
                      <a:pt x="85" y="1790"/>
                      <a:pt x="142" y="1910"/>
                    </a:cubicBezTo>
                    <a:cubicBezTo>
                      <a:pt x="318" y="2292"/>
                      <a:pt x="587" y="2794"/>
                      <a:pt x="941" y="3028"/>
                    </a:cubicBezTo>
                    <a:cubicBezTo>
                      <a:pt x="1323" y="3233"/>
                      <a:pt x="1769" y="3410"/>
                      <a:pt x="2087" y="3735"/>
                    </a:cubicBezTo>
                    <a:cubicBezTo>
                      <a:pt x="2179" y="3820"/>
                      <a:pt x="2207" y="3969"/>
                      <a:pt x="2264" y="4089"/>
                    </a:cubicBezTo>
                    <a:cubicBezTo>
                      <a:pt x="2858" y="5829"/>
                      <a:pt x="3148" y="7654"/>
                      <a:pt x="3594" y="9451"/>
                    </a:cubicBezTo>
                    <a:cubicBezTo>
                      <a:pt x="3827" y="10364"/>
                      <a:pt x="4096" y="11340"/>
                      <a:pt x="4478" y="12225"/>
                    </a:cubicBezTo>
                    <a:cubicBezTo>
                      <a:pt x="4627" y="12578"/>
                      <a:pt x="5037" y="13314"/>
                      <a:pt x="5391" y="13519"/>
                    </a:cubicBezTo>
                    <a:cubicBezTo>
                      <a:pt x="5481" y="13586"/>
                      <a:pt x="5552" y="13611"/>
                      <a:pt x="5618" y="13611"/>
                    </a:cubicBezTo>
                    <a:cubicBezTo>
                      <a:pt x="5789" y="13611"/>
                      <a:pt x="5916" y="13437"/>
                      <a:pt x="6218" y="13371"/>
                    </a:cubicBezTo>
                    <a:cubicBezTo>
                      <a:pt x="6600" y="13314"/>
                      <a:pt x="6862" y="13052"/>
                      <a:pt x="7131" y="12783"/>
                    </a:cubicBezTo>
                    <a:cubicBezTo>
                      <a:pt x="7513" y="12373"/>
                      <a:pt x="8015" y="11814"/>
                      <a:pt x="8015" y="11192"/>
                    </a:cubicBezTo>
                    <a:cubicBezTo>
                      <a:pt x="8044" y="10718"/>
                      <a:pt x="7867" y="10102"/>
                      <a:pt x="7633" y="9692"/>
                    </a:cubicBezTo>
                    <a:cubicBezTo>
                      <a:pt x="7605" y="9572"/>
                      <a:pt x="7541" y="9480"/>
                      <a:pt x="7485" y="9366"/>
                    </a:cubicBezTo>
                    <a:cubicBezTo>
                      <a:pt x="6898" y="8334"/>
                      <a:pt x="6042" y="7421"/>
                      <a:pt x="5511" y="6360"/>
                    </a:cubicBezTo>
                    <a:cubicBezTo>
                      <a:pt x="5391" y="6119"/>
                      <a:pt x="5270" y="5858"/>
                      <a:pt x="5157" y="5624"/>
                    </a:cubicBezTo>
                    <a:cubicBezTo>
                      <a:pt x="4832" y="4881"/>
                      <a:pt x="4506" y="4174"/>
                      <a:pt x="4153" y="3466"/>
                    </a:cubicBezTo>
                    <a:cubicBezTo>
                      <a:pt x="4068" y="3290"/>
                      <a:pt x="4004" y="3113"/>
                      <a:pt x="3919" y="2936"/>
                    </a:cubicBezTo>
                    <a:cubicBezTo>
                      <a:pt x="3856" y="2851"/>
                      <a:pt x="3827" y="2759"/>
                      <a:pt x="3799" y="2674"/>
                    </a:cubicBezTo>
                    <a:cubicBezTo>
                      <a:pt x="3771" y="2618"/>
                      <a:pt x="3771" y="2554"/>
                      <a:pt x="3742" y="2497"/>
                    </a:cubicBezTo>
                    <a:cubicBezTo>
                      <a:pt x="3622" y="2200"/>
                      <a:pt x="3389" y="1910"/>
                      <a:pt x="3148" y="1733"/>
                    </a:cubicBezTo>
                    <a:cubicBezTo>
                      <a:pt x="2971" y="1585"/>
                      <a:pt x="2766" y="1464"/>
                      <a:pt x="2589" y="1344"/>
                    </a:cubicBezTo>
                    <a:cubicBezTo>
                      <a:pt x="2384" y="1167"/>
                      <a:pt x="2151" y="1054"/>
                      <a:pt x="1946" y="877"/>
                    </a:cubicBezTo>
                    <a:cubicBezTo>
                      <a:pt x="1677" y="672"/>
                      <a:pt x="1443" y="495"/>
                      <a:pt x="1203" y="283"/>
                    </a:cubicBezTo>
                    <a:cubicBezTo>
                      <a:pt x="1157" y="260"/>
                      <a:pt x="1093" y="219"/>
                      <a:pt x="1036" y="219"/>
                    </a:cubicBezTo>
                    <a:cubicBezTo>
                      <a:pt x="1023" y="219"/>
                      <a:pt x="1010" y="221"/>
                      <a:pt x="998" y="226"/>
                    </a:cubicBezTo>
                    <a:cubicBezTo>
                      <a:pt x="941" y="255"/>
                      <a:pt x="913" y="318"/>
                      <a:pt x="913" y="375"/>
                    </a:cubicBezTo>
                    <a:cubicBezTo>
                      <a:pt x="849" y="608"/>
                      <a:pt x="998" y="785"/>
                      <a:pt x="1174" y="934"/>
                    </a:cubicBezTo>
                    <a:cubicBezTo>
                      <a:pt x="1380" y="1139"/>
                      <a:pt x="1620" y="1288"/>
                      <a:pt x="1769" y="1521"/>
                    </a:cubicBezTo>
                    <a:cubicBezTo>
                      <a:pt x="1928" y="1758"/>
                      <a:pt x="1846" y="1846"/>
                      <a:pt x="1695" y="1846"/>
                    </a:cubicBezTo>
                    <a:cubicBezTo>
                      <a:pt x="1544" y="1846"/>
                      <a:pt x="1323" y="1758"/>
                      <a:pt x="1203" y="1641"/>
                    </a:cubicBezTo>
                    <a:cubicBezTo>
                      <a:pt x="1090" y="1521"/>
                      <a:pt x="1026" y="1344"/>
                      <a:pt x="969" y="1203"/>
                    </a:cubicBezTo>
                    <a:cubicBezTo>
                      <a:pt x="849" y="962"/>
                      <a:pt x="821" y="700"/>
                      <a:pt x="764" y="432"/>
                    </a:cubicBezTo>
                    <a:cubicBezTo>
                      <a:pt x="741" y="361"/>
                      <a:pt x="673" y="1"/>
                      <a:pt x="532" y="1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3"/>
              <p:cNvSpPr/>
              <p:nvPr/>
            </p:nvSpPr>
            <p:spPr>
              <a:xfrm>
                <a:off x="2970924" y="4022187"/>
                <a:ext cx="274334" cy="462727"/>
              </a:xfrm>
              <a:custGeom>
                <a:avLst/>
                <a:gdLst/>
                <a:ahLst/>
                <a:cxnLst/>
                <a:rect l="l" t="t" r="r" b="b"/>
                <a:pathLst>
                  <a:path w="8108" h="13676" extrusionOk="0">
                    <a:moveTo>
                      <a:pt x="567" y="57"/>
                    </a:moveTo>
                    <a:cubicBezTo>
                      <a:pt x="652" y="57"/>
                      <a:pt x="708" y="319"/>
                      <a:pt x="743" y="439"/>
                    </a:cubicBezTo>
                    <a:cubicBezTo>
                      <a:pt x="743" y="439"/>
                      <a:pt x="743" y="468"/>
                      <a:pt x="772" y="468"/>
                    </a:cubicBezTo>
                    <a:cubicBezTo>
                      <a:pt x="772" y="560"/>
                      <a:pt x="800" y="644"/>
                      <a:pt x="828" y="736"/>
                    </a:cubicBezTo>
                    <a:cubicBezTo>
                      <a:pt x="857" y="913"/>
                      <a:pt x="885" y="1090"/>
                      <a:pt x="977" y="1267"/>
                    </a:cubicBezTo>
                    <a:cubicBezTo>
                      <a:pt x="1034" y="1416"/>
                      <a:pt x="1126" y="1557"/>
                      <a:pt x="1210" y="1706"/>
                    </a:cubicBezTo>
                    <a:cubicBezTo>
                      <a:pt x="1331" y="1826"/>
                      <a:pt x="1564" y="1911"/>
                      <a:pt x="1741" y="1911"/>
                    </a:cubicBezTo>
                    <a:cubicBezTo>
                      <a:pt x="1833" y="1911"/>
                      <a:pt x="1890" y="1882"/>
                      <a:pt x="1890" y="1854"/>
                    </a:cubicBezTo>
                    <a:cubicBezTo>
                      <a:pt x="1946" y="1769"/>
                      <a:pt x="1918" y="1677"/>
                      <a:pt x="1833" y="1557"/>
                    </a:cubicBezTo>
                    <a:cubicBezTo>
                      <a:pt x="1713" y="1380"/>
                      <a:pt x="1536" y="1239"/>
                      <a:pt x="1387" y="1090"/>
                    </a:cubicBezTo>
                    <a:cubicBezTo>
                      <a:pt x="1331" y="1062"/>
                      <a:pt x="1274" y="998"/>
                      <a:pt x="1210" y="942"/>
                    </a:cubicBezTo>
                    <a:cubicBezTo>
                      <a:pt x="1034" y="765"/>
                      <a:pt x="949" y="588"/>
                      <a:pt x="977" y="411"/>
                    </a:cubicBezTo>
                    <a:cubicBezTo>
                      <a:pt x="977" y="383"/>
                      <a:pt x="1005" y="319"/>
                      <a:pt x="1034" y="291"/>
                    </a:cubicBezTo>
                    <a:cubicBezTo>
                      <a:pt x="1097" y="291"/>
                      <a:pt x="1154" y="319"/>
                      <a:pt x="1210" y="354"/>
                    </a:cubicBezTo>
                    <a:lnTo>
                      <a:pt x="1946" y="942"/>
                    </a:lnTo>
                    <a:cubicBezTo>
                      <a:pt x="2066" y="1026"/>
                      <a:pt x="2187" y="1090"/>
                      <a:pt x="2300" y="1175"/>
                    </a:cubicBezTo>
                    <a:cubicBezTo>
                      <a:pt x="2392" y="1239"/>
                      <a:pt x="2512" y="1324"/>
                      <a:pt x="2625" y="1380"/>
                    </a:cubicBezTo>
                    <a:cubicBezTo>
                      <a:pt x="2717" y="1472"/>
                      <a:pt x="2802" y="1529"/>
                      <a:pt x="2866" y="1557"/>
                    </a:cubicBezTo>
                    <a:cubicBezTo>
                      <a:pt x="2979" y="1649"/>
                      <a:pt x="3071" y="1706"/>
                      <a:pt x="3156" y="1769"/>
                    </a:cubicBezTo>
                    <a:cubicBezTo>
                      <a:pt x="3425" y="1974"/>
                      <a:pt x="3630" y="2236"/>
                      <a:pt x="3750" y="2533"/>
                    </a:cubicBezTo>
                    <a:cubicBezTo>
                      <a:pt x="3778" y="2590"/>
                      <a:pt x="3807" y="2654"/>
                      <a:pt x="3807" y="2710"/>
                    </a:cubicBezTo>
                    <a:cubicBezTo>
                      <a:pt x="3835" y="2795"/>
                      <a:pt x="3863" y="2887"/>
                      <a:pt x="3927" y="2972"/>
                    </a:cubicBezTo>
                    <a:cubicBezTo>
                      <a:pt x="4012" y="3149"/>
                      <a:pt x="4104" y="3326"/>
                      <a:pt x="4160" y="3502"/>
                    </a:cubicBezTo>
                    <a:cubicBezTo>
                      <a:pt x="4366" y="3920"/>
                      <a:pt x="4542" y="4302"/>
                      <a:pt x="4719" y="4712"/>
                    </a:cubicBezTo>
                    <a:cubicBezTo>
                      <a:pt x="4868" y="5038"/>
                      <a:pt x="5016" y="5335"/>
                      <a:pt x="5165" y="5660"/>
                    </a:cubicBezTo>
                    <a:cubicBezTo>
                      <a:pt x="5306" y="5950"/>
                      <a:pt x="5427" y="6191"/>
                      <a:pt x="5519" y="6396"/>
                    </a:cubicBezTo>
                    <a:cubicBezTo>
                      <a:pt x="5809" y="7011"/>
                      <a:pt x="6226" y="7542"/>
                      <a:pt x="6608" y="8101"/>
                    </a:cubicBezTo>
                    <a:cubicBezTo>
                      <a:pt x="6898" y="8518"/>
                      <a:pt x="7224" y="8957"/>
                      <a:pt x="7492" y="9431"/>
                    </a:cubicBezTo>
                    <a:cubicBezTo>
                      <a:pt x="7549" y="9551"/>
                      <a:pt x="7606" y="9636"/>
                      <a:pt x="7669" y="9756"/>
                    </a:cubicBezTo>
                    <a:cubicBezTo>
                      <a:pt x="7846" y="10110"/>
                      <a:pt x="8051" y="10725"/>
                      <a:pt x="8023" y="11228"/>
                    </a:cubicBezTo>
                    <a:cubicBezTo>
                      <a:pt x="8023" y="11815"/>
                      <a:pt x="7549" y="12381"/>
                      <a:pt x="7139" y="12791"/>
                    </a:cubicBezTo>
                    <a:cubicBezTo>
                      <a:pt x="6898" y="13053"/>
                      <a:pt x="6608" y="13322"/>
                      <a:pt x="6254" y="13378"/>
                    </a:cubicBezTo>
                    <a:cubicBezTo>
                      <a:pt x="6106" y="13407"/>
                      <a:pt x="5986" y="13499"/>
                      <a:pt x="5901" y="13527"/>
                    </a:cubicBezTo>
                    <a:cubicBezTo>
                      <a:pt x="5809" y="13583"/>
                      <a:pt x="5724" y="13619"/>
                      <a:pt x="5660" y="13619"/>
                    </a:cubicBezTo>
                    <a:cubicBezTo>
                      <a:pt x="5575" y="13619"/>
                      <a:pt x="5519" y="13583"/>
                      <a:pt x="5427" y="13527"/>
                    </a:cubicBezTo>
                    <a:cubicBezTo>
                      <a:pt x="5101" y="13322"/>
                      <a:pt x="4691" y="12586"/>
                      <a:pt x="4542" y="12232"/>
                    </a:cubicBezTo>
                    <a:cubicBezTo>
                      <a:pt x="4160" y="11320"/>
                      <a:pt x="3892" y="10372"/>
                      <a:pt x="3658" y="9459"/>
                    </a:cubicBezTo>
                    <a:cubicBezTo>
                      <a:pt x="3481" y="8844"/>
                      <a:pt x="3361" y="8193"/>
                      <a:pt x="3220" y="7542"/>
                    </a:cubicBezTo>
                    <a:cubicBezTo>
                      <a:pt x="2951" y="6396"/>
                      <a:pt x="2717" y="5243"/>
                      <a:pt x="2335" y="4125"/>
                    </a:cubicBezTo>
                    <a:cubicBezTo>
                      <a:pt x="2272" y="4005"/>
                      <a:pt x="2243" y="3856"/>
                      <a:pt x="2123" y="3743"/>
                    </a:cubicBezTo>
                    <a:cubicBezTo>
                      <a:pt x="1918" y="3502"/>
                      <a:pt x="1628" y="3361"/>
                      <a:pt x="1359" y="3212"/>
                    </a:cubicBezTo>
                    <a:cubicBezTo>
                      <a:pt x="1239" y="3149"/>
                      <a:pt x="1126" y="3092"/>
                      <a:pt x="1005" y="3036"/>
                    </a:cubicBezTo>
                    <a:cubicBezTo>
                      <a:pt x="623" y="2795"/>
                      <a:pt x="326" y="2208"/>
                      <a:pt x="213" y="1946"/>
                    </a:cubicBezTo>
                    <a:cubicBezTo>
                      <a:pt x="149" y="1826"/>
                      <a:pt x="93" y="1706"/>
                      <a:pt x="93" y="1592"/>
                    </a:cubicBezTo>
                    <a:cubicBezTo>
                      <a:pt x="64" y="1444"/>
                      <a:pt x="93" y="1295"/>
                      <a:pt x="178" y="1175"/>
                    </a:cubicBezTo>
                    <a:cubicBezTo>
                      <a:pt x="241" y="1090"/>
                      <a:pt x="241" y="1026"/>
                      <a:pt x="241" y="970"/>
                    </a:cubicBezTo>
                    <a:cubicBezTo>
                      <a:pt x="270" y="913"/>
                      <a:pt x="270" y="850"/>
                      <a:pt x="298" y="793"/>
                    </a:cubicBezTo>
                    <a:cubicBezTo>
                      <a:pt x="326" y="736"/>
                      <a:pt x="354" y="708"/>
                      <a:pt x="390" y="708"/>
                    </a:cubicBezTo>
                    <a:cubicBezTo>
                      <a:pt x="404" y="722"/>
                      <a:pt x="411" y="729"/>
                      <a:pt x="415" y="729"/>
                    </a:cubicBezTo>
                    <a:cubicBezTo>
                      <a:pt x="418" y="729"/>
                      <a:pt x="418" y="722"/>
                      <a:pt x="418" y="708"/>
                    </a:cubicBezTo>
                    <a:cubicBezTo>
                      <a:pt x="446" y="708"/>
                      <a:pt x="446" y="708"/>
                      <a:pt x="446" y="673"/>
                    </a:cubicBezTo>
                    <a:cubicBezTo>
                      <a:pt x="418" y="531"/>
                      <a:pt x="418" y="383"/>
                      <a:pt x="446" y="234"/>
                    </a:cubicBezTo>
                    <a:cubicBezTo>
                      <a:pt x="446" y="178"/>
                      <a:pt x="446" y="142"/>
                      <a:pt x="475" y="114"/>
                    </a:cubicBezTo>
                    <a:cubicBezTo>
                      <a:pt x="503" y="86"/>
                      <a:pt x="531" y="57"/>
                      <a:pt x="567" y="57"/>
                    </a:cubicBezTo>
                    <a:close/>
                    <a:moveTo>
                      <a:pt x="567" y="1"/>
                    </a:moveTo>
                    <a:cubicBezTo>
                      <a:pt x="531" y="1"/>
                      <a:pt x="475" y="29"/>
                      <a:pt x="446" y="57"/>
                    </a:cubicBezTo>
                    <a:cubicBezTo>
                      <a:pt x="418" y="114"/>
                      <a:pt x="390" y="178"/>
                      <a:pt x="390" y="234"/>
                    </a:cubicBezTo>
                    <a:cubicBezTo>
                      <a:pt x="354" y="383"/>
                      <a:pt x="354" y="496"/>
                      <a:pt x="390" y="644"/>
                    </a:cubicBezTo>
                    <a:cubicBezTo>
                      <a:pt x="326" y="644"/>
                      <a:pt x="270" y="708"/>
                      <a:pt x="241" y="765"/>
                    </a:cubicBezTo>
                    <a:cubicBezTo>
                      <a:pt x="213" y="821"/>
                      <a:pt x="213" y="885"/>
                      <a:pt x="178" y="942"/>
                    </a:cubicBezTo>
                    <a:cubicBezTo>
                      <a:pt x="178" y="1026"/>
                      <a:pt x="178" y="1090"/>
                      <a:pt x="121" y="1147"/>
                    </a:cubicBezTo>
                    <a:cubicBezTo>
                      <a:pt x="36" y="1267"/>
                      <a:pt x="1" y="1444"/>
                      <a:pt x="36" y="1592"/>
                    </a:cubicBezTo>
                    <a:cubicBezTo>
                      <a:pt x="36" y="1706"/>
                      <a:pt x="93" y="1854"/>
                      <a:pt x="149" y="1974"/>
                    </a:cubicBezTo>
                    <a:cubicBezTo>
                      <a:pt x="298" y="2264"/>
                      <a:pt x="595" y="2859"/>
                      <a:pt x="977" y="3064"/>
                    </a:cubicBezTo>
                    <a:cubicBezTo>
                      <a:pt x="1097" y="3149"/>
                      <a:pt x="1210" y="3212"/>
                      <a:pt x="1331" y="3269"/>
                    </a:cubicBezTo>
                    <a:cubicBezTo>
                      <a:pt x="1592" y="3418"/>
                      <a:pt x="1890" y="3566"/>
                      <a:pt x="2095" y="3771"/>
                    </a:cubicBezTo>
                    <a:cubicBezTo>
                      <a:pt x="2187" y="3892"/>
                      <a:pt x="2215" y="4005"/>
                      <a:pt x="2272" y="4125"/>
                    </a:cubicBezTo>
                    <a:cubicBezTo>
                      <a:pt x="2654" y="5243"/>
                      <a:pt x="2894" y="6424"/>
                      <a:pt x="3156" y="7542"/>
                    </a:cubicBezTo>
                    <a:cubicBezTo>
                      <a:pt x="3304" y="8193"/>
                      <a:pt x="3425" y="8844"/>
                      <a:pt x="3602" y="9487"/>
                    </a:cubicBezTo>
                    <a:cubicBezTo>
                      <a:pt x="3835" y="10400"/>
                      <a:pt x="4104" y="11348"/>
                      <a:pt x="4486" y="12261"/>
                    </a:cubicBezTo>
                    <a:cubicBezTo>
                      <a:pt x="4634" y="12586"/>
                      <a:pt x="5045" y="13350"/>
                      <a:pt x="5398" y="13583"/>
                    </a:cubicBezTo>
                    <a:cubicBezTo>
                      <a:pt x="5483" y="13647"/>
                      <a:pt x="5575" y="13675"/>
                      <a:pt x="5660" y="13675"/>
                    </a:cubicBezTo>
                    <a:cubicBezTo>
                      <a:pt x="5752" y="13675"/>
                      <a:pt x="5837" y="13647"/>
                      <a:pt x="5929" y="13583"/>
                    </a:cubicBezTo>
                    <a:cubicBezTo>
                      <a:pt x="6014" y="13527"/>
                      <a:pt x="6106" y="13470"/>
                      <a:pt x="6283" y="13442"/>
                    </a:cubicBezTo>
                    <a:cubicBezTo>
                      <a:pt x="6636" y="13378"/>
                      <a:pt x="6934" y="13117"/>
                      <a:pt x="7195" y="12819"/>
                    </a:cubicBezTo>
                    <a:cubicBezTo>
                      <a:pt x="7606" y="12409"/>
                      <a:pt x="8080" y="11850"/>
                      <a:pt x="8080" y="11228"/>
                    </a:cubicBezTo>
                    <a:cubicBezTo>
                      <a:pt x="8108" y="10697"/>
                      <a:pt x="7903" y="10082"/>
                      <a:pt x="7698" y="9728"/>
                    </a:cubicBezTo>
                    <a:cubicBezTo>
                      <a:pt x="7669" y="9608"/>
                      <a:pt x="7606" y="9516"/>
                      <a:pt x="7549" y="9402"/>
                    </a:cubicBezTo>
                    <a:cubicBezTo>
                      <a:pt x="7287" y="8928"/>
                      <a:pt x="6962" y="8490"/>
                      <a:pt x="6636" y="8044"/>
                    </a:cubicBezTo>
                    <a:cubicBezTo>
                      <a:pt x="6254" y="7514"/>
                      <a:pt x="5872" y="6983"/>
                      <a:pt x="5575" y="6396"/>
                    </a:cubicBezTo>
                    <a:cubicBezTo>
                      <a:pt x="5455" y="6155"/>
                      <a:pt x="5342" y="5922"/>
                      <a:pt x="5222" y="5625"/>
                    </a:cubicBezTo>
                    <a:cubicBezTo>
                      <a:pt x="5073" y="5335"/>
                      <a:pt x="4924" y="5009"/>
                      <a:pt x="4776" y="4684"/>
                    </a:cubicBezTo>
                    <a:cubicBezTo>
                      <a:pt x="4599" y="4302"/>
                      <a:pt x="4422" y="3892"/>
                      <a:pt x="4217" y="3474"/>
                    </a:cubicBezTo>
                    <a:cubicBezTo>
                      <a:pt x="4132" y="3297"/>
                      <a:pt x="4068" y="3120"/>
                      <a:pt x="3984" y="2944"/>
                    </a:cubicBezTo>
                    <a:cubicBezTo>
                      <a:pt x="3927" y="2887"/>
                      <a:pt x="3892" y="2795"/>
                      <a:pt x="3863" y="2710"/>
                    </a:cubicBezTo>
                    <a:cubicBezTo>
                      <a:pt x="3835" y="2654"/>
                      <a:pt x="3835" y="2562"/>
                      <a:pt x="3807" y="2505"/>
                    </a:cubicBezTo>
                    <a:cubicBezTo>
                      <a:pt x="3686" y="2208"/>
                      <a:pt x="3453" y="1946"/>
                      <a:pt x="3184" y="1734"/>
                    </a:cubicBezTo>
                    <a:cubicBezTo>
                      <a:pt x="3099" y="1649"/>
                      <a:pt x="3007" y="1592"/>
                      <a:pt x="2894" y="1529"/>
                    </a:cubicBezTo>
                    <a:cubicBezTo>
                      <a:pt x="2830" y="1472"/>
                      <a:pt x="2746" y="1416"/>
                      <a:pt x="2654" y="1352"/>
                    </a:cubicBezTo>
                    <a:cubicBezTo>
                      <a:pt x="2540" y="1267"/>
                      <a:pt x="2448" y="1203"/>
                      <a:pt x="2335" y="1118"/>
                    </a:cubicBezTo>
                    <a:cubicBezTo>
                      <a:pt x="2215" y="1062"/>
                      <a:pt x="2095" y="970"/>
                      <a:pt x="1982" y="885"/>
                    </a:cubicBezTo>
                    <a:lnTo>
                      <a:pt x="1239" y="319"/>
                    </a:lnTo>
                    <a:cubicBezTo>
                      <a:pt x="1182" y="262"/>
                      <a:pt x="1154" y="234"/>
                      <a:pt x="1062" y="234"/>
                    </a:cubicBezTo>
                    <a:lnTo>
                      <a:pt x="1034" y="234"/>
                    </a:lnTo>
                    <a:cubicBezTo>
                      <a:pt x="977" y="262"/>
                      <a:pt x="949" y="319"/>
                      <a:pt x="920" y="411"/>
                    </a:cubicBezTo>
                    <a:cubicBezTo>
                      <a:pt x="885" y="588"/>
                      <a:pt x="977" y="793"/>
                      <a:pt x="1182" y="998"/>
                    </a:cubicBezTo>
                    <a:cubicBezTo>
                      <a:pt x="1239" y="1062"/>
                      <a:pt x="1302" y="1090"/>
                      <a:pt x="1359" y="1147"/>
                    </a:cubicBezTo>
                    <a:cubicBezTo>
                      <a:pt x="1508" y="1267"/>
                      <a:pt x="1684" y="1416"/>
                      <a:pt x="1769" y="1592"/>
                    </a:cubicBezTo>
                    <a:cubicBezTo>
                      <a:pt x="1861" y="1677"/>
                      <a:pt x="1861" y="1769"/>
                      <a:pt x="1861" y="1826"/>
                    </a:cubicBezTo>
                    <a:cubicBezTo>
                      <a:pt x="1833" y="1854"/>
                      <a:pt x="1769" y="1854"/>
                      <a:pt x="1741" y="1854"/>
                    </a:cubicBezTo>
                    <a:cubicBezTo>
                      <a:pt x="1592" y="1854"/>
                      <a:pt x="1359" y="1769"/>
                      <a:pt x="1274" y="1649"/>
                    </a:cubicBezTo>
                    <a:cubicBezTo>
                      <a:pt x="1154" y="1529"/>
                      <a:pt x="1097" y="1380"/>
                      <a:pt x="1034" y="1239"/>
                    </a:cubicBezTo>
                    <a:cubicBezTo>
                      <a:pt x="949" y="1062"/>
                      <a:pt x="920" y="885"/>
                      <a:pt x="885" y="736"/>
                    </a:cubicBezTo>
                    <a:cubicBezTo>
                      <a:pt x="857" y="644"/>
                      <a:pt x="828" y="560"/>
                      <a:pt x="828" y="468"/>
                    </a:cubicBezTo>
                    <a:cubicBezTo>
                      <a:pt x="800" y="439"/>
                      <a:pt x="800" y="439"/>
                      <a:pt x="800" y="411"/>
                    </a:cubicBezTo>
                    <a:cubicBezTo>
                      <a:pt x="772" y="262"/>
                      <a:pt x="708" y="1"/>
                      <a:pt x="5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3"/>
              <p:cNvSpPr/>
              <p:nvPr/>
            </p:nvSpPr>
            <p:spPr>
              <a:xfrm>
                <a:off x="2984086" y="4043030"/>
                <a:ext cx="21824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444" extrusionOk="0">
                    <a:moveTo>
                      <a:pt x="29" y="0"/>
                    </a:moveTo>
                    <a:cubicBezTo>
                      <a:pt x="1" y="0"/>
                      <a:pt x="1" y="28"/>
                      <a:pt x="1" y="57"/>
                    </a:cubicBezTo>
                    <a:lnTo>
                      <a:pt x="114" y="531"/>
                    </a:lnTo>
                    <a:cubicBezTo>
                      <a:pt x="234" y="884"/>
                      <a:pt x="354" y="1210"/>
                      <a:pt x="616" y="1415"/>
                    </a:cubicBezTo>
                    <a:lnTo>
                      <a:pt x="616" y="1443"/>
                    </a:lnTo>
                    <a:lnTo>
                      <a:pt x="645" y="1415"/>
                    </a:lnTo>
                    <a:lnTo>
                      <a:pt x="645" y="1387"/>
                    </a:lnTo>
                    <a:cubicBezTo>
                      <a:pt x="383" y="1182"/>
                      <a:pt x="291" y="856"/>
                      <a:pt x="178" y="502"/>
                    </a:cubicBezTo>
                    <a:lnTo>
                      <a:pt x="57" y="28"/>
                    </a:ln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3"/>
              <p:cNvSpPr/>
              <p:nvPr/>
            </p:nvSpPr>
            <p:spPr>
              <a:xfrm>
                <a:off x="2975966" y="4060015"/>
                <a:ext cx="22060" cy="4479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324" extrusionOk="0">
                    <a:moveTo>
                      <a:pt x="29" y="0"/>
                    </a:moveTo>
                    <a:cubicBezTo>
                      <a:pt x="0" y="0"/>
                      <a:pt x="0" y="0"/>
                      <a:pt x="0" y="29"/>
                    </a:cubicBezTo>
                    <a:cubicBezTo>
                      <a:pt x="92" y="439"/>
                      <a:pt x="269" y="856"/>
                      <a:pt x="531" y="1210"/>
                    </a:cubicBezTo>
                    <a:cubicBezTo>
                      <a:pt x="559" y="1267"/>
                      <a:pt x="594" y="1295"/>
                      <a:pt x="623" y="1323"/>
                    </a:cubicBezTo>
                    <a:cubicBezTo>
                      <a:pt x="651" y="1323"/>
                      <a:pt x="651" y="1323"/>
                      <a:pt x="651" y="1295"/>
                    </a:cubicBezTo>
                    <a:lnTo>
                      <a:pt x="651" y="1267"/>
                    </a:lnTo>
                    <a:cubicBezTo>
                      <a:pt x="623" y="1238"/>
                      <a:pt x="594" y="1210"/>
                      <a:pt x="594" y="1182"/>
                    </a:cubicBezTo>
                    <a:cubicBezTo>
                      <a:pt x="326" y="856"/>
                      <a:pt x="149" y="439"/>
                      <a:pt x="64" y="29"/>
                    </a:cubicBezTo>
                    <a:cubicBezTo>
                      <a:pt x="64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3"/>
              <p:cNvSpPr/>
              <p:nvPr/>
            </p:nvSpPr>
            <p:spPr>
              <a:xfrm>
                <a:off x="3098756" y="4110769"/>
                <a:ext cx="1929" cy="13196"/>
              </a:xfrm>
              <a:custGeom>
                <a:avLst/>
                <a:gdLst/>
                <a:ahLst/>
                <a:cxnLst/>
                <a:rect l="l" t="t" r="r" b="b"/>
                <a:pathLst>
                  <a:path w="57" h="390" extrusionOk="0">
                    <a:moveTo>
                      <a:pt x="57" y="0"/>
                    </a:moveTo>
                    <a:lnTo>
                      <a:pt x="0" y="389"/>
                    </a:lnTo>
                    <a:cubicBezTo>
                      <a:pt x="29" y="269"/>
                      <a:pt x="57" y="149"/>
                      <a:pt x="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3"/>
              <p:cNvSpPr/>
              <p:nvPr/>
            </p:nvSpPr>
            <p:spPr>
              <a:xfrm>
                <a:off x="3097809" y="4109788"/>
                <a:ext cx="3857" cy="1512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447" extrusionOk="0">
                    <a:moveTo>
                      <a:pt x="85" y="1"/>
                    </a:moveTo>
                    <a:cubicBezTo>
                      <a:pt x="57" y="1"/>
                      <a:pt x="57" y="29"/>
                      <a:pt x="57" y="29"/>
                    </a:cubicBezTo>
                    <a:cubicBezTo>
                      <a:pt x="57" y="149"/>
                      <a:pt x="28" y="298"/>
                      <a:pt x="0" y="418"/>
                    </a:cubicBezTo>
                    <a:cubicBezTo>
                      <a:pt x="0" y="418"/>
                      <a:pt x="0" y="447"/>
                      <a:pt x="28" y="447"/>
                    </a:cubicBezTo>
                    <a:cubicBezTo>
                      <a:pt x="28" y="447"/>
                      <a:pt x="57" y="447"/>
                      <a:pt x="57" y="418"/>
                    </a:cubicBezTo>
                    <a:cubicBezTo>
                      <a:pt x="85" y="298"/>
                      <a:pt x="113" y="178"/>
                      <a:pt x="113" y="29"/>
                    </a:cubicBezTo>
                    <a:lnTo>
                      <a:pt x="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3"/>
              <p:cNvSpPr/>
              <p:nvPr/>
            </p:nvSpPr>
            <p:spPr>
              <a:xfrm>
                <a:off x="3508542" y="4013085"/>
                <a:ext cx="133851" cy="156318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4620" extrusionOk="0">
                    <a:moveTo>
                      <a:pt x="298" y="1"/>
                    </a:moveTo>
                    <a:lnTo>
                      <a:pt x="298" y="1"/>
                    </a:lnTo>
                    <a:cubicBezTo>
                      <a:pt x="326" y="1005"/>
                      <a:pt x="270" y="1946"/>
                      <a:pt x="206" y="2802"/>
                    </a:cubicBezTo>
                    <a:cubicBezTo>
                      <a:pt x="178" y="3213"/>
                      <a:pt x="149" y="3510"/>
                      <a:pt x="1" y="3863"/>
                    </a:cubicBezTo>
                    <a:cubicBezTo>
                      <a:pt x="680" y="4161"/>
                      <a:pt x="1154" y="4514"/>
                      <a:pt x="1861" y="4571"/>
                    </a:cubicBezTo>
                    <a:cubicBezTo>
                      <a:pt x="2087" y="4601"/>
                      <a:pt x="2339" y="4620"/>
                      <a:pt x="2597" y="4620"/>
                    </a:cubicBezTo>
                    <a:cubicBezTo>
                      <a:pt x="3074" y="4620"/>
                      <a:pt x="3570" y="4554"/>
                      <a:pt x="3955" y="4366"/>
                    </a:cubicBezTo>
                    <a:cubicBezTo>
                      <a:pt x="3481" y="3099"/>
                      <a:pt x="3602" y="1798"/>
                      <a:pt x="3566" y="531"/>
                    </a:cubicBezTo>
                    <a:cubicBezTo>
                      <a:pt x="3566" y="355"/>
                      <a:pt x="3566" y="178"/>
                      <a:pt x="3538" y="29"/>
                    </a:cubicBez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FF4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3"/>
              <p:cNvSpPr/>
              <p:nvPr/>
            </p:nvSpPr>
            <p:spPr>
              <a:xfrm>
                <a:off x="3314189" y="4099874"/>
                <a:ext cx="514664" cy="610519"/>
              </a:xfrm>
              <a:custGeom>
                <a:avLst/>
                <a:gdLst/>
                <a:ahLst/>
                <a:cxnLst/>
                <a:rect l="l" t="t" r="r" b="b"/>
                <a:pathLst>
                  <a:path w="15211" h="18044" extrusionOk="0">
                    <a:moveTo>
                      <a:pt x="7102" y="0"/>
                    </a:moveTo>
                    <a:cubicBezTo>
                      <a:pt x="6984" y="0"/>
                      <a:pt x="6867" y="1"/>
                      <a:pt x="6749" y="4"/>
                    </a:cubicBezTo>
                    <a:cubicBezTo>
                      <a:pt x="5306" y="32"/>
                      <a:pt x="2059" y="824"/>
                      <a:pt x="1146" y="1978"/>
                    </a:cubicBezTo>
                    <a:cubicBezTo>
                      <a:pt x="0" y="3506"/>
                      <a:pt x="616" y="5748"/>
                      <a:pt x="1825" y="7043"/>
                    </a:cubicBezTo>
                    <a:cubicBezTo>
                      <a:pt x="1592" y="8281"/>
                      <a:pt x="1387" y="9491"/>
                      <a:pt x="1267" y="10729"/>
                    </a:cubicBezTo>
                    <a:cubicBezTo>
                      <a:pt x="1146" y="11818"/>
                      <a:pt x="1295" y="12971"/>
                      <a:pt x="913" y="14004"/>
                    </a:cubicBezTo>
                    <a:cubicBezTo>
                      <a:pt x="821" y="14181"/>
                      <a:pt x="736" y="14358"/>
                      <a:pt x="708" y="14563"/>
                    </a:cubicBezTo>
                    <a:cubicBezTo>
                      <a:pt x="679" y="14768"/>
                      <a:pt x="679" y="14945"/>
                      <a:pt x="708" y="15150"/>
                    </a:cubicBezTo>
                    <a:cubicBezTo>
                      <a:pt x="856" y="16155"/>
                      <a:pt x="1323" y="17187"/>
                      <a:pt x="2208" y="17654"/>
                    </a:cubicBezTo>
                    <a:cubicBezTo>
                      <a:pt x="2858" y="18043"/>
                      <a:pt x="3622" y="18043"/>
                      <a:pt x="4358" y="18043"/>
                    </a:cubicBezTo>
                    <a:cubicBezTo>
                      <a:pt x="7280" y="18008"/>
                      <a:pt x="10194" y="17718"/>
                      <a:pt x="13088" y="17393"/>
                    </a:cubicBezTo>
                    <a:cubicBezTo>
                      <a:pt x="13265" y="17393"/>
                      <a:pt x="13442" y="17364"/>
                      <a:pt x="13590" y="17336"/>
                    </a:cubicBezTo>
                    <a:cubicBezTo>
                      <a:pt x="13767" y="17301"/>
                      <a:pt x="13944" y="17272"/>
                      <a:pt x="14085" y="17187"/>
                    </a:cubicBezTo>
                    <a:cubicBezTo>
                      <a:pt x="14616" y="16982"/>
                      <a:pt x="15033" y="16452"/>
                      <a:pt x="15090" y="15886"/>
                    </a:cubicBezTo>
                    <a:cubicBezTo>
                      <a:pt x="15210" y="15037"/>
                      <a:pt x="14736" y="14266"/>
                      <a:pt x="14588" y="13445"/>
                    </a:cubicBezTo>
                    <a:cubicBezTo>
                      <a:pt x="14503" y="13056"/>
                      <a:pt x="14503" y="12646"/>
                      <a:pt x="14326" y="12292"/>
                    </a:cubicBezTo>
                    <a:cubicBezTo>
                      <a:pt x="14234" y="12115"/>
                      <a:pt x="14121" y="11967"/>
                      <a:pt x="14029" y="11818"/>
                    </a:cubicBezTo>
                    <a:cubicBezTo>
                      <a:pt x="13732" y="11231"/>
                      <a:pt x="13972" y="10700"/>
                      <a:pt x="13944" y="10113"/>
                    </a:cubicBezTo>
                    <a:cubicBezTo>
                      <a:pt x="13944" y="9554"/>
                      <a:pt x="13880" y="8988"/>
                      <a:pt x="13880" y="8401"/>
                    </a:cubicBezTo>
                    <a:cubicBezTo>
                      <a:pt x="13880" y="8047"/>
                      <a:pt x="13880" y="7665"/>
                      <a:pt x="13944" y="7283"/>
                    </a:cubicBezTo>
                    <a:cubicBezTo>
                      <a:pt x="14000" y="6901"/>
                      <a:pt x="14149" y="6512"/>
                      <a:pt x="14206" y="6130"/>
                    </a:cubicBezTo>
                    <a:cubicBezTo>
                      <a:pt x="14588" y="4213"/>
                      <a:pt x="13526" y="1829"/>
                      <a:pt x="11730" y="945"/>
                    </a:cubicBezTo>
                    <a:cubicBezTo>
                      <a:pt x="10333" y="233"/>
                      <a:pt x="8702" y="0"/>
                      <a:pt x="710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3"/>
              <p:cNvSpPr/>
              <p:nvPr/>
            </p:nvSpPr>
            <p:spPr>
              <a:xfrm>
                <a:off x="3063804" y="4101904"/>
                <a:ext cx="450750" cy="394009"/>
              </a:xfrm>
              <a:custGeom>
                <a:avLst/>
                <a:gdLst/>
                <a:ahLst/>
                <a:cxnLst/>
                <a:rect l="l" t="t" r="r" b="b"/>
                <a:pathLst>
                  <a:path w="13322" h="11645" extrusionOk="0">
                    <a:moveTo>
                      <a:pt x="13322" y="0"/>
                    </a:moveTo>
                    <a:lnTo>
                      <a:pt x="13322" y="0"/>
                    </a:lnTo>
                    <a:cubicBezTo>
                      <a:pt x="13088" y="29"/>
                      <a:pt x="12855" y="57"/>
                      <a:pt x="12614" y="85"/>
                    </a:cubicBezTo>
                    <a:cubicBezTo>
                      <a:pt x="11114" y="326"/>
                      <a:pt x="9699" y="941"/>
                      <a:pt x="8490" y="1889"/>
                    </a:cubicBezTo>
                    <a:cubicBezTo>
                      <a:pt x="7690" y="2505"/>
                      <a:pt x="6983" y="3240"/>
                      <a:pt x="6339" y="4012"/>
                    </a:cubicBezTo>
                    <a:cubicBezTo>
                      <a:pt x="5717" y="4747"/>
                      <a:pt x="5158" y="5745"/>
                      <a:pt x="4422" y="6339"/>
                    </a:cubicBezTo>
                    <a:cubicBezTo>
                      <a:pt x="4040" y="5780"/>
                      <a:pt x="3715" y="5186"/>
                      <a:pt x="3417" y="4599"/>
                    </a:cubicBezTo>
                    <a:cubicBezTo>
                      <a:pt x="3361" y="4450"/>
                      <a:pt x="3269" y="4273"/>
                      <a:pt x="3156" y="4153"/>
                    </a:cubicBezTo>
                    <a:cubicBezTo>
                      <a:pt x="3092" y="4040"/>
                      <a:pt x="2979" y="3976"/>
                      <a:pt x="2915" y="3863"/>
                    </a:cubicBezTo>
                    <a:cubicBezTo>
                      <a:pt x="2802" y="3714"/>
                      <a:pt x="2802" y="3509"/>
                      <a:pt x="2710" y="3332"/>
                    </a:cubicBezTo>
                    <a:cubicBezTo>
                      <a:pt x="2653" y="3156"/>
                      <a:pt x="2533" y="2979"/>
                      <a:pt x="2328" y="2979"/>
                    </a:cubicBezTo>
                    <a:cubicBezTo>
                      <a:pt x="1741" y="3538"/>
                      <a:pt x="765" y="3594"/>
                      <a:pt x="121" y="4096"/>
                    </a:cubicBezTo>
                    <a:cubicBezTo>
                      <a:pt x="57" y="4125"/>
                      <a:pt x="29" y="4153"/>
                      <a:pt x="29" y="4217"/>
                    </a:cubicBezTo>
                    <a:cubicBezTo>
                      <a:pt x="1" y="4245"/>
                      <a:pt x="1" y="4273"/>
                      <a:pt x="29" y="4330"/>
                    </a:cubicBezTo>
                    <a:cubicBezTo>
                      <a:pt x="149" y="4981"/>
                      <a:pt x="234" y="5660"/>
                      <a:pt x="354" y="6339"/>
                    </a:cubicBezTo>
                    <a:cubicBezTo>
                      <a:pt x="503" y="6983"/>
                      <a:pt x="531" y="7690"/>
                      <a:pt x="736" y="8313"/>
                    </a:cubicBezTo>
                    <a:cubicBezTo>
                      <a:pt x="941" y="9225"/>
                      <a:pt x="1267" y="10138"/>
                      <a:pt x="1918" y="10789"/>
                    </a:cubicBezTo>
                    <a:cubicBezTo>
                      <a:pt x="2179" y="11051"/>
                      <a:pt x="2682" y="11291"/>
                      <a:pt x="3035" y="11440"/>
                    </a:cubicBezTo>
                    <a:cubicBezTo>
                      <a:pt x="3509" y="11617"/>
                      <a:pt x="4040" y="11645"/>
                      <a:pt x="4542" y="11645"/>
                    </a:cubicBezTo>
                    <a:cubicBezTo>
                      <a:pt x="5603" y="11617"/>
                      <a:pt x="6629" y="11263"/>
                      <a:pt x="7429" y="10584"/>
                    </a:cubicBezTo>
                    <a:cubicBezTo>
                      <a:pt x="7754" y="10315"/>
                      <a:pt x="8044" y="9989"/>
                      <a:pt x="8341" y="9699"/>
                    </a:cubicBezTo>
                    <a:cubicBezTo>
                      <a:pt x="8872" y="9105"/>
                      <a:pt x="9402" y="8610"/>
                      <a:pt x="9756" y="7902"/>
                    </a:cubicBezTo>
                    <a:cubicBezTo>
                      <a:pt x="9990" y="7457"/>
                      <a:pt x="10258" y="6983"/>
                      <a:pt x="10520" y="6544"/>
                    </a:cubicBezTo>
                    <a:cubicBezTo>
                      <a:pt x="10665" y="6254"/>
                      <a:pt x="11513" y="4390"/>
                      <a:pt x="11967" y="4390"/>
                    </a:cubicBezTo>
                    <a:cubicBezTo>
                      <a:pt x="11978" y="4390"/>
                      <a:pt x="11988" y="4391"/>
                      <a:pt x="11999" y="4394"/>
                    </a:cubicBezTo>
                    <a:cubicBezTo>
                      <a:pt x="12204" y="4422"/>
                      <a:pt x="12409" y="4450"/>
                      <a:pt x="12642" y="4478"/>
                    </a:cubicBezTo>
                    <a:cubicBezTo>
                      <a:pt x="12642" y="3920"/>
                      <a:pt x="12678" y="3361"/>
                      <a:pt x="12706" y="2802"/>
                    </a:cubicBezTo>
                    <a:cubicBezTo>
                      <a:pt x="12734" y="2505"/>
                      <a:pt x="12734" y="2208"/>
                      <a:pt x="12734" y="1918"/>
                    </a:cubicBezTo>
                    <a:cubicBezTo>
                      <a:pt x="12734" y="1712"/>
                      <a:pt x="12642" y="1415"/>
                      <a:pt x="12678" y="1210"/>
                    </a:cubicBezTo>
                    <a:cubicBezTo>
                      <a:pt x="12791" y="764"/>
                      <a:pt x="13031" y="354"/>
                      <a:pt x="133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3"/>
              <p:cNvSpPr/>
              <p:nvPr/>
            </p:nvSpPr>
            <p:spPr>
              <a:xfrm>
                <a:off x="3615294" y="4107893"/>
                <a:ext cx="352155" cy="391031"/>
              </a:xfrm>
              <a:custGeom>
                <a:avLst/>
                <a:gdLst/>
                <a:ahLst/>
                <a:cxnLst/>
                <a:rect l="l" t="t" r="r" b="b"/>
                <a:pathLst>
                  <a:path w="10408" h="11557" extrusionOk="0">
                    <a:moveTo>
                      <a:pt x="1" y="0"/>
                    </a:moveTo>
                    <a:lnTo>
                      <a:pt x="1" y="4301"/>
                    </a:lnTo>
                    <a:cubicBezTo>
                      <a:pt x="206" y="4273"/>
                      <a:pt x="447" y="4245"/>
                      <a:pt x="652" y="4217"/>
                    </a:cubicBezTo>
                    <a:cubicBezTo>
                      <a:pt x="652" y="4216"/>
                      <a:pt x="652" y="4216"/>
                      <a:pt x="653" y="4216"/>
                    </a:cubicBezTo>
                    <a:cubicBezTo>
                      <a:pt x="781" y="4216"/>
                      <a:pt x="3242" y="8463"/>
                      <a:pt x="3538" y="8872"/>
                    </a:cubicBezTo>
                    <a:cubicBezTo>
                      <a:pt x="4422" y="10025"/>
                      <a:pt x="5483" y="11227"/>
                      <a:pt x="7019" y="11496"/>
                    </a:cubicBezTo>
                    <a:cubicBezTo>
                      <a:pt x="7216" y="11535"/>
                      <a:pt x="7428" y="11556"/>
                      <a:pt x="7646" y="11556"/>
                    </a:cubicBezTo>
                    <a:cubicBezTo>
                      <a:pt x="8572" y="11556"/>
                      <a:pt x="9590" y="11180"/>
                      <a:pt x="9877" y="10230"/>
                    </a:cubicBezTo>
                    <a:cubicBezTo>
                      <a:pt x="10407" y="8341"/>
                      <a:pt x="8370" y="5957"/>
                      <a:pt x="7280" y="4627"/>
                    </a:cubicBezTo>
                    <a:cubicBezTo>
                      <a:pt x="5894" y="2915"/>
                      <a:pt x="3715" y="439"/>
                      <a:pt x="1387" y="177"/>
                    </a:cubicBezTo>
                    <a:cubicBezTo>
                      <a:pt x="708" y="85"/>
                      <a:pt x="680" y="85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3"/>
              <p:cNvSpPr/>
              <p:nvPr/>
            </p:nvSpPr>
            <p:spPr>
              <a:xfrm>
                <a:off x="3438908" y="3866644"/>
                <a:ext cx="165419" cy="192860"/>
              </a:xfrm>
              <a:custGeom>
                <a:avLst/>
                <a:gdLst/>
                <a:ahLst/>
                <a:cxnLst/>
                <a:rect l="l" t="t" r="r" b="b"/>
                <a:pathLst>
                  <a:path w="4889" h="5700" extrusionOk="0">
                    <a:moveTo>
                      <a:pt x="2467" y="1"/>
                    </a:moveTo>
                    <a:cubicBezTo>
                      <a:pt x="2339" y="1"/>
                      <a:pt x="2212" y="17"/>
                      <a:pt x="2087" y="56"/>
                    </a:cubicBezTo>
                    <a:cubicBezTo>
                      <a:pt x="1910" y="84"/>
                      <a:pt x="1733" y="176"/>
                      <a:pt x="1556" y="289"/>
                    </a:cubicBezTo>
                    <a:cubicBezTo>
                      <a:pt x="1443" y="353"/>
                      <a:pt x="1295" y="410"/>
                      <a:pt x="1174" y="530"/>
                    </a:cubicBezTo>
                    <a:cubicBezTo>
                      <a:pt x="884" y="792"/>
                      <a:pt x="672" y="1237"/>
                      <a:pt x="616" y="1619"/>
                    </a:cubicBezTo>
                    <a:cubicBezTo>
                      <a:pt x="531" y="1909"/>
                      <a:pt x="467" y="2235"/>
                      <a:pt x="439" y="2560"/>
                    </a:cubicBezTo>
                    <a:cubicBezTo>
                      <a:pt x="354" y="2794"/>
                      <a:pt x="234" y="3034"/>
                      <a:pt x="57" y="3239"/>
                    </a:cubicBezTo>
                    <a:cubicBezTo>
                      <a:pt x="0" y="3324"/>
                      <a:pt x="0" y="3445"/>
                      <a:pt x="85" y="3473"/>
                    </a:cubicBezTo>
                    <a:cubicBezTo>
                      <a:pt x="177" y="3501"/>
                      <a:pt x="262" y="3536"/>
                      <a:pt x="382" y="3536"/>
                    </a:cubicBezTo>
                    <a:cubicBezTo>
                      <a:pt x="354" y="3742"/>
                      <a:pt x="354" y="3947"/>
                      <a:pt x="382" y="4152"/>
                    </a:cubicBezTo>
                    <a:cubicBezTo>
                      <a:pt x="382" y="4626"/>
                      <a:pt x="467" y="5185"/>
                      <a:pt x="884" y="5482"/>
                    </a:cubicBezTo>
                    <a:cubicBezTo>
                      <a:pt x="1104" y="5635"/>
                      <a:pt x="1402" y="5699"/>
                      <a:pt x="1727" y="5699"/>
                    </a:cubicBezTo>
                    <a:cubicBezTo>
                      <a:pt x="2452" y="5699"/>
                      <a:pt x="3313" y="5383"/>
                      <a:pt x="3742" y="5036"/>
                    </a:cubicBezTo>
                    <a:cubicBezTo>
                      <a:pt x="4273" y="4598"/>
                      <a:pt x="4627" y="3947"/>
                      <a:pt x="4775" y="3268"/>
                    </a:cubicBezTo>
                    <a:cubicBezTo>
                      <a:pt x="4888" y="2652"/>
                      <a:pt x="4860" y="1973"/>
                      <a:pt x="4598" y="1414"/>
                    </a:cubicBezTo>
                    <a:cubicBezTo>
                      <a:pt x="4301" y="820"/>
                      <a:pt x="3856" y="438"/>
                      <a:pt x="3268" y="176"/>
                    </a:cubicBezTo>
                    <a:cubicBezTo>
                      <a:pt x="3009" y="75"/>
                      <a:pt x="2737" y="1"/>
                      <a:pt x="2467" y="1"/>
                    </a:cubicBezTo>
                    <a:close/>
                  </a:path>
                </a:pathLst>
              </a:custGeom>
              <a:solidFill>
                <a:srgbClr val="FCBA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3"/>
              <p:cNvSpPr/>
              <p:nvPr/>
            </p:nvSpPr>
            <p:spPr>
              <a:xfrm>
                <a:off x="3437690" y="3865392"/>
                <a:ext cx="167585" cy="194653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5753" extrusionOk="0">
                    <a:moveTo>
                      <a:pt x="2512" y="65"/>
                    </a:moveTo>
                    <a:cubicBezTo>
                      <a:pt x="2746" y="65"/>
                      <a:pt x="3043" y="121"/>
                      <a:pt x="3304" y="241"/>
                    </a:cubicBezTo>
                    <a:cubicBezTo>
                      <a:pt x="3927" y="532"/>
                      <a:pt x="4337" y="921"/>
                      <a:pt x="4599" y="1451"/>
                    </a:cubicBezTo>
                    <a:cubicBezTo>
                      <a:pt x="4840" y="1982"/>
                      <a:pt x="4896" y="2626"/>
                      <a:pt x="4776" y="3276"/>
                    </a:cubicBezTo>
                    <a:cubicBezTo>
                      <a:pt x="4634" y="4012"/>
                      <a:pt x="4245" y="4635"/>
                      <a:pt x="3750" y="5073"/>
                    </a:cubicBezTo>
                    <a:cubicBezTo>
                      <a:pt x="3361" y="5370"/>
                      <a:pt x="2512" y="5696"/>
                      <a:pt x="1769" y="5696"/>
                    </a:cubicBezTo>
                    <a:cubicBezTo>
                      <a:pt x="1416" y="5696"/>
                      <a:pt x="1126" y="5632"/>
                      <a:pt x="949" y="5484"/>
                    </a:cubicBezTo>
                    <a:cubicBezTo>
                      <a:pt x="531" y="5194"/>
                      <a:pt x="446" y="4599"/>
                      <a:pt x="446" y="4189"/>
                    </a:cubicBezTo>
                    <a:cubicBezTo>
                      <a:pt x="446" y="3984"/>
                      <a:pt x="418" y="3779"/>
                      <a:pt x="446" y="3573"/>
                    </a:cubicBezTo>
                    <a:lnTo>
                      <a:pt x="418" y="3538"/>
                    </a:lnTo>
                    <a:cubicBezTo>
                      <a:pt x="326" y="3538"/>
                      <a:pt x="241" y="3510"/>
                      <a:pt x="149" y="3482"/>
                    </a:cubicBezTo>
                    <a:cubicBezTo>
                      <a:pt x="121" y="3453"/>
                      <a:pt x="93" y="3453"/>
                      <a:pt x="93" y="3397"/>
                    </a:cubicBezTo>
                    <a:cubicBezTo>
                      <a:pt x="64" y="3361"/>
                      <a:pt x="93" y="3333"/>
                      <a:pt x="121" y="3305"/>
                    </a:cubicBezTo>
                    <a:cubicBezTo>
                      <a:pt x="270" y="3128"/>
                      <a:pt x="390" y="2923"/>
                      <a:pt x="503" y="2597"/>
                    </a:cubicBezTo>
                    <a:cubicBezTo>
                      <a:pt x="531" y="2272"/>
                      <a:pt x="595" y="1982"/>
                      <a:pt x="680" y="1656"/>
                    </a:cubicBezTo>
                    <a:cubicBezTo>
                      <a:pt x="743" y="1303"/>
                      <a:pt x="949" y="857"/>
                      <a:pt x="1239" y="595"/>
                    </a:cubicBezTo>
                    <a:cubicBezTo>
                      <a:pt x="1331" y="475"/>
                      <a:pt x="1479" y="418"/>
                      <a:pt x="1628" y="326"/>
                    </a:cubicBezTo>
                    <a:cubicBezTo>
                      <a:pt x="1769" y="241"/>
                      <a:pt x="1946" y="149"/>
                      <a:pt x="2123" y="121"/>
                    </a:cubicBezTo>
                    <a:cubicBezTo>
                      <a:pt x="2243" y="65"/>
                      <a:pt x="2364" y="65"/>
                      <a:pt x="2512" y="65"/>
                    </a:cubicBezTo>
                    <a:close/>
                    <a:moveTo>
                      <a:pt x="2527" y="1"/>
                    </a:moveTo>
                    <a:cubicBezTo>
                      <a:pt x="2387" y="1"/>
                      <a:pt x="2251" y="21"/>
                      <a:pt x="2123" y="65"/>
                    </a:cubicBezTo>
                    <a:cubicBezTo>
                      <a:pt x="1918" y="93"/>
                      <a:pt x="1741" y="213"/>
                      <a:pt x="1592" y="298"/>
                    </a:cubicBezTo>
                    <a:cubicBezTo>
                      <a:pt x="1451" y="355"/>
                      <a:pt x="1302" y="447"/>
                      <a:pt x="1182" y="532"/>
                    </a:cubicBezTo>
                    <a:cubicBezTo>
                      <a:pt x="885" y="800"/>
                      <a:pt x="680" y="1303"/>
                      <a:pt x="623" y="1656"/>
                    </a:cubicBezTo>
                    <a:cubicBezTo>
                      <a:pt x="531" y="1946"/>
                      <a:pt x="475" y="2272"/>
                      <a:pt x="446" y="2569"/>
                    </a:cubicBezTo>
                    <a:cubicBezTo>
                      <a:pt x="326" y="2894"/>
                      <a:pt x="213" y="3100"/>
                      <a:pt x="64" y="3248"/>
                    </a:cubicBezTo>
                    <a:cubicBezTo>
                      <a:pt x="36" y="3305"/>
                      <a:pt x="1" y="3361"/>
                      <a:pt x="36" y="3425"/>
                    </a:cubicBezTo>
                    <a:cubicBezTo>
                      <a:pt x="36" y="3482"/>
                      <a:pt x="64" y="3510"/>
                      <a:pt x="121" y="3538"/>
                    </a:cubicBezTo>
                    <a:cubicBezTo>
                      <a:pt x="213" y="3573"/>
                      <a:pt x="298" y="3602"/>
                      <a:pt x="390" y="3602"/>
                    </a:cubicBezTo>
                    <a:cubicBezTo>
                      <a:pt x="354" y="3807"/>
                      <a:pt x="390" y="3984"/>
                      <a:pt x="390" y="4189"/>
                    </a:cubicBezTo>
                    <a:cubicBezTo>
                      <a:pt x="390" y="4599"/>
                      <a:pt x="475" y="5222"/>
                      <a:pt x="885" y="5519"/>
                    </a:cubicBezTo>
                    <a:cubicBezTo>
                      <a:pt x="1126" y="5696"/>
                      <a:pt x="1387" y="5752"/>
                      <a:pt x="1769" y="5752"/>
                    </a:cubicBezTo>
                    <a:cubicBezTo>
                      <a:pt x="2512" y="5752"/>
                      <a:pt x="3396" y="5427"/>
                      <a:pt x="3778" y="5102"/>
                    </a:cubicBezTo>
                    <a:cubicBezTo>
                      <a:pt x="4309" y="4691"/>
                      <a:pt x="4691" y="4040"/>
                      <a:pt x="4840" y="3305"/>
                    </a:cubicBezTo>
                    <a:cubicBezTo>
                      <a:pt x="4953" y="2626"/>
                      <a:pt x="4896" y="1982"/>
                      <a:pt x="4663" y="1451"/>
                    </a:cubicBezTo>
                    <a:cubicBezTo>
                      <a:pt x="4394" y="885"/>
                      <a:pt x="3955" y="475"/>
                      <a:pt x="3304" y="178"/>
                    </a:cubicBezTo>
                    <a:cubicBezTo>
                      <a:pt x="3042" y="65"/>
                      <a:pt x="2777" y="1"/>
                      <a:pt x="25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3"/>
              <p:cNvSpPr/>
              <p:nvPr/>
            </p:nvSpPr>
            <p:spPr>
              <a:xfrm>
                <a:off x="3451833" y="3999212"/>
                <a:ext cx="8865" cy="1624"/>
              </a:xfrm>
              <a:custGeom>
                <a:avLst/>
                <a:gdLst/>
                <a:ahLst/>
                <a:cxnLst/>
                <a:rect l="l" t="t" r="r" b="b"/>
                <a:pathLst>
                  <a:path w="262" h="4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3" y="34"/>
                      <a:pt x="88" y="47"/>
                      <a:pt x="145" y="47"/>
                    </a:cubicBezTo>
                    <a:cubicBezTo>
                      <a:pt x="185" y="47"/>
                      <a:pt x="227" y="41"/>
                      <a:pt x="262" y="2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3"/>
              <p:cNvSpPr/>
              <p:nvPr/>
            </p:nvSpPr>
            <p:spPr>
              <a:xfrm>
                <a:off x="3449667" y="3998265"/>
                <a:ext cx="13196" cy="3857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14" extrusionOk="0">
                    <a:moveTo>
                      <a:pt x="36" y="0"/>
                    </a:moveTo>
                    <a:cubicBezTo>
                      <a:pt x="0" y="29"/>
                      <a:pt x="36" y="29"/>
                      <a:pt x="36" y="57"/>
                    </a:cubicBezTo>
                    <a:cubicBezTo>
                      <a:pt x="92" y="85"/>
                      <a:pt x="177" y="113"/>
                      <a:pt x="269" y="113"/>
                    </a:cubicBezTo>
                    <a:cubicBezTo>
                      <a:pt x="298" y="113"/>
                      <a:pt x="326" y="113"/>
                      <a:pt x="354" y="85"/>
                    </a:cubicBezTo>
                    <a:cubicBezTo>
                      <a:pt x="354" y="85"/>
                      <a:pt x="389" y="85"/>
                      <a:pt x="354" y="57"/>
                    </a:cubicBezTo>
                    <a:cubicBezTo>
                      <a:pt x="354" y="57"/>
                      <a:pt x="354" y="44"/>
                      <a:pt x="346" y="44"/>
                    </a:cubicBezTo>
                    <a:cubicBezTo>
                      <a:pt x="342" y="44"/>
                      <a:pt x="335" y="47"/>
                      <a:pt x="326" y="57"/>
                    </a:cubicBezTo>
                    <a:cubicBezTo>
                      <a:pt x="241" y="57"/>
                      <a:pt x="149" y="57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3"/>
              <p:cNvSpPr/>
              <p:nvPr/>
            </p:nvSpPr>
            <p:spPr>
              <a:xfrm>
                <a:off x="3451833" y="3852196"/>
                <a:ext cx="279105" cy="301842"/>
              </a:xfrm>
              <a:custGeom>
                <a:avLst/>
                <a:gdLst/>
                <a:ahLst/>
                <a:cxnLst/>
                <a:rect l="l" t="t" r="r" b="b"/>
                <a:pathLst>
                  <a:path w="8249" h="8921" extrusionOk="0">
                    <a:moveTo>
                      <a:pt x="3292" y="1"/>
                    </a:moveTo>
                    <a:cubicBezTo>
                      <a:pt x="2650" y="1"/>
                      <a:pt x="1995" y="68"/>
                      <a:pt x="1415" y="334"/>
                    </a:cubicBezTo>
                    <a:cubicBezTo>
                      <a:pt x="736" y="603"/>
                      <a:pt x="177" y="1190"/>
                      <a:pt x="0" y="1869"/>
                    </a:cubicBezTo>
                    <a:cubicBezTo>
                      <a:pt x="0" y="1926"/>
                      <a:pt x="28" y="1983"/>
                      <a:pt x="85" y="1983"/>
                    </a:cubicBezTo>
                    <a:cubicBezTo>
                      <a:pt x="205" y="2018"/>
                      <a:pt x="382" y="2103"/>
                      <a:pt x="410" y="2103"/>
                    </a:cubicBezTo>
                    <a:cubicBezTo>
                      <a:pt x="587" y="2280"/>
                      <a:pt x="502" y="2372"/>
                      <a:pt x="559" y="2549"/>
                    </a:cubicBezTo>
                    <a:cubicBezTo>
                      <a:pt x="559" y="2605"/>
                      <a:pt x="587" y="2662"/>
                      <a:pt x="616" y="2725"/>
                    </a:cubicBezTo>
                    <a:cubicBezTo>
                      <a:pt x="764" y="2987"/>
                      <a:pt x="941" y="3164"/>
                      <a:pt x="969" y="3461"/>
                    </a:cubicBezTo>
                    <a:cubicBezTo>
                      <a:pt x="998" y="3815"/>
                      <a:pt x="821" y="4048"/>
                      <a:pt x="644" y="4346"/>
                    </a:cubicBezTo>
                    <a:cubicBezTo>
                      <a:pt x="439" y="4756"/>
                      <a:pt x="439" y="5230"/>
                      <a:pt x="736" y="5612"/>
                    </a:cubicBezTo>
                    <a:cubicBezTo>
                      <a:pt x="884" y="5845"/>
                      <a:pt x="1090" y="6022"/>
                      <a:pt x="1295" y="6227"/>
                    </a:cubicBezTo>
                    <a:cubicBezTo>
                      <a:pt x="1472" y="6440"/>
                      <a:pt x="1620" y="6673"/>
                      <a:pt x="1620" y="6970"/>
                    </a:cubicBezTo>
                    <a:cubicBezTo>
                      <a:pt x="1648" y="7112"/>
                      <a:pt x="1592" y="7288"/>
                      <a:pt x="1592" y="7465"/>
                    </a:cubicBezTo>
                    <a:cubicBezTo>
                      <a:pt x="1592" y="7883"/>
                      <a:pt x="1946" y="8236"/>
                      <a:pt x="2328" y="8442"/>
                    </a:cubicBezTo>
                    <a:cubicBezTo>
                      <a:pt x="2829" y="8745"/>
                      <a:pt x="3408" y="8920"/>
                      <a:pt x="3986" y="8920"/>
                    </a:cubicBezTo>
                    <a:cubicBezTo>
                      <a:pt x="4192" y="8920"/>
                      <a:pt x="4397" y="8898"/>
                      <a:pt x="4598" y="8852"/>
                    </a:cubicBezTo>
                    <a:cubicBezTo>
                      <a:pt x="5334" y="8675"/>
                      <a:pt x="5950" y="8173"/>
                      <a:pt x="6657" y="7854"/>
                    </a:cubicBezTo>
                    <a:cubicBezTo>
                      <a:pt x="7103" y="7642"/>
                      <a:pt x="7633" y="7437"/>
                      <a:pt x="7930" y="7027"/>
                    </a:cubicBezTo>
                    <a:cubicBezTo>
                      <a:pt x="8192" y="6645"/>
                      <a:pt x="8249" y="6050"/>
                      <a:pt x="8192" y="5584"/>
                    </a:cubicBezTo>
                    <a:cubicBezTo>
                      <a:pt x="8072" y="4933"/>
                      <a:pt x="7754" y="4346"/>
                      <a:pt x="7336" y="3843"/>
                    </a:cubicBezTo>
                    <a:cubicBezTo>
                      <a:pt x="6926" y="3313"/>
                      <a:pt x="6395" y="2839"/>
                      <a:pt x="6162" y="2223"/>
                    </a:cubicBezTo>
                    <a:cubicBezTo>
                      <a:pt x="5893" y="1629"/>
                      <a:pt x="5836" y="922"/>
                      <a:pt x="5362" y="483"/>
                    </a:cubicBezTo>
                    <a:cubicBezTo>
                      <a:pt x="4952" y="73"/>
                      <a:pt x="4301" y="9"/>
                      <a:pt x="3714" y="9"/>
                    </a:cubicBezTo>
                    <a:cubicBezTo>
                      <a:pt x="3575" y="4"/>
                      <a:pt x="3434" y="1"/>
                      <a:pt x="32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3"/>
              <p:cNvSpPr/>
              <p:nvPr/>
            </p:nvSpPr>
            <p:spPr>
              <a:xfrm>
                <a:off x="3558585" y="3808142"/>
                <a:ext cx="77990" cy="56572"/>
              </a:xfrm>
              <a:custGeom>
                <a:avLst/>
                <a:gdLst/>
                <a:ahLst/>
                <a:cxnLst/>
                <a:rect l="l" t="t" r="r" b="b"/>
                <a:pathLst>
                  <a:path w="2305" h="1672" extrusionOk="0">
                    <a:moveTo>
                      <a:pt x="1029" y="1"/>
                    </a:moveTo>
                    <a:cubicBezTo>
                      <a:pt x="874" y="1"/>
                      <a:pt x="724" y="26"/>
                      <a:pt x="587" y="101"/>
                    </a:cubicBezTo>
                    <a:cubicBezTo>
                      <a:pt x="29" y="490"/>
                      <a:pt x="0" y="1516"/>
                      <a:pt x="736" y="1665"/>
                    </a:cubicBezTo>
                    <a:cubicBezTo>
                      <a:pt x="769" y="1669"/>
                      <a:pt x="803" y="1672"/>
                      <a:pt x="838" y="1672"/>
                    </a:cubicBezTo>
                    <a:cubicBezTo>
                      <a:pt x="1474" y="1672"/>
                      <a:pt x="2305" y="897"/>
                      <a:pt x="1882" y="313"/>
                    </a:cubicBezTo>
                    <a:cubicBezTo>
                      <a:pt x="1733" y="101"/>
                      <a:pt x="1500" y="45"/>
                      <a:pt x="1267" y="16"/>
                    </a:cubicBezTo>
                    <a:cubicBezTo>
                      <a:pt x="1186" y="7"/>
                      <a:pt x="1107" y="1"/>
                      <a:pt x="10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3"/>
              <p:cNvSpPr/>
              <p:nvPr/>
            </p:nvSpPr>
            <p:spPr>
              <a:xfrm>
                <a:off x="3363014" y="4317336"/>
                <a:ext cx="32820" cy="96734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859" extrusionOk="0">
                    <a:moveTo>
                      <a:pt x="941" y="0"/>
                    </a:moveTo>
                    <a:cubicBezTo>
                      <a:pt x="941" y="0"/>
                      <a:pt x="913" y="0"/>
                      <a:pt x="913" y="29"/>
                    </a:cubicBezTo>
                    <a:cubicBezTo>
                      <a:pt x="885" y="121"/>
                      <a:pt x="828" y="177"/>
                      <a:pt x="793" y="262"/>
                    </a:cubicBezTo>
                    <a:cubicBezTo>
                      <a:pt x="651" y="559"/>
                      <a:pt x="531" y="828"/>
                      <a:pt x="439" y="1182"/>
                    </a:cubicBezTo>
                    <a:cubicBezTo>
                      <a:pt x="382" y="1564"/>
                      <a:pt x="298" y="1769"/>
                      <a:pt x="234" y="1974"/>
                    </a:cubicBezTo>
                    <a:cubicBezTo>
                      <a:pt x="149" y="2208"/>
                      <a:pt x="85" y="2420"/>
                      <a:pt x="0" y="2830"/>
                    </a:cubicBezTo>
                    <a:cubicBezTo>
                      <a:pt x="0" y="2830"/>
                      <a:pt x="0" y="2858"/>
                      <a:pt x="29" y="2858"/>
                    </a:cubicBezTo>
                    <a:lnTo>
                      <a:pt x="57" y="2830"/>
                    </a:lnTo>
                    <a:cubicBezTo>
                      <a:pt x="149" y="2448"/>
                      <a:pt x="206" y="2208"/>
                      <a:pt x="298" y="2002"/>
                    </a:cubicBezTo>
                    <a:cubicBezTo>
                      <a:pt x="354" y="1797"/>
                      <a:pt x="439" y="1564"/>
                      <a:pt x="503" y="1182"/>
                    </a:cubicBezTo>
                    <a:cubicBezTo>
                      <a:pt x="588" y="856"/>
                      <a:pt x="708" y="588"/>
                      <a:pt x="856" y="297"/>
                    </a:cubicBezTo>
                    <a:cubicBezTo>
                      <a:pt x="885" y="205"/>
                      <a:pt x="913" y="121"/>
                      <a:pt x="970" y="57"/>
                    </a:cubicBezTo>
                    <a:cubicBezTo>
                      <a:pt x="970" y="29"/>
                      <a:pt x="970" y="29"/>
                      <a:pt x="9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3"/>
              <p:cNvSpPr/>
              <p:nvPr/>
            </p:nvSpPr>
            <p:spPr>
              <a:xfrm>
                <a:off x="3758927" y="4344134"/>
                <a:ext cx="27068" cy="11970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3538" extrusionOk="0">
                    <a:moveTo>
                      <a:pt x="29" y="1"/>
                    </a:moveTo>
                    <a:cubicBezTo>
                      <a:pt x="0" y="36"/>
                      <a:pt x="0" y="36"/>
                      <a:pt x="0" y="64"/>
                    </a:cubicBezTo>
                    <a:cubicBezTo>
                      <a:pt x="57" y="326"/>
                      <a:pt x="149" y="595"/>
                      <a:pt x="206" y="857"/>
                    </a:cubicBezTo>
                    <a:cubicBezTo>
                      <a:pt x="446" y="1741"/>
                      <a:pt x="680" y="2654"/>
                      <a:pt x="736" y="3510"/>
                    </a:cubicBezTo>
                    <a:cubicBezTo>
                      <a:pt x="736" y="3538"/>
                      <a:pt x="736" y="3538"/>
                      <a:pt x="764" y="3538"/>
                    </a:cubicBezTo>
                    <a:lnTo>
                      <a:pt x="800" y="3510"/>
                    </a:lnTo>
                    <a:cubicBezTo>
                      <a:pt x="736" y="2625"/>
                      <a:pt x="503" y="1713"/>
                      <a:pt x="269" y="857"/>
                    </a:cubicBezTo>
                    <a:cubicBezTo>
                      <a:pt x="206" y="567"/>
                      <a:pt x="121" y="298"/>
                      <a:pt x="57" y="36"/>
                    </a:cubicBezTo>
                    <a:cubicBezTo>
                      <a:pt x="57" y="36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3"/>
              <p:cNvSpPr/>
              <p:nvPr/>
            </p:nvSpPr>
            <p:spPr>
              <a:xfrm>
                <a:off x="3582507" y="4119295"/>
                <a:ext cx="118524" cy="78362"/>
              </a:xfrm>
              <a:custGeom>
                <a:avLst/>
                <a:gdLst/>
                <a:ahLst/>
                <a:cxnLst/>
                <a:rect l="l" t="t" r="r" b="b"/>
                <a:pathLst>
                  <a:path w="3503" h="2316" extrusionOk="0">
                    <a:moveTo>
                      <a:pt x="2713" y="1"/>
                    </a:moveTo>
                    <a:cubicBezTo>
                      <a:pt x="2630" y="1"/>
                      <a:pt x="2549" y="15"/>
                      <a:pt x="2477" y="45"/>
                    </a:cubicBezTo>
                    <a:cubicBezTo>
                      <a:pt x="2088" y="222"/>
                      <a:pt x="1946" y="724"/>
                      <a:pt x="1621" y="986"/>
                    </a:cubicBezTo>
                    <a:cubicBezTo>
                      <a:pt x="1444" y="1106"/>
                      <a:pt x="1239" y="1163"/>
                      <a:pt x="998" y="1227"/>
                    </a:cubicBezTo>
                    <a:cubicBezTo>
                      <a:pt x="736" y="1283"/>
                      <a:pt x="354" y="1340"/>
                      <a:pt x="142" y="1552"/>
                    </a:cubicBezTo>
                    <a:cubicBezTo>
                      <a:pt x="1" y="1694"/>
                      <a:pt x="1" y="2019"/>
                      <a:pt x="178" y="2196"/>
                    </a:cubicBezTo>
                    <a:cubicBezTo>
                      <a:pt x="272" y="2277"/>
                      <a:pt x="412" y="2316"/>
                      <a:pt x="556" y="2316"/>
                    </a:cubicBezTo>
                    <a:cubicBezTo>
                      <a:pt x="626" y="2316"/>
                      <a:pt x="697" y="2306"/>
                      <a:pt x="765" y="2288"/>
                    </a:cubicBezTo>
                    <a:cubicBezTo>
                      <a:pt x="970" y="2260"/>
                      <a:pt x="1175" y="2196"/>
                      <a:pt x="1416" y="2196"/>
                    </a:cubicBezTo>
                    <a:cubicBezTo>
                      <a:pt x="1500" y="2196"/>
                      <a:pt x="1649" y="2224"/>
                      <a:pt x="1769" y="2224"/>
                    </a:cubicBezTo>
                    <a:cubicBezTo>
                      <a:pt x="1911" y="2224"/>
                      <a:pt x="2088" y="2224"/>
                      <a:pt x="2208" y="2139"/>
                    </a:cubicBezTo>
                    <a:cubicBezTo>
                      <a:pt x="2328" y="2047"/>
                      <a:pt x="2385" y="1934"/>
                      <a:pt x="2441" y="1814"/>
                    </a:cubicBezTo>
                    <a:cubicBezTo>
                      <a:pt x="2618" y="1580"/>
                      <a:pt x="2859" y="1432"/>
                      <a:pt x="3092" y="1255"/>
                    </a:cubicBezTo>
                    <a:cubicBezTo>
                      <a:pt x="3297" y="1078"/>
                      <a:pt x="3502" y="809"/>
                      <a:pt x="3446" y="519"/>
                    </a:cubicBezTo>
                    <a:cubicBezTo>
                      <a:pt x="3401" y="215"/>
                      <a:pt x="3038" y="1"/>
                      <a:pt x="27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3"/>
              <p:cNvSpPr/>
              <p:nvPr/>
            </p:nvSpPr>
            <p:spPr>
              <a:xfrm>
                <a:off x="3463777" y="4049425"/>
                <a:ext cx="230315" cy="142005"/>
              </a:xfrm>
              <a:custGeom>
                <a:avLst/>
                <a:gdLst/>
                <a:ahLst/>
                <a:cxnLst/>
                <a:rect l="l" t="t" r="r" b="b"/>
                <a:pathLst>
                  <a:path w="6807" h="4197" extrusionOk="0">
                    <a:moveTo>
                      <a:pt x="3225" y="1"/>
                    </a:moveTo>
                    <a:cubicBezTo>
                      <a:pt x="2550" y="1"/>
                      <a:pt x="1875" y="64"/>
                      <a:pt x="1210" y="193"/>
                    </a:cubicBezTo>
                    <a:cubicBezTo>
                      <a:pt x="970" y="221"/>
                      <a:pt x="737" y="285"/>
                      <a:pt x="531" y="434"/>
                    </a:cubicBezTo>
                    <a:cubicBezTo>
                      <a:pt x="178" y="639"/>
                      <a:pt x="1" y="1077"/>
                      <a:pt x="29" y="1495"/>
                    </a:cubicBezTo>
                    <a:cubicBezTo>
                      <a:pt x="29" y="1905"/>
                      <a:pt x="206" y="2287"/>
                      <a:pt x="439" y="2641"/>
                    </a:cubicBezTo>
                    <a:cubicBezTo>
                      <a:pt x="1171" y="3667"/>
                      <a:pt x="2335" y="4196"/>
                      <a:pt x="3548" y="4196"/>
                    </a:cubicBezTo>
                    <a:cubicBezTo>
                      <a:pt x="3907" y="4196"/>
                      <a:pt x="4270" y="4150"/>
                      <a:pt x="4627" y="4056"/>
                    </a:cubicBezTo>
                    <a:cubicBezTo>
                      <a:pt x="5809" y="3730"/>
                      <a:pt x="6806" y="2287"/>
                      <a:pt x="6750" y="1077"/>
                    </a:cubicBezTo>
                    <a:cubicBezTo>
                      <a:pt x="6750" y="901"/>
                      <a:pt x="6721" y="695"/>
                      <a:pt x="6573" y="575"/>
                    </a:cubicBezTo>
                    <a:cubicBezTo>
                      <a:pt x="6481" y="519"/>
                      <a:pt x="6368" y="462"/>
                      <a:pt x="6276" y="434"/>
                    </a:cubicBezTo>
                    <a:cubicBezTo>
                      <a:pt x="5281" y="148"/>
                      <a:pt x="4253" y="1"/>
                      <a:pt x="32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3"/>
              <p:cNvSpPr/>
              <p:nvPr/>
            </p:nvSpPr>
            <p:spPr>
              <a:xfrm>
                <a:off x="3473589" y="4131815"/>
                <a:ext cx="91964" cy="62764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1855" extrusionOk="0">
                    <a:moveTo>
                      <a:pt x="36" y="1"/>
                    </a:moveTo>
                    <a:cubicBezTo>
                      <a:pt x="36" y="1"/>
                      <a:pt x="1" y="1"/>
                      <a:pt x="36" y="29"/>
                    </a:cubicBezTo>
                    <a:cubicBezTo>
                      <a:pt x="355" y="1267"/>
                      <a:pt x="1656" y="1798"/>
                      <a:pt x="2654" y="1854"/>
                    </a:cubicBezTo>
                    <a:lnTo>
                      <a:pt x="2689" y="1854"/>
                    </a:lnTo>
                    <a:cubicBezTo>
                      <a:pt x="2689" y="1854"/>
                      <a:pt x="2689" y="1826"/>
                      <a:pt x="2717" y="1826"/>
                    </a:cubicBezTo>
                    <a:cubicBezTo>
                      <a:pt x="2717" y="1798"/>
                      <a:pt x="2689" y="1798"/>
                      <a:pt x="2689" y="1798"/>
                    </a:cubicBezTo>
                    <a:cubicBezTo>
                      <a:pt x="1685" y="1741"/>
                      <a:pt x="390" y="1239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3"/>
              <p:cNvSpPr/>
              <p:nvPr/>
            </p:nvSpPr>
            <p:spPr>
              <a:xfrm>
                <a:off x="3189470" y="4315408"/>
                <a:ext cx="24936" cy="84791"/>
              </a:xfrm>
              <a:custGeom>
                <a:avLst/>
                <a:gdLst/>
                <a:ahLst/>
                <a:cxnLst/>
                <a:rect l="l" t="t" r="r" b="b"/>
                <a:pathLst>
                  <a:path w="737" h="2506" extrusionOk="0">
                    <a:moveTo>
                      <a:pt x="708" y="1"/>
                    </a:moveTo>
                    <a:cubicBezTo>
                      <a:pt x="680" y="1"/>
                      <a:pt x="680" y="29"/>
                      <a:pt x="680" y="29"/>
                    </a:cubicBezTo>
                    <a:cubicBezTo>
                      <a:pt x="616" y="178"/>
                      <a:pt x="616" y="319"/>
                      <a:pt x="616" y="468"/>
                    </a:cubicBezTo>
                    <a:lnTo>
                      <a:pt x="616" y="560"/>
                    </a:lnTo>
                    <a:cubicBezTo>
                      <a:pt x="616" y="645"/>
                      <a:pt x="616" y="736"/>
                      <a:pt x="588" y="821"/>
                    </a:cubicBezTo>
                    <a:cubicBezTo>
                      <a:pt x="559" y="970"/>
                      <a:pt x="475" y="1119"/>
                      <a:pt x="383" y="1239"/>
                    </a:cubicBezTo>
                    <a:cubicBezTo>
                      <a:pt x="354" y="1295"/>
                      <a:pt x="326" y="1324"/>
                      <a:pt x="326" y="1352"/>
                    </a:cubicBezTo>
                    <a:cubicBezTo>
                      <a:pt x="121" y="1706"/>
                      <a:pt x="1" y="2088"/>
                      <a:pt x="1" y="2477"/>
                    </a:cubicBezTo>
                    <a:lnTo>
                      <a:pt x="29" y="2505"/>
                    </a:lnTo>
                    <a:cubicBezTo>
                      <a:pt x="57" y="2505"/>
                      <a:pt x="57" y="2477"/>
                      <a:pt x="57" y="2477"/>
                    </a:cubicBezTo>
                    <a:cubicBezTo>
                      <a:pt x="57" y="2088"/>
                      <a:pt x="177" y="1706"/>
                      <a:pt x="354" y="1380"/>
                    </a:cubicBezTo>
                    <a:cubicBezTo>
                      <a:pt x="383" y="1352"/>
                      <a:pt x="411" y="1324"/>
                      <a:pt x="439" y="1267"/>
                    </a:cubicBezTo>
                    <a:cubicBezTo>
                      <a:pt x="531" y="1147"/>
                      <a:pt x="616" y="998"/>
                      <a:pt x="651" y="821"/>
                    </a:cubicBezTo>
                    <a:cubicBezTo>
                      <a:pt x="680" y="736"/>
                      <a:pt x="680" y="645"/>
                      <a:pt x="680" y="560"/>
                    </a:cubicBezTo>
                    <a:lnTo>
                      <a:pt x="680" y="468"/>
                    </a:lnTo>
                    <a:cubicBezTo>
                      <a:pt x="680" y="319"/>
                      <a:pt x="680" y="178"/>
                      <a:pt x="736" y="57"/>
                    </a:cubicBezTo>
                    <a:cubicBezTo>
                      <a:pt x="736" y="29"/>
                      <a:pt x="708" y="29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3"/>
              <p:cNvSpPr/>
              <p:nvPr/>
            </p:nvSpPr>
            <p:spPr>
              <a:xfrm>
                <a:off x="3070740" y="4229499"/>
                <a:ext cx="92911" cy="46929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1387" extrusionOk="0">
                    <a:moveTo>
                      <a:pt x="2746" y="0"/>
                    </a:moveTo>
                    <a:cubicBezTo>
                      <a:pt x="2710" y="0"/>
                      <a:pt x="2710" y="0"/>
                      <a:pt x="2682" y="28"/>
                    </a:cubicBezTo>
                    <a:cubicBezTo>
                      <a:pt x="2569" y="269"/>
                      <a:pt x="2272" y="382"/>
                      <a:pt x="1974" y="502"/>
                    </a:cubicBezTo>
                    <a:cubicBezTo>
                      <a:pt x="1649" y="623"/>
                      <a:pt x="1331" y="771"/>
                      <a:pt x="1005" y="913"/>
                    </a:cubicBezTo>
                    <a:cubicBezTo>
                      <a:pt x="680" y="1061"/>
                      <a:pt x="326" y="1210"/>
                      <a:pt x="1" y="1330"/>
                    </a:cubicBezTo>
                    <a:lnTo>
                      <a:pt x="1" y="1387"/>
                    </a:lnTo>
                    <a:lnTo>
                      <a:pt x="29" y="1387"/>
                    </a:lnTo>
                    <a:cubicBezTo>
                      <a:pt x="354" y="1266"/>
                      <a:pt x="680" y="1125"/>
                      <a:pt x="1005" y="976"/>
                    </a:cubicBezTo>
                    <a:cubicBezTo>
                      <a:pt x="1331" y="828"/>
                      <a:pt x="1684" y="679"/>
                      <a:pt x="2003" y="559"/>
                    </a:cubicBezTo>
                    <a:cubicBezTo>
                      <a:pt x="2300" y="446"/>
                      <a:pt x="2597" y="297"/>
                      <a:pt x="2746" y="64"/>
                    </a:cubicBezTo>
                    <a:lnTo>
                      <a:pt x="27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3"/>
              <p:cNvSpPr/>
              <p:nvPr/>
            </p:nvSpPr>
            <p:spPr>
              <a:xfrm>
                <a:off x="3193530" y="4372150"/>
                <a:ext cx="9846" cy="34004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005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29"/>
                    </a:cubicBezTo>
                    <a:cubicBezTo>
                      <a:pt x="86" y="354"/>
                      <a:pt x="206" y="651"/>
                      <a:pt x="234" y="977"/>
                    </a:cubicBezTo>
                    <a:cubicBezTo>
                      <a:pt x="234" y="977"/>
                      <a:pt x="234" y="1005"/>
                      <a:pt x="263" y="1005"/>
                    </a:cubicBezTo>
                    <a:cubicBezTo>
                      <a:pt x="291" y="1005"/>
                      <a:pt x="291" y="977"/>
                      <a:pt x="291" y="977"/>
                    </a:cubicBezTo>
                    <a:cubicBezTo>
                      <a:pt x="263" y="651"/>
                      <a:pt x="142" y="326"/>
                      <a:pt x="57" y="29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3"/>
              <p:cNvSpPr/>
              <p:nvPr/>
            </p:nvSpPr>
            <p:spPr>
              <a:xfrm>
                <a:off x="3168424" y="4472913"/>
                <a:ext cx="17019" cy="7951"/>
              </a:xfrm>
              <a:custGeom>
                <a:avLst/>
                <a:gdLst/>
                <a:ahLst/>
                <a:cxnLst/>
                <a:rect l="l" t="t" r="r" b="b"/>
                <a:pathLst>
                  <a:path w="503" h="235" extrusionOk="0">
                    <a:moveTo>
                      <a:pt x="64" y="1"/>
                    </a:moveTo>
                    <a:cubicBezTo>
                      <a:pt x="35" y="1"/>
                      <a:pt x="35" y="1"/>
                      <a:pt x="0" y="29"/>
                    </a:cubicBezTo>
                    <a:lnTo>
                      <a:pt x="35" y="57"/>
                    </a:lnTo>
                    <a:lnTo>
                      <a:pt x="474" y="234"/>
                    </a:lnTo>
                    <a:lnTo>
                      <a:pt x="502" y="206"/>
                    </a:lnTo>
                    <a:cubicBezTo>
                      <a:pt x="502" y="178"/>
                      <a:pt x="502" y="178"/>
                      <a:pt x="474" y="178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3"/>
              <p:cNvSpPr/>
              <p:nvPr/>
            </p:nvSpPr>
            <p:spPr>
              <a:xfrm>
                <a:off x="3070740" y="4236435"/>
                <a:ext cx="9135" cy="37117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097" extrusionOk="0">
                    <a:moveTo>
                      <a:pt x="29" y="0"/>
                    </a:moveTo>
                    <a:cubicBezTo>
                      <a:pt x="1" y="0"/>
                      <a:pt x="1" y="36"/>
                      <a:pt x="1" y="36"/>
                    </a:cubicBezTo>
                    <a:cubicBezTo>
                      <a:pt x="93" y="389"/>
                      <a:pt x="178" y="708"/>
                      <a:pt x="206" y="1061"/>
                    </a:cubicBezTo>
                    <a:lnTo>
                      <a:pt x="234" y="1097"/>
                    </a:lnTo>
                    <a:cubicBezTo>
                      <a:pt x="270" y="1097"/>
                      <a:pt x="270" y="1061"/>
                      <a:pt x="270" y="1061"/>
                    </a:cubicBezTo>
                    <a:cubicBezTo>
                      <a:pt x="234" y="708"/>
                      <a:pt x="149" y="354"/>
                      <a:pt x="57" y="36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3"/>
              <p:cNvSpPr/>
              <p:nvPr/>
            </p:nvSpPr>
            <p:spPr>
              <a:xfrm>
                <a:off x="3079842" y="4231630"/>
                <a:ext cx="10793" cy="37861"/>
              </a:xfrm>
              <a:custGeom>
                <a:avLst/>
                <a:gdLst/>
                <a:ahLst/>
                <a:cxnLst/>
                <a:rect l="l" t="t" r="r" b="b"/>
                <a:pathLst>
                  <a:path w="319" h="1119" extrusionOk="0">
                    <a:moveTo>
                      <a:pt x="29" y="1"/>
                    </a:moveTo>
                    <a:cubicBezTo>
                      <a:pt x="1" y="1"/>
                      <a:pt x="1" y="1"/>
                      <a:pt x="1" y="29"/>
                    </a:cubicBezTo>
                    <a:cubicBezTo>
                      <a:pt x="114" y="383"/>
                      <a:pt x="206" y="736"/>
                      <a:pt x="262" y="1090"/>
                    </a:cubicBezTo>
                    <a:cubicBezTo>
                      <a:pt x="262" y="1118"/>
                      <a:pt x="262" y="1118"/>
                      <a:pt x="291" y="1118"/>
                    </a:cubicBezTo>
                    <a:cubicBezTo>
                      <a:pt x="291" y="1118"/>
                      <a:pt x="319" y="1118"/>
                      <a:pt x="319" y="1090"/>
                    </a:cubicBezTo>
                    <a:cubicBezTo>
                      <a:pt x="262" y="736"/>
                      <a:pt x="177" y="354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3"/>
              <p:cNvSpPr/>
              <p:nvPr/>
            </p:nvSpPr>
            <p:spPr>
              <a:xfrm>
                <a:off x="3088707" y="4227130"/>
                <a:ext cx="11978" cy="38301"/>
              </a:xfrm>
              <a:custGeom>
                <a:avLst/>
                <a:gdLst/>
                <a:ahLst/>
                <a:cxnLst/>
                <a:rect l="l" t="t" r="r" b="b"/>
                <a:pathLst>
                  <a:path w="354" h="1132" extrusionOk="0">
                    <a:moveTo>
                      <a:pt x="36" y="1"/>
                    </a:moveTo>
                    <a:cubicBezTo>
                      <a:pt x="32" y="1"/>
                      <a:pt x="29" y="4"/>
                      <a:pt x="29" y="13"/>
                    </a:cubicBezTo>
                    <a:cubicBezTo>
                      <a:pt x="0" y="13"/>
                      <a:pt x="0" y="13"/>
                      <a:pt x="0" y="42"/>
                    </a:cubicBezTo>
                    <a:cubicBezTo>
                      <a:pt x="29" y="134"/>
                      <a:pt x="57" y="247"/>
                      <a:pt x="92" y="339"/>
                    </a:cubicBezTo>
                    <a:cubicBezTo>
                      <a:pt x="121" y="395"/>
                      <a:pt x="121" y="452"/>
                      <a:pt x="149" y="516"/>
                    </a:cubicBezTo>
                    <a:cubicBezTo>
                      <a:pt x="149" y="572"/>
                      <a:pt x="177" y="664"/>
                      <a:pt x="177" y="721"/>
                    </a:cubicBezTo>
                    <a:cubicBezTo>
                      <a:pt x="205" y="841"/>
                      <a:pt x="269" y="983"/>
                      <a:pt x="297" y="1103"/>
                    </a:cubicBezTo>
                    <a:lnTo>
                      <a:pt x="326" y="1131"/>
                    </a:lnTo>
                    <a:cubicBezTo>
                      <a:pt x="354" y="1103"/>
                      <a:pt x="354" y="1103"/>
                      <a:pt x="354" y="1075"/>
                    </a:cubicBezTo>
                    <a:cubicBezTo>
                      <a:pt x="326" y="954"/>
                      <a:pt x="269" y="841"/>
                      <a:pt x="234" y="693"/>
                    </a:cubicBezTo>
                    <a:cubicBezTo>
                      <a:pt x="234" y="629"/>
                      <a:pt x="205" y="572"/>
                      <a:pt x="205" y="516"/>
                    </a:cubicBezTo>
                    <a:cubicBezTo>
                      <a:pt x="177" y="452"/>
                      <a:pt x="177" y="395"/>
                      <a:pt x="149" y="339"/>
                    </a:cubicBezTo>
                    <a:cubicBezTo>
                      <a:pt x="121" y="219"/>
                      <a:pt x="92" y="134"/>
                      <a:pt x="57" y="13"/>
                    </a:cubicBezTo>
                    <a:cubicBezTo>
                      <a:pt x="57" y="13"/>
                      <a:pt x="44" y="1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3"/>
              <p:cNvSpPr/>
              <p:nvPr/>
            </p:nvSpPr>
            <p:spPr>
              <a:xfrm>
                <a:off x="3095643" y="4223510"/>
                <a:ext cx="14143" cy="38098"/>
              </a:xfrm>
              <a:custGeom>
                <a:avLst/>
                <a:gdLst/>
                <a:ahLst/>
                <a:cxnLst/>
                <a:rect l="l" t="t" r="r" b="b"/>
                <a:pathLst>
                  <a:path w="418" h="1126" extrusionOk="0">
                    <a:moveTo>
                      <a:pt x="29" y="0"/>
                    </a:moveTo>
                    <a:cubicBezTo>
                      <a:pt x="29" y="0"/>
                      <a:pt x="0" y="0"/>
                      <a:pt x="0" y="28"/>
                    </a:cubicBezTo>
                    <a:cubicBezTo>
                      <a:pt x="0" y="64"/>
                      <a:pt x="29" y="120"/>
                      <a:pt x="29" y="149"/>
                    </a:cubicBezTo>
                    <a:cubicBezTo>
                      <a:pt x="121" y="326"/>
                      <a:pt x="177" y="502"/>
                      <a:pt x="241" y="679"/>
                    </a:cubicBezTo>
                    <a:cubicBezTo>
                      <a:pt x="269" y="828"/>
                      <a:pt x="298" y="976"/>
                      <a:pt x="354" y="1090"/>
                    </a:cubicBezTo>
                    <a:cubicBezTo>
                      <a:pt x="354" y="1125"/>
                      <a:pt x="382" y="1125"/>
                      <a:pt x="382" y="1125"/>
                    </a:cubicBezTo>
                    <a:lnTo>
                      <a:pt x="418" y="1125"/>
                    </a:lnTo>
                    <a:lnTo>
                      <a:pt x="418" y="1061"/>
                    </a:lnTo>
                    <a:cubicBezTo>
                      <a:pt x="354" y="948"/>
                      <a:pt x="326" y="800"/>
                      <a:pt x="298" y="679"/>
                    </a:cubicBezTo>
                    <a:cubicBezTo>
                      <a:pt x="241" y="474"/>
                      <a:pt x="177" y="297"/>
                      <a:pt x="92" y="120"/>
                    </a:cubicBezTo>
                    <a:cubicBezTo>
                      <a:pt x="64" y="92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3"/>
              <p:cNvSpPr/>
              <p:nvPr/>
            </p:nvSpPr>
            <p:spPr>
              <a:xfrm>
                <a:off x="3110734" y="4218062"/>
                <a:ext cx="13906" cy="3633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074" extrusionOk="0">
                    <a:moveTo>
                      <a:pt x="27" y="0"/>
                    </a:moveTo>
                    <a:cubicBezTo>
                      <a:pt x="19" y="0"/>
                      <a:pt x="10" y="3"/>
                      <a:pt x="0" y="13"/>
                    </a:cubicBezTo>
                    <a:lnTo>
                      <a:pt x="0" y="48"/>
                    </a:lnTo>
                    <a:lnTo>
                      <a:pt x="354" y="1045"/>
                    </a:lnTo>
                    <a:lnTo>
                      <a:pt x="354" y="1074"/>
                    </a:lnTo>
                    <a:lnTo>
                      <a:pt x="382" y="1074"/>
                    </a:lnTo>
                    <a:cubicBezTo>
                      <a:pt x="382" y="1074"/>
                      <a:pt x="410" y="1045"/>
                      <a:pt x="382" y="1045"/>
                    </a:cubicBezTo>
                    <a:lnTo>
                      <a:pt x="57" y="13"/>
                    </a:lnTo>
                    <a:cubicBezTo>
                      <a:pt x="57" y="13"/>
                      <a:pt x="44" y="0"/>
                      <a:pt x="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3"/>
              <p:cNvSpPr/>
              <p:nvPr/>
            </p:nvSpPr>
            <p:spPr>
              <a:xfrm>
                <a:off x="3116689" y="4215592"/>
                <a:ext cx="17053" cy="35933"/>
              </a:xfrm>
              <a:custGeom>
                <a:avLst/>
                <a:gdLst/>
                <a:ahLst/>
                <a:cxnLst/>
                <a:rect l="l" t="t" r="r" b="b"/>
                <a:pathLst>
                  <a:path w="504" h="1062" extrusionOk="0">
                    <a:moveTo>
                      <a:pt x="1" y="1"/>
                    </a:moveTo>
                    <a:lnTo>
                      <a:pt x="1" y="29"/>
                    </a:lnTo>
                    <a:cubicBezTo>
                      <a:pt x="114" y="206"/>
                      <a:pt x="206" y="354"/>
                      <a:pt x="263" y="531"/>
                    </a:cubicBezTo>
                    <a:cubicBezTo>
                      <a:pt x="291" y="588"/>
                      <a:pt x="291" y="652"/>
                      <a:pt x="326" y="708"/>
                    </a:cubicBezTo>
                    <a:cubicBezTo>
                      <a:pt x="355" y="828"/>
                      <a:pt x="383" y="942"/>
                      <a:pt x="440" y="1034"/>
                    </a:cubicBezTo>
                    <a:cubicBezTo>
                      <a:pt x="440" y="1062"/>
                      <a:pt x="468" y="1062"/>
                      <a:pt x="468" y="1062"/>
                    </a:cubicBezTo>
                    <a:cubicBezTo>
                      <a:pt x="503" y="1062"/>
                      <a:pt x="503" y="1034"/>
                      <a:pt x="503" y="1005"/>
                    </a:cubicBezTo>
                    <a:cubicBezTo>
                      <a:pt x="440" y="913"/>
                      <a:pt x="411" y="793"/>
                      <a:pt x="383" y="708"/>
                    </a:cubicBezTo>
                    <a:cubicBezTo>
                      <a:pt x="355" y="652"/>
                      <a:pt x="355" y="588"/>
                      <a:pt x="326" y="531"/>
                    </a:cubicBezTo>
                    <a:cubicBezTo>
                      <a:pt x="263" y="326"/>
                      <a:pt x="178" y="178"/>
                      <a:pt x="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43"/>
              <p:cNvSpPr/>
              <p:nvPr/>
            </p:nvSpPr>
            <p:spPr>
              <a:xfrm>
                <a:off x="3127720" y="4209603"/>
                <a:ext cx="21824" cy="34038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006" extrusionOk="0">
                    <a:moveTo>
                      <a:pt x="29" y="1"/>
                    </a:moveTo>
                    <a:cubicBezTo>
                      <a:pt x="29" y="1"/>
                      <a:pt x="0" y="29"/>
                      <a:pt x="29" y="29"/>
                    </a:cubicBezTo>
                    <a:cubicBezTo>
                      <a:pt x="57" y="121"/>
                      <a:pt x="114" y="178"/>
                      <a:pt x="177" y="234"/>
                    </a:cubicBezTo>
                    <a:cubicBezTo>
                      <a:pt x="234" y="298"/>
                      <a:pt x="262" y="355"/>
                      <a:pt x="290" y="411"/>
                    </a:cubicBezTo>
                    <a:cubicBezTo>
                      <a:pt x="319" y="475"/>
                      <a:pt x="354" y="503"/>
                      <a:pt x="354" y="531"/>
                    </a:cubicBezTo>
                    <a:cubicBezTo>
                      <a:pt x="382" y="560"/>
                      <a:pt x="382" y="588"/>
                      <a:pt x="411" y="616"/>
                    </a:cubicBezTo>
                    <a:cubicBezTo>
                      <a:pt x="411" y="652"/>
                      <a:pt x="439" y="680"/>
                      <a:pt x="467" y="708"/>
                    </a:cubicBezTo>
                    <a:cubicBezTo>
                      <a:pt x="496" y="793"/>
                      <a:pt x="531" y="857"/>
                      <a:pt x="559" y="913"/>
                    </a:cubicBezTo>
                    <a:cubicBezTo>
                      <a:pt x="559" y="942"/>
                      <a:pt x="559" y="1005"/>
                      <a:pt x="616" y="1005"/>
                    </a:cubicBezTo>
                    <a:cubicBezTo>
                      <a:pt x="616" y="1005"/>
                      <a:pt x="644" y="1005"/>
                      <a:pt x="644" y="970"/>
                    </a:cubicBezTo>
                    <a:cubicBezTo>
                      <a:pt x="644" y="970"/>
                      <a:pt x="644" y="942"/>
                      <a:pt x="616" y="942"/>
                    </a:cubicBezTo>
                    <a:lnTo>
                      <a:pt x="616" y="913"/>
                    </a:lnTo>
                    <a:cubicBezTo>
                      <a:pt x="588" y="829"/>
                      <a:pt x="559" y="765"/>
                      <a:pt x="496" y="680"/>
                    </a:cubicBezTo>
                    <a:cubicBezTo>
                      <a:pt x="496" y="652"/>
                      <a:pt x="467" y="616"/>
                      <a:pt x="467" y="588"/>
                    </a:cubicBezTo>
                    <a:cubicBezTo>
                      <a:pt x="439" y="560"/>
                      <a:pt x="439" y="531"/>
                      <a:pt x="411" y="503"/>
                    </a:cubicBezTo>
                    <a:cubicBezTo>
                      <a:pt x="411" y="475"/>
                      <a:pt x="382" y="439"/>
                      <a:pt x="354" y="383"/>
                    </a:cubicBezTo>
                    <a:cubicBezTo>
                      <a:pt x="319" y="326"/>
                      <a:pt x="262" y="263"/>
                      <a:pt x="206" y="206"/>
                    </a:cubicBezTo>
                    <a:cubicBezTo>
                      <a:pt x="142" y="149"/>
                      <a:pt x="114" y="86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43"/>
              <p:cNvSpPr/>
              <p:nvPr/>
            </p:nvSpPr>
            <p:spPr>
              <a:xfrm>
                <a:off x="3135603" y="4204596"/>
                <a:ext cx="20876" cy="3498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034" extrusionOk="0">
                    <a:moveTo>
                      <a:pt x="29" y="0"/>
                    </a:moveTo>
                    <a:cubicBezTo>
                      <a:pt x="1" y="29"/>
                      <a:pt x="29" y="57"/>
                      <a:pt x="29" y="57"/>
                    </a:cubicBezTo>
                    <a:cubicBezTo>
                      <a:pt x="86" y="149"/>
                      <a:pt x="149" y="234"/>
                      <a:pt x="206" y="326"/>
                    </a:cubicBezTo>
                    <a:cubicBezTo>
                      <a:pt x="355" y="531"/>
                      <a:pt x="503" y="736"/>
                      <a:pt x="560" y="1005"/>
                    </a:cubicBezTo>
                    <a:lnTo>
                      <a:pt x="588" y="1033"/>
                    </a:lnTo>
                    <a:cubicBezTo>
                      <a:pt x="616" y="1005"/>
                      <a:pt x="616" y="1005"/>
                      <a:pt x="616" y="977"/>
                    </a:cubicBezTo>
                    <a:cubicBezTo>
                      <a:pt x="560" y="736"/>
                      <a:pt x="411" y="503"/>
                      <a:pt x="263" y="269"/>
                    </a:cubicBezTo>
                    <a:cubicBezTo>
                      <a:pt x="206" y="205"/>
                      <a:pt x="149" y="121"/>
                      <a:pt x="86" y="29"/>
                    </a:cubicBezTo>
                    <a:cubicBezTo>
                      <a:pt x="86" y="29"/>
                      <a:pt x="86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43"/>
              <p:cNvSpPr/>
              <p:nvPr/>
            </p:nvSpPr>
            <p:spPr>
              <a:xfrm>
                <a:off x="3887706" y="4455928"/>
                <a:ext cx="25884" cy="13906"/>
              </a:xfrm>
              <a:custGeom>
                <a:avLst/>
                <a:gdLst/>
                <a:ahLst/>
                <a:cxnLst/>
                <a:rect l="l" t="t" r="r" b="b"/>
                <a:pathLst>
                  <a:path w="765" h="411" extrusionOk="0">
                    <a:moveTo>
                      <a:pt x="736" y="0"/>
                    </a:moveTo>
                    <a:cubicBezTo>
                      <a:pt x="736" y="0"/>
                      <a:pt x="708" y="0"/>
                      <a:pt x="708" y="29"/>
                    </a:cubicBezTo>
                    <a:cubicBezTo>
                      <a:pt x="581" y="204"/>
                      <a:pt x="366" y="338"/>
                      <a:pt x="161" y="338"/>
                    </a:cubicBezTo>
                    <a:cubicBezTo>
                      <a:pt x="126" y="338"/>
                      <a:pt x="91" y="334"/>
                      <a:pt x="57" y="326"/>
                    </a:cubicBezTo>
                    <a:cubicBezTo>
                      <a:pt x="29" y="326"/>
                      <a:pt x="0" y="354"/>
                      <a:pt x="0" y="354"/>
                    </a:cubicBezTo>
                    <a:cubicBezTo>
                      <a:pt x="0" y="382"/>
                      <a:pt x="29" y="382"/>
                      <a:pt x="29" y="382"/>
                    </a:cubicBezTo>
                    <a:cubicBezTo>
                      <a:pt x="57" y="382"/>
                      <a:pt x="85" y="411"/>
                      <a:pt x="142" y="411"/>
                    </a:cubicBezTo>
                    <a:cubicBezTo>
                      <a:pt x="382" y="411"/>
                      <a:pt x="616" y="269"/>
                      <a:pt x="764" y="57"/>
                    </a:cubicBezTo>
                    <a:cubicBezTo>
                      <a:pt x="764" y="29"/>
                      <a:pt x="764" y="29"/>
                      <a:pt x="7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3"/>
              <p:cNvSpPr/>
              <p:nvPr/>
            </p:nvSpPr>
            <p:spPr>
              <a:xfrm>
                <a:off x="3562408" y="3847459"/>
                <a:ext cx="53899" cy="1103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326" extrusionOk="0">
                    <a:moveTo>
                      <a:pt x="92" y="0"/>
                    </a:moveTo>
                    <a:cubicBezTo>
                      <a:pt x="64" y="0"/>
                      <a:pt x="29" y="36"/>
                      <a:pt x="29" y="64"/>
                    </a:cubicBezTo>
                    <a:cubicBezTo>
                      <a:pt x="0" y="92"/>
                      <a:pt x="29" y="121"/>
                      <a:pt x="64" y="121"/>
                    </a:cubicBezTo>
                    <a:cubicBezTo>
                      <a:pt x="382" y="213"/>
                      <a:pt x="736" y="326"/>
                      <a:pt x="1125" y="326"/>
                    </a:cubicBezTo>
                    <a:cubicBezTo>
                      <a:pt x="1267" y="326"/>
                      <a:pt x="1415" y="297"/>
                      <a:pt x="1564" y="269"/>
                    </a:cubicBezTo>
                    <a:cubicBezTo>
                      <a:pt x="1592" y="269"/>
                      <a:pt x="1592" y="213"/>
                      <a:pt x="1592" y="177"/>
                    </a:cubicBezTo>
                    <a:cubicBezTo>
                      <a:pt x="1592" y="149"/>
                      <a:pt x="1564" y="149"/>
                      <a:pt x="1507" y="149"/>
                    </a:cubicBezTo>
                    <a:cubicBezTo>
                      <a:pt x="1383" y="180"/>
                      <a:pt x="1256" y="193"/>
                      <a:pt x="1127" y="193"/>
                    </a:cubicBezTo>
                    <a:cubicBezTo>
                      <a:pt x="764" y="193"/>
                      <a:pt x="395" y="89"/>
                      <a:pt x="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3"/>
              <p:cNvSpPr/>
              <p:nvPr/>
            </p:nvSpPr>
            <p:spPr>
              <a:xfrm>
                <a:off x="3306034" y="4282858"/>
                <a:ext cx="553676" cy="577800"/>
              </a:xfrm>
              <a:custGeom>
                <a:avLst/>
                <a:gdLst/>
                <a:ahLst/>
                <a:cxnLst/>
                <a:rect l="l" t="t" r="r" b="b"/>
                <a:pathLst>
                  <a:path w="16364" h="17077" extrusionOk="0">
                    <a:moveTo>
                      <a:pt x="8076" y="0"/>
                    </a:moveTo>
                    <a:cubicBezTo>
                      <a:pt x="6531" y="0"/>
                      <a:pt x="5025" y="643"/>
                      <a:pt x="4012" y="1904"/>
                    </a:cubicBezTo>
                    <a:cubicBezTo>
                      <a:pt x="2335" y="3906"/>
                      <a:pt x="3220" y="6941"/>
                      <a:pt x="1239" y="9006"/>
                    </a:cubicBezTo>
                    <a:cubicBezTo>
                      <a:pt x="977" y="9240"/>
                      <a:pt x="708" y="9480"/>
                      <a:pt x="531" y="9770"/>
                    </a:cubicBezTo>
                    <a:cubicBezTo>
                      <a:pt x="213" y="10244"/>
                      <a:pt x="93" y="10832"/>
                      <a:pt x="64" y="11426"/>
                    </a:cubicBezTo>
                    <a:cubicBezTo>
                      <a:pt x="1" y="12487"/>
                      <a:pt x="64" y="13548"/>
                      <a:pt x="298" y="14581"/>
                    </a:cubicBezTo>
                    <a:cubicBezTo>
                      <a:pt x="680" y="16434"/>
                      <a:pt x="2335" y="16463"/>
                      <a:pt x="4012" y="16732"/>
                    </a:cubicBezTo>
                    <a:cubicBezTo>
                      <a:pt x="5249" y="16904"/>
                      <a:pt x="6492" y="17077"/>
                      <a:pt x="7731" y="17077"/>
                    </a:cubicBezTo>
                    <a:cubicBezTo>
                      <a:pt x="7965" y="17077"/>
                      <a:pt x="8199" y="17070"/>
                      <a:pt x="8433" y="17057"/>
                    </a:cubicBezTo>
                    <a:cubicBezTo>
                      <a:pt x="10230" y="16937"/>
                      <a:pt x="11971" y="16378"/>
                      <a:pt x="13683" y="15819"/>
                    </a:cubicBezTo>
                    <a:cubicBezTo>
                      <a:pt x="13767" y="15784"/>
                      <a:pt x="13888" y="15755"/>
                      <a:pt x="13973" y="15727"/>
                    </a:cubicBezTo>
                    <a:cubicBezTo>
                      <a:pt x="14390" y="15578"/>
                      <a:pt x="14772" y="15430"/>
                      <a:pt x="15097" y="15168"/>
                    </a:cubicBezTo>
                    <a:cubicBezTo>
                      <a:pt x="16364" y="14192"/>
                      <a:pt x="16364" y="11688"/>
                      <a:pt x="15685" y="10365"/>
                    </a:cubicBezTo>
                    <a:cubicBezTo>
                      <a:pt x="15479" y="9947"/>
                      <a:pt x="15126" y="9593"/>
                      <a:pt x="14829" y="9211"/>
                    </a:cubicBezTo>
                    <a:cubicBezTo>
                      <a:pt x="13654" y="7648"/>
                      <a:pt x="13711" y="5879"/>
                      <a:pt x="13442" y="4083"/>
                    </a:cubicBezTo>
                    <a:cubicBezTo>
                      <a:pt x="13209" y="2491"/>
                      <a:pt x="11942" y="1253"/>
                      <a:pt x="10556" y="574"/>
                    </a:cubicBezTo>
                    <a:cubicBezTo>
                      <a:pt x="9766" y="190"/>
                      <a:pt x="8915" y="0"/>
                      <a:pt x="80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3"/>
              <p:cNvSpPr/>
              <p:nvPr/>
            </p:nvSpPr>
            <p:spPr>
              <a:xfrm>
                <a:off x="3583450" y="4300352"/>
                <a:ext cx="20878" cy="54865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9370" extrusionOk="0">
                    <a:moveTo>
                      <a:pt x="29" y="0"/>
                    </a:moveTo>
                    <a:cubicBezTo>
                      <a:pt x="1" y="0"/>
                      <a:pt x="1" y="28"/>
                      <a:pt x="1" y="28"/>
                    </a:cubicBezTo>
                    <a:lnTo>
                      <a:pt x="560" y="19334"/>
                    </a:lnTo>
                    <a:lnTo>
                      <a:pt x="588" y="19370"/>
                    </a:lnTo>
                    <a:cubicBezTo>
                      <a:pt x="616" y="19334"/>
                      <a:pt x="616" y="19334"/>
                      <a:pt x="616" y="19306"/>
                    </a:cubicBezTo>
                    <a:lnTo>
                      <a:pt x="58" y="28"/>
                    </a:lnTo>
                    <a:cubicBezTo>
                      <a:pt x="58" y="28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3"/>
              <p:cNvSpPr/>
              <p:nvPr/>
            </p:nvSpPr>
            <p:spPr>
              <a:xfrm>
                <a:off x="3328061" y="4302246"/>
                <a:ext cx="509623" cy="548668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16216" extrusionOk="0">
                    <a:moveTo>
                      <a:pt x="7429" y="64"/>
                    </a:moveTo>
                    <a:cubicBezTo>
                      <a:pt x="8193" y="64"/>
                      <a:pt x="8992" y="241"/>
                      <a:pt x="9671" y="595"/>
                    </a:cubicBezTo>
                    <a:cubicBezTo>
                      <a:pt x="11143" y="1331"/>
                      <a:pt x="12147" y="2569"/>
                      <a:pt x="12324" y="3892"/>
                    </a:cubicBezTo>
                    <a:cubicBezTo>
                      <a:pt x="12381" y="4245"/>
                      <a:pt x="12409" y="4599"/>
                      <a:pt x="12437" y="4953"/>
                    </a:cubicBezTo>
                    <a:cubicBezTo>
                      <a:pt x="12586" y="6311"/>
                      <a:pt x="12734" y="7577"/>
                      <a:pt x="13590" y="8759"/>
                    </a:cubicBezTo>
                    <a:cubicBezTo>
                      <a:pt x="13675" y="8879"/>
                      <a:pt x="13767" y="8992"/>
                      <a:pt x="13852" y="9112"/>
                    </a:cubicBezTo>
                    <a:cubicBezTo>
                      <a:pt x="14029" y="9346"/>
                      <a:pt x="14241" y="9586"/>
                      <a:pt x="14383" y="9848"/>
                    </a:cubicBezTo>
                    <a:cubicBezTo>
                      <a:pt x="14977" y="11030"/>
                      <a:pt x="15005" y="13414"/>
                      <a:pt x="13852" y="14362"/>
                    </a:cubicBezTo>
                    <a:cubicBezTo>
                      <a:pt x="13534" y="14595"/>
                      <a:pt x="13180" y="14744"/>
                      <a:pt x="12826" y="14857"/>
                    </a:cubicBezTo>
                    <a:cubicBezTo>
                      <a:pt x="12734" y="14892"/>
                      <a:pt x="12650" y="14921"/>
                      <a:pt x="12558" y="14949"/>
                    </a:cubicBezTo>
                    <a:cubicBezTo>
                      <a:pt x="11022" y="15479"/>
                      <a:pt x="9402" y="16010"/>
                      <a:pt x="7754" y="16130"/>
                    </a:cubicBezTo>
                    <a:cubicBezTo>
                      <a:pt x="7549" y="16159"/>
                      <a:pt x="7308" y="16159"/>
                      <a:pt x="7075" y="16159"/>
                    </a:cubicBezTo>
                    <a:cubicBezTo>
                      <a:pt x="5957" y="16159"/>
                      <a:pt x="4804" y="15982"/>
                      <a:pt x="3715" y="15805"/>
                    </a:cubicBezTo>
                    <a:cubicBezTo>
                      <a:pt x="3566" y="15805"/>
                      <a:pt x="3418" y="15777"/>
                      <a:pt x="3276" y="15741"/>
                    </a:cubicBezTo>
                    <a:cubicBezTo>
                      <a:pt x="1861" y="15564"/>
                      <a:pt x="651" y="15387"/>
                      <a:pt x="326" y="13796"/>
                    </a:cubicBezTo>
                    <a:cubicBezTo>
                      <a:pt x="121" y="12826"/>
                      <a:pt x="57" y="11822"/>
                      <a:pt x="121" y="10853"/>
                    </a:cubicBezTo>
                    <a:cubicBezTo>
                      <a:pt x="149" y="10322"/>
                      <a:pt x="234" y="9763"/>
                      <a:pt x="531" y="9289"/>
                    </a:cubicBezTo>
                    <a:cubicBezTo>
                      <a:pt x="651" y="9084"/>
                      <a:pt x="828" y="8936"/>
                      <a:pt x="977" y="8759"/>
                    </a:cubicBezTo>
                    <a:cubicBezTo>
                      <a:pt x="1033" y="8702"/>
                      <a:pt x="1118" y="8638"/>
                      <a:pt x="1182" y="8554"/>
                    </a:cubicBezTo>
                    <a:cubicBezTo>
                      <a:pt x="2123" y="7521"/>
                      <a:pt x="2356" y="6226"/>
                      <a:pt x="2597" y="4988"/>
                    </a:cubicBezTo>
                    <a:cubicBezTo>
                      <a:pt x="2802" y="3835"/>
                      <a:pt x="3007" y="2746"/>
                      <a:pt x="3715" y="1833"/>
                    </a:cubicBezTo>
                    <a:cubicBezTo>
                      <a:pt x="4599" y="708"/>
                      <a:pt x="5957" y="64"/>
                      <a:pt x="7429" y="64"/>
                    </a:cubicBezTo>
                    <a:close/>
                    <a:moveTo>
                      <a:pt x="7429" y="1"/>
                    </a:moveTo>
                    <a:cubicBezTo>
                      <a:pt x="5957" y="1"/>
                      <a:pt x="4571" y="651"/>
                      <a:pt x="3658" y="1805"/>
                    </a:cubicBezTo>
                    <a:cubicBezTo>
                      <a:pt x="2951" y="2717"/>
                      <a:pt x="2745" y="3863"/>
                      <a:pt x="2533" y="4953"/>
                    </a:cubicBezTo>
                    <a:cubicBezTo>
                      <a:pt x="2300" y="6226"/>
                      <a:pt x="2066" y="7492"/>
                      <a:pt x="1118" y="8525"/>
                    </a:cubicBezTo>
                    <a:cubicBezTo>
                      <a:pt x="1062" y="8582"/>
                      <a:pt x="1005" y="8667"/>
                      <a:pt x="942" y="8730"/>
                    </a:cubicBezTo>
                    <a:cubicBezTo>
                      <a:pt x="765" y="8879"/>
                      <a:pt x="623" y="9056"/>
                      <a:pt x="475" y="9261"/>
                    </a:cubicBezTo>
                    <a:cubicBezTo>
                      <a:pt x="177" y="9728"/>
                      <a:pt x="93" y="10322"/>
                      <a:pt x="57" y="10824"/>
                    </a:cubicBezTo>
                    <a:cubicBezTo>
                      <a:pt x="1" y="11822"/>
                      <a:pt x="57" y="12855"/>
                      <a:pt x="269" y="13831"/>
                    </a:cubicBezTo>
                    <a:cubicBezTo>
                      <a:pt x="588" y="15451"/>
                      <a:pt x="1889" y="15628"/>
                      <a:pt x="3276" y="15805"/>
                    </a:cubicBezTo>
                    <a:cubicBezTo>
                      <a:pt x="3418" y="15833"/>
                      <a:pt x="3538" y="15861"/>
                      <a:pt x="3686" y="15861"/>
                    </a:cubicBezTo>
                    <a:cubicBezTo>
                      <a:pt x="4804" y="16038"/>
                      <a:pt x="5929" y="16215"/>
                      <a:pt x="7075" y="16215"/>
                    </a:cubicBezTo>
                    <a:cubicBezTo>
                      <a:pt x="7308" y="16215"/>
                      <a:pt x="7549" y="16215"/>
                      <a:pt x="7754" y="16187"/>
                    </a:cubicBezTo>
                    <a:cubicBezTo>
                      <a:pt x="9431" y="16067"/>
                      <a:pt x="11022" y="15536"/>
                      <a:pt x="12586" y="15005"/>
                    </a:cubicBezTo>
                    <a:cubicBezTo>
                      <a:pt x="12678" y="14977"/>
                      <a:pt x="12763" y="14949"/>
                      <a:pt x="12855" y="14921"/>
                    </a:cubicBezTo>
                    <a:cubicBezTo>
                      <a:pt x="13208" y="14800"/>
                      <a:pt x="13562" y="14652"/>
                      <a:pt x="13888" y="14390"/>
                    </a:cubicBezTo>
                    <a:cubicBezTo>
                      <a:pt x="15062" y="13442"/>
                      <a:pt x="15034" y="11001"/>
                      <a:pt x="14446" y="9820"/>
                    </a:cubicBezTo>
                    <a:cubicBezTo>
                      <a:pt x="14298" y="9551"/>
                      <a:pt x="14093" y="9289"/>
                      <a:pt x="13916" y="9056"/>
                    </a:cubicBezTo>
                    <a:cubicBezTo>
                      <a:pt x="13824" y="8964"/>
                      <a:pt x="13711" y="8844"/>
                      <a:pt x="13647" y="8730"/>
                    </a:cubicBezTo>
                    <a:cubicBezTo>
                      <a:pt x="12763" y="7577"/>
                      <a:pt x="12650" y="6283"/>
                      <a:pt x="12501" y="4953"/>
                    </a:cubicBezTo>
                    <a:cubicBezTo>
                      <a:pt x="12473" y="4599"/>
                      <a:pt x="12437" y="4245"/>
                      <a:pt x="12381" y="3892"/>
                    </a:cubicBezTo>
                    <a:cubicBezTo>
                      <a:pt x="12204" y="2540"/>
                      <a:pt x="11199" y="1302"/>
                      <a:pt x="9700" y="567"/>
                    </a:cubicBezTo>
                    <a:cubicBezTo>
                      <a:pt x="8992" y="213"/>
                      <a:pt x="8228" y="1"/>
                      <a:pt x="74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3"/>
              <p:cNvSpPr/>
              <p:nvPr/>
            </p:nvSpPr>
            <p:spPr>
              <a:xfrm>
                <a:off x="3734024" y="4439890"/>
                <a:ext cx="7951" cy="38098"/>
              </a:xfrm>
              <a:custGeom>
                <a:avLst/>
                <a:gdLst/>
                <a:ahLst/>
                <a:cxnLst/>
                <a:rect l="l" t="t" r="r" b="b"/>
                <a:pathLst>
                  <a:path w="235" h="1126" extrusionOk="0">
                    <a:moveTo>
                      <a:pt x="29" y="0"/>
                    </a:moveTo>
                    <a:cubicBezTo>
                      <a:pt x="1" y="0"/>
                      <a:pt x="1" y="36"/>
                      <a:pt x="1" y="36"/>
                    </a:cubicBezTo>
                    <a:cubicBezTo>
                      <a:pt x="121" y="390"/>
                      <a:pt x="178" y="743"/>
                      <a:pt x="149" y="1097"/>
                    </a:cubicBezTo>
                    <a:lnTo>
                      <a:pt x="178" y="1125"/>
                    </a:lnTo>
                    <a:cubicBezTo>
                      <a:pt x="206" y="1125"/>
                      <a:pt x="206" y="1097"/>
                      <a:pt x="206" y="1097"/>
                    </a:cubicBezTo>
                    <a:cubicBezTo>
                      <a:pt x="234" y="708"/>
                      <a:pt x="178" y="354"/>
                      <a:pt x="57" y="36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43"/>
              <p:cNvSpPr/>
              <p:nvPr/>
            </p:nvSpPr>
            <p:spPr>
              <a:xfrm>
                <a:off x="3740960" y="4494940"/>
                <a:ext cx="31873" cy="91727"/>
              </a:xfrm>
              <a:custGeom>
                <a:avLst/>
                <a:gdLst/>
                <a:ahLst/>
                <a:cxnLst/>
                <a:rect l="l" t="t" r="r" b="b"/>
                <a:pathLst>
                  <a:path w="942" h="2711" extrusionOk="0">
                    <a:moveTo>
                      <a:pt x="57" y="1"/>
                    </a:moveTo>
                    <a:lnTo>
                      <a:pt x="29" y="29"/>
                    </a:lnTo>
                    <a:cubicBezTo>
                      <a:pt x="1" y="970"/>
                      <a:pt x="298" y="1946"/>
                      <a:pt x="913" y="2682"/>
                    </a:cubicBezTo>
                    <a:lnTo>
                      <a:pt x="913" y="2710"/>
                    </a:lnTo>
                    <a:lnTo>
                      <a:pt x="942" y="2710"/>
                    </a:lnTo>
                    <a:lnTo>
                      <a:pt x="942" y="2653"/>
                    </a:lnTo>
                    <a:cubicBezTo>
                      <a:pt x="355" y="1911"/>
                      <a:pt x="57" y="970"/>
                      <a:pt x="93" y="29"/>
                    </a:cubicBezTo>
                    <a:cubicBezTo>
                      <a:pt x="93" y="29"/>
                      <a:pt x="93" y="1"/>
                      <a:pt x="5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3"/>
              <p:cNvSpPr/>
              <p:nvPr/>
            </p:nvSpPr>
            <p:spPr>
              <a:xfrm>
                <a:off x="3433866" y="4522720"/>
                <a:ext cx="9846" cy="38064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125" extrusionOk="0">
                    <a:moveTo>
                      <a:pt x="262" y="0"/>
                    </a:moveTo>
                    <a:cubicBezTo>
                      <a:pt x="234" y="0"/>
                      <a:pt x="234" y="0"/>
                      <a:pt x="234" y="28"/>
                    </a:cubicBezTo>
                    <a:cubicBezTo>
                      <a:pt x="206" y="382"/>
                      <a:pt x="149" y="736"/>
                      <a:pt x="0" y="1061"/>
                    </a:cubicBezTo>
                    <a:lnTo>
                      <a:pt x="0" y="1125"/>
                    </a:lnTo>
                    <a:lnTo>
                      <a:pt x="29" y="1125"/>
                    </a:lnTo>
                    <a:cubicBezTo>
                      <a:pt x="29" y="1125"/>
                      <a:pt x="29" y="1090"/>
                      <a:pt x="57" y="1090"/>
                    </a:cubicBezTo>
                    <a:cubicBezTo>
                      <a:pt x="206" y="771"/>
                      <a:pt x="262" y="382"/>
                      <a:pt x="291" y="28"/>
                    </a:cubicBezTo>
                    <a:cubicBezTo>
                      <a:pt x="291" y="0"/>
                      <a:pt x="291" y="0"/>
                      <a:pt x="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43"/>
              <p:cNvSpPr/>
              <p:nvPr/>
            </p:nvSpPr>
            <p:spPr>
              <a:xfrm>
                <a:off x="3446791" y="4559567"/>
                <a:ext cx="5075" cy="21113"/>
              </a:xfrm>
              <a:custGeom>
                <a:avLst/>
                <a:gdLst/>
                <a:ahLst/>
                <a:cxnLst/>
                <a:rect l="l" t="t" r="r" b="b"/>
                <a:pathLst>
                  <a:path w="150" h="624" extrusionOk="0">
                    <a:moveTo>
                      <a:pt x="121" y="1"/>
                    </a:moveTo>
                    <a:cubicBezTo>
                      <a:pt x="121" y="1"/>
                      <a:pt x="85" y="1"/>
                      <a:pt x="85" y="36"/>
                    </a:cubicBezTo>
                    <a:lnTo>
                      <a:pt x="1" y="595"/>
                    </a:lnTo>
                    <a:cubicBezTo>
                      <a:pt x="1" y="623"/>
                      <a:pt x="29" y="623"/>
                      <a:pt x="29" y="623"/>
                    </a:cubicBezTo>
                    <a:lnTo>
                      <a:pt x="57" y="623"/>
                    </a:lnTo>
                    <a:lnTo>
                      <a:pt x="149" y="36"/>
                    </a:lnTo>
                    <a:cubicBezTo>
                      <a:pt x="149" y="36"/>
                      <a:pt x="149" y="1"/>
                      <a:pt x="1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0" name="Google Shape;1290;p43"/>
          <p:cNvGrpSpPr/>
          <p:nvPr/>
        </p:nvGrpSpPr>
        <p:grpSpPr>
          <a:xfrm>
            <a:off x="3467140" y="4279075"/>
            <a:ext cx="360758" cy="258297"/>
            <a:chOff x="4992850" y="4345375"/>
            <a:chExt cx="607336" cy="638400"/>
          </a:xfrm>
        </p:grpSpPr>
        <p:sp>
          <p:nvSpPr>
            <p:cNvPr id="1291" name="Google Shape;1291;p4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3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3" name="Google Shape;1293;p43"/>
          <p:cNvGrpSpPr/>
          <p:nvPr/>
        </p:nvGrpSpPr>
        <p:grpSpPr>
          <a:xfrm>
            <a:off x="5001147" y="1017735"/>
            <a:ext cx="3429621" cy="3207869"/>
            <a:chOff x="3889166" y="370287"/>
            <a:chExt cx="1437755" cy="1344793"/>
          </a:xfrm>
        </p:grpSpPr>
        <p:sp>
          <p:nvSpPr>
            <p:cNvPr id="1294" name="Google Shape;1294;p43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3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3"/>
            <p:cNvSpPr/>
            <p:nvPr/>
          </p:nvSpPr>
          <p:spPr>
            <a:xfrm>
              <a:off x="5274407" y="370287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3"/>
            <p:cNvSpPr/>
            <p:nvPr/>
          </p:nvSpPr>
          <p:spPr>
            <a:xfrm>
              <a:off x="5228494" y="370287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E51026-D7CA-4C6E-9C75-048E7848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473" y="635669"/>
            <a:ext cx="7445054" cy="3990119"/>
          </a:xfrm>
        </p:spPr>
        <p:txBody>
          <a:bodyPr/>
          <a:lstStyle/>
          <a:p>
            <a:r>
              <a:rPr lang="en-US" b="1" u="sng" dirty="0"/>
              <a:t>The ovals</a:t>
            </a:r>
            <a:r>
              <a:rPr lang="en-US" dirty="0"/>
              <a:t>, which appear at the top and bottom of the flowchart, are called terminal</a:t>
            </a:r>
          </a:p>
          <a:p>
            <a:pPr marL="139700" indent="0">
              <a:buNone/>
            </a:pPr>
            <a:r>
              <a:rPr lang="en-US" dirty="0"/>
              <a:t>symbols. 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The Start terminal </a:t>
            </a:r>
            <a:r>
              <a:rPr lang="en-US" dirty="0"/>
              <a:t>symbol marks the program’s starting point, and the </a:t>
            </a:r>
            <a:r>
              <a:rPr lang="en-US" b="1" dirty="0"/>
              <a:t>End</a:t>
            </a:r>
          </a:p>
          <a:p>
            <a:pPr marL="139700" indent="0">
              <a:buNone/>
            </a:pPr>
            <a:r>
              <a:rPr lang="en-US" b="1" dirty="0"/>
              <a:t>terminal symbol</a:t>
            </a:r>
            <a:r>
              <a:rPr lang="en-US" dirty="0"/>
              <a:t> marks the program’s ending point.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u="sng" dirty="0"/>
              <a:t>Parallelograms</a:t>
            </a:r>
            <a:r>
              <a:rPr lang="en-US" dirty="0"/>
              <a:t> are used </a:t>
            </a:r>
            <a:r>
              <a:rPr lang="en-US" b="1" dirty="0"/>
              <a:t>as input symbols and output symbols</a:t>
            </a:r>
            <a:r>
              <a:rPr lang="en-US" dirty="0"/>
              <a:t>. They represent steps</a:t>
            </a:r>
          </a:p>
          <a:p>
            <a:pPr marL="139700" indent="0">
              <a:buNone/>
            </a:pPr>
            <a:r>
              <a:rPr lang="en-US" dirty="0"/>
              <a:t>in which the program reads input or displays output.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b="1" u="sng" dirty="0"/>
              <a:t>Rectangles</a:t>
            </a:r>
            <a:r>
              <a:rPr lang="en-US" dirty="0"/>
              <a:t> are used as </a:t>
            </a:r>
            <a:r>
              <a:rPr lang="en-US" b="1" dirty="0"/>
              <a:t>processing symbols</a:t>
            </a:r>
            <a:r>
              <a:rPr lang="en-US" dirty="0"/>
              <a:t>. They represent steps in which the program</a:t>
            </a:r>
          </a:p>
          <a:p>
            <a:pPr marL="139700" indent="0">
              <a:buNone/>
            </a:pPr>
            <a:r>
              <a:rPr lang="en-US" dirty="0"/>
              <a:t>performs some process on data, such as a mathematical calculation. 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The symbols are connected by </a:t>
            </a:r>
            <a:r>
              <a:rPr lang="en-US" b="1" u="sng" dirty="0"/>
              <a:t>arrows</a:t>
            </a:r>
            <a:r>
              <a:rPr lang="en-US" dirty="0"/>
              <a:t> that represent the </a:t>
            </a:r>
            <a:r>
              <a:rPr lang="en-US" b="1" dirty="0"/>
              <a:t>“flow” </a:t>
            </a:r>
            <a:r>
              <a:rPr lang="en-US" dirty="0"/>
              <a:t>of the program. To step through the symbols in the proper order, you begin at the Start terminal and follow the arrows until you reach the End terminal.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b="1" u="sng" dirty="0"/>
              <a:t>Diamonds</a:t>
            </a:r>
            <a:r>
              <a:rPr lang="en-US" dirty="0"/>
              <a:t> are used as a </a:t>
            </a:r>
            <a:r>
              <a:rPr lang="en-US" b="1" dirty="0"/>
              <a:t>decision symbols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US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6512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968B-368F-43F6-A226-1E5DE6BE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56F0D-101F-4F4C-9A84-855938DC55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54499-D755-4837-8CB3-F90F5A70F4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81374" y="288913"/>
            <a:ext cx="5981251" cy="467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08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600" dirty="0"/>
              <a:t>ELEMENTS OF PROGRAM</a:t>
            </a:r>
            <a:endParaRPr sz="3600" dirty="0"/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4106FC0-9BE9-4731-BCE5-E92085589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9309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968B-368F-43F6-A226-1E5DE6BE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TYPES OF ELEMENTS OF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56F0D-101F-4F4C-9A84-855938DC55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MY" sz="1800" kern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Comments</a:t>
            </a:r>
            <a:endParaRPr lang="en-MY" sz="1800" kern="100" dirty="0"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MY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</a:t>
            </a:r>
          </a:p>
          <a:p>
            <a:pPr algn="just">
              <a:lnSpc>
                <a:spcPct val="150000"/>
              </a:lnSpc>
            </a:pPr>
            <a:r>
              <a:rPr lang="en-MY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Variables</a:t>
            </a:r>
          </a:p>
          <a:p>
            <a:pPr algn="just">
              <a:lnSpc>
                <a:spcPct val="150000"/>
              </a:lnSpc>
            </a:pPr>
            <a:r>
              <a:rPr lang="en-MY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Types</a:t>
            </a:r>
          </a:p>
          <a:p>
            <a:pPr algn="just">
              <a:lnSpc>
                <a:spcPct val="150000"/>
              </a:lnSpc>
            </a:pPr>
            <a:r>
              <a:rPr lang="en-MY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Functions</a:t>
            </a:r>
            <a:endParaRPr lang="en-MY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28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FABD-D509-4621-AEC2-2CC69DBA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MY" dirty="0"/>
              <a:t>COMMENTS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D5CEE-8574-4A3C-B6ED-3F676BD1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546" y="1130145"/>
            <a:ext cx="8294908" cy="2298300"/>
          </a:xfrm>
        </p:spPr>
        <p:txBody>
          <a:bodyPr/>
          <a:lstStyle/>
          <a:p>
            <a:r>
              <a:rPr lang="en-M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Comments are used to provide information about the code and are not executed by the interpreter. They are useful for documentation and clarification. In Python, you can use the '#' symbol to start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35AD6-F382-410C-989A-550CBAD8834F}"/>
              </a:ext>
            </a:extLst>
          </p:cNvPr>
          <p:cNvSpPr txBox="1"/>
          <p:nvPr/>
        </p:nvSpPr>
        <p:spPr>
          <a:xfrm>
            <a:off x="4061012" y="1975707"/>
            <a:ext cx="3361764" cy="2905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200" b="1" kern="0" dirty="0">
                <a:solidFill>
                  <a:srgbClr val="000000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Program 2-5 </a:t>
            </a:r>
            <a:r>
              <a:rPr lang="en-MY" sz="1200" b="1" kern="0" dirty="0">
                <a:solidFill>
                  <a:srgbClr val="000000"/>
                </a:solidFill>
                <a:effectLst/>
                <a:latin typeface="ArialMonoMTPro-Bold"/>
                <a:ea typeface="Calibri" panose="020F0502020204030204" pitchFamily="34" charset="0"/>
                <a:cs typeface="ArialMonoMTPro-Bold"/>
              </a:rPr>
              <a:t>(comment1.py)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1 </a:t>
            </a:r>
            <a:r>
              <a:rPr lang="en-MY" sz="1100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# This program displays a person's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2 </a:t>
            </a:r>
            <a:r>
              <a:rPr lang="en-MY" sz="1100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# name and address.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3 </a:t>
            </a:r>
            <a:r>
              <a:rPr lang="en-MY" sz="1100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print('Kate Austen')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4 </a:t>
            </a:r>
            <a:r>
              <a:rPr lang="en-MY" sz="1100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print('123 Full Circle Drive')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5 </a:t>
            </a:r>
            <a:r>
              <a:rPr lang="en-MY" sz="1100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print('Asheville, NC 28899')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200" b="1" kern="0" dirty="0">
                <a:solidFill>
                  <a:srgbClr val="000000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Program Output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Kate Austen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100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123 Full Circle Drive</a:t>
            </a:r>
            <a:endParaRPr lang="en-MY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MY" sz="110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Asheville, NC 28899</a:t>
            </a:r>
            <a:endParaRPr lang="en-MY" sz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04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292C-477B-46CD-A1FD-69ABE944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MY" dirty="0"/>
              <a:t>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B7A1D-C7CB-43AD-B417-F99E58E7B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228" y="1603597"/>
            <a:ext cx="8133544" cy="1413503"/>
          </a:xfrm>
        </p:spPr>
        <p:txBody>
          <a:bodyPr/>
          <a:lstStyle/>
          <a:p>
            <a:r>
              <a:rPr lang="en-M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Python is an imperative programming language, so statements are the building blocks of a program. </a:t>
            </a:r>
          </a:p>
          <a:p>
            <a:r>
              <a:rPr lang="en-M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They perform specific actions or tasks.</a:t>
            </a:r>
          </a:p>
          <a:p>
            <a:r>
              <a:rPr lang="en-M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Examples of statements include </a:t>
            </a:r>
            <a:r>
              <a:rPr lang="en-MY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variable assignments, function calls, conditional statements (if-else), loops (for and while), 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647758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292C-477B-46CD-A1FD-69ABE944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MY" dirty="0"/>
              <a:t>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B7A1D-C7CB-43AD-B417-F99E58E7B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125974"/>
            <a:ext cx="7710900" cy="3198600"/>
          </a:xfrm>
        </p:spPr>
        <p:txBody>
          <a:bodyPr/>
          <a:lstStyle/>
          <a:p>
            <a:r>
              <a:rPr lang="en-M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Variables are used to store data values. In Python, you can create a variable by assigning a value to a name. For example, x = 10 creates a variable named "x" with a value of 10.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variable is a name that represents a storage location in the computer’s memory.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 assignment statement is written in the following general format: </a:t>
            </a:r>
          </a:p>
          <a:p>
            <a:pPr marL="13970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variable = expression. </a:t>
            </a:r>
          </a:p>
          <a:p>
            <a:pPr marL="13970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equal sign (=) is known as the assignment operator. In the general format, variable is the name of a variable and expression is a value, or any piece of code that results in a value.</a:t>
            </a:r>
          </a:p>
          <a:p>
            <a:pPr marL="139700" indent="0">
              <a:buNone/>
            </a:pP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695746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292C-477B-46CD-A1FD-69ABE944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50" y="120569"/>
            <a:ext cx="7710900" cy="572700"/>
          </a:xfrm>
        </p:spPr>
        <p:txBody>
          <a:bodyPr/>
          <a:lstStyle/>
          <a:p>
            <a:pPr algn="ctr"/>
            <a:r>
              <a:rPr lang="en-MY" dirty="0"/>
              <a:t>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B7A1D-C7CB-43AD-B417-F99E58E7B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633" y="1251631"/>
            <a:ext cx="7710900" cy="319860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/>
              <a:t>&gt;&gt;&gt; width = 10 Enter</a:t>
            </a:r>
          </a:p>
          <a:p>
            <a:pPr marL="139700" indent="0">
              <a:buNone/>
            </a:pPr>
            <a:r>
              <a:rPr lang="en-US" b="1" dirty="0"/>
              <a:t>&gt;&gt;&gt; length = 5 Enter</a:t>
            </a:r>
          </a:p>
          <a:p>
            <a:pPr marL="139700" indent="0">
              <a:buNone/>
            </a:pPr>
            <a:r>
              <a:rPr lang="en-US" b="1" dirty="0"/>
              <a:t>&gt;&gt;&gt; print(width) Enter</a:t>
            </a:r>
          </a:p>
          <a:p>
            <a:pPr marL="139700" indent="0">
              <a:buNone/>
            </a:pPr>
            <a:r>
              <a:rPr lang="en-US" b="1" dirty="0"/>
              <a:t>10</a:t>
            </a:r>
          </a:p>
          <a:p>
            <a:pPr marL="139700" indent="0">
              <a:buNone/>
            </a:pPr>
            <a:r>
              <a:rPr lang="en-US" b="1" dirty="0"/>
              <a:t>&gt;&gt;&gt; print(length) Enter</a:t>
            </a:r>
          </a:p>
          <a:p>
            <a:pPr marL="139700" indent="0">
              <a:buNone/>
            </a:pPr>
            <a:r>
              <a:rPr lang="en-US" b="1" dirty="0"/>
              <a:t>5</a:t>
            </a:r>
          </a:p>
          <a:p>
            <a:pPr marL="139700" indent="0">
              <a:buNone/>
            </a:pPr>
            <a:r>
              <a:rPr lang="en-MY" b="1" dirty="0"/>
              <a:t>&gt;&gt;&gt; print('width') Enter</a:t>
            </a:r>
          </a:p>
          <a:p>
            <a:pPr marL="139700" indent="0">
              <a:buNone/>
            </a:pPr>
            <a:r>
              <a:rPr lang="en-MY" b="1" dirty="0"/>
              <a:t>width</a:t>
            </a:r>
          </a:p>
          <a:p>
            <a:pPr marL="139700" indent="0">
              <a:buNone/>
            </a:pPr>
            <a:r>
              <a:rPr lang="en-MY" b="1" dirty="0"/>
              <a:t>&gt;&gt;&gt; print(width) Enter</a:t>
            </a:r>
          </a:p>
          <a:p>
            <a:pPr marL="139700" indent="0">
              <a:buNone/>
            </a:pPr>
            <a:r>
              <a:rPr lang="en-MY" b="1" dirty="0"/>
              <a:t>10</a:t>
            </a:r>
          </a:p>
          <a:p>
            <a:pPr marL="139700" indent="0">
              <a:buNone/>
            </a:pPr>
            <a:endParaRPr lang="en-MY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BF35EE-162F-44B3-B41B-4B656FBDFF50}"/>
              </a:ext>
            </a:extLst>
          </p:cNvPr>
          <p:cNvSpPr/>
          <p:nvPr/>
        </p:nvSpPr>
        <p:spPr>
          <a:xfrm>
            <a:off x="290456" y="1251631"/>
            <a:ext cx="2226833" cy="2667896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F4683-C228-46DF-9F25-A241664CC7E6}"/>
              </a:ext>
            </a:extLst>
          </p:cNvPr>
          <p:cNvSpPr txBox="1"/>
          <p:nvPr/>
        </p:nvSpPr>
        <p:spPr>
          <a:xfrm>
            <a:off x="2698240" y="1251631"/>
            <a:ext cx="2721685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(variable_demo.py)</a:t>
            </a:r>
          </a:p>
          <a:p>
            <a:r>
              <a:rPr lang="en-US" dirty="0"/>
              <a:t>1 # This program demonstrates a variable.</a:t>
            </a:r>
          </a:p>
          <a:p>
            <a:r>
              <a:rPr lang="en-US" dirty="0"/>
              <a:t>2 room = 503</a:t>
            </a:r>
          </a:p>
          <a:p>
            <a:r>
              <a:rPr lang="en-US" dirty="0"/>
              <a:t>3 print('I am staying in room number')</a:t>
            </a:r>
          </a:p>
          <a:p>
            <a:r>
              <a:rPr lang="en-US" dirty="0"/>
              <a:t>4 print(room)</a:t>
            </a:r>
          </a:p>
          <a:p>
            <a:r>
              <a:rPr lang="en-US" b="1" dirty="0"/>
              <a:t>Program Output</a:t>
            </a:r>
          </a:p>
          <a:p>
            <a:r>
              <a:rPr lang="en-US" b="1" dirty="0"/>
              <a:t>I am staying in room number</a:t>
            </a:r>
          </a:p>
          <a:p>
            <a:r>
              <a:rPr lang="en-US" b="1" dirty="0"/>
              <a:t>503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D527B-5BF7-449A-9834-6B0FD3AD4CA6}"/>
              </a:ext>
            </a:extLst>
          </p:cNvPr>
          <p:cNvSpPr txBox="1"/>
          <p:nvPr/>
        </p:nvSpPr>
        <p:spPr>
          <a:xfrm>
            <a:off x="5600876" y="766409"/>
            <a:ext cx="3372523" cy="3754874"/>
          </a:xfrm>
          <a:prstGeom prst="rect">
            <a:avLst/>
          </a:prstGeom>
          <a:solidFill>
            <a:srgbClr val="FFCCFF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(variable_demo2.py)</a:t>
            </a:r>
          </a:p>
          <a:p>
            <a:r>
              <a:rPr lang="en-US" dirty="0"/>
              <a:t>1 # Create two variables: </a:t>
            </a:r>
            <a:r>
              <a:rPr lang="en-US" dirty="0" err="1"/>
              <a:t>top_speed</a:t>
            </a:r>
            <a:r>
              <a:rPr lang="en-US" dirty="0"/>
              <a:t> and distance.</a:t>
            </a:r>
          </a:p>
          <a:p>
            <a:r>
              <a:rPr lang="en-US" dirty="0"/>
              <a:t>2 </a:t>
            </a:r>
            <a:r>
              <a:rPr lang="en-US" dirty="0" err="1"/>
              <a:t>top_speed</a:t>
            </a:r>
            <a:r>
              <a:rPr lang="en-US" dirty="0"/>
              <a:t> = 160</a:t>
            </a:r>
          </a:p>
          <a:p>
            <a:r>
              <a:rPr lang="en-US" dirty="0"/>
              <a:t>3 distance = 300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 # Display the values referenced by the variables.</a:t>
            </a:r>
          </a:p>
          <a:p>
            <a:r>
              <a:rPr lang="en-US" dirty="0"/>
              <a:t>6 print('The top speed is')</a:t>
            </a:r>
          </a:p>
          <a:p>
            <a:r>
              <a:rPr lang="en-US" dirty="0"/>
              <a:t>7 print(</a:t>
            </a:r>
            <a:r>
              <a:rPr lang="en-US" dirty="0" err="1"/>
              <a:t>top_speed</a:t>
            </a:r>
            <a:r>
              <a:rPr lang="en-US" dirty="0"/>
              <a:t>)</a:t>
            </a:r>
          </a:p>
          <a:p>
            <a:r>
              <a:rPr lang="en-US" dirty="0"/>
              <a:t>8 print('The distance traveled is')</a:t>
            </a:r>
          </a:p>
          <a:p>
            <a:r>
              <a:rPr lang="en-US" dirty="0"/>
              <a:t>9 print(distance)</a:t>
            </a:r>
          </a:p>
          <a:p>
            <a:r>
              <a:rPr lang="en-US" b="1" dirty="0"/>
              <a:t>Program Output</a:t>
            </a:r>
          </a:p>
          <a:p>
            <a:r>
              <a:rPr lang="en-US" b="1" dirty="0"/>
              <a:t>The top speed is</a:t>
            </a:r>
          </a:p>
          <a:p>
            <a:r>
              <a:rPr lang="en-US" b="1" dirty="0"/>
              <a:t>160</a:t>
            </a:r>
          </a:p>
          <a:p>
            <a:r>
              <a:rPr lang="en-US" b="1" dirty="0"/>
              <a:t>The distance traveled is</a:t>
            </a:r>
          </a:p>
          <a:p>
            <a:r>
              <a:rPr lang="en-US" b="1" dirty="0"/>
              <a:t>300</a:t>
            </a:r>
          </a:p>
        </p:txBody>
      </p:sp>
    </p:spTree>
    <p:extLst>
      <p:ext uri="{BB962C8B-B14F-4D97-AF65-F5344CB8AC3E}">
        <p14:creationId xmlns:p14="http://schemas.microsoft.com/office/powerpoint/2010/main" val="613711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292C-477B-46CD-A1FD-69ABE944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46226"/>
            <a:ext cx="7710900" cy="572700"/>
          </a:xfrm>
        </p:spPr>
        <p:txBody>
          <a:bodyPr/>
          <a:lstStyle/>
          <a:p>
            <a:pPr algn="ctr"/>
            <a:r>
              <a:rPr lang="en-MY" dirty="0"/>
              <a:t>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B7A1D-C7CB-43AD-B417-F99E58E7B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125974"/>
            <a:ext cx="7710900" cy="3198600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ses data types to categorize values in memory. When an integer is stored in memory, it is classified as an int, and when a real number is stored in memory, it is classified as a float.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Types: Python supports various built-in data types, including: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Numeric types: int, float, complex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Sequence types: list, tuple, range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Text type: str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Mapping type: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dict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Set types: set,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frozenset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39700" indent="0">
              <a:buNone/>
            </a:pPr>
            <a:endParaRPr lang="en-MY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D174C-F423-4BF4-A1C5-8FAF37FDDAE8}"/>
              </a:ext>
            </a:extLst>
          </p:cNvPr>
          <p:cNvSpPr txBox="1"/>
          <p:nvPr/>
        </p:nvSpPr>
        <p:spPr>
          <a:xfrm>
            <a:off x="4572000" y="2435061"/>
            <a:ext cx="3238052" cy="246221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3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(string_variable.py)</a:t>
            </a:r>
          </a:p>
          <a:p>
            <a:r>
              <a:rPr lang="en-US" dirty="0"/>
              <a:t>1 # Create variables to reference two strings. </a:t>
            </a:r>
          </a:p>
          <a:p>
            <a:r>
              <a:rPr lang="en-US" dirty="0"/>
              <a:t>2 </a:t>
            </a:r>
            <a:r>
              <a:rPr lang="en-US" dirty="0" err="1"/>
              <a:t>first_name</a:t>
            </a:r>
            <a:r>
              <a:rPr lang="en-US" dirty="0"/>
              <a:t> = 'Kathryn'</a:t>
            </a:r>
          </a:p>
          <a:p>
            <a:r>
              <a:rPr lang="en-US" dirty="0"/>
              <a:t>3 </a:t>
            </a:r>
            <a:r>
              <a:rPr lang="en-US" dirty="0" err="1"/>
              <a:t>last_name</a:t>
            </a:r>
            <a:r>
              <a:rPr lang="en-US" dirty="0"/>
              <a:t> = 'Marino'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 # Display the values referenced by the variables.</a:t>
            </a:r>
          </a:p>
          <a:p>
            <a:r>
              <a:rPr lang="en-US" dirty="0"/>
              <a:t>6 print(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)</a:t>
            </a:r>
          </a:p>
          <a:p>
            <a:r>
              <a:rPr lang="en-US" b="1" dirty="0"/>
              <a:t>Program Output</a:t>
            </a:r>
          </a:p>
          <a:p>
            <a:r>
              <a:rPr lang="en-US" b="1" dirty="0"/>
              <a:t>Kathryn Marino</a:t>
            </a:r>
          </a:p>
        </p:txBody>
      </p:sp>
    </p:spTree>
    <p:extLst>
      <p:ext uri="{BB962C8B-B14F-4D97-AF65-F5344CB8AC3E}">
        <p14:creationId xmlns:p14="http://schemas.microsoft.com/office/powerpoint/2010/main" val="715057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9807-FD14-4F27-9F8C-4279CE21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94418"/>
            <a:ext cx="7710900" cy="572700"/>
          </a:xfrm>
        </p:spPr>
        <p:txBody>
          <a:bodyPr/>
          <a:lstStyle/>
          <a:p>
            <a:pPr algn="ctr"/>
            <a:r>
              <a:rPr lang="en-MY" dirty="0"/>
              <a:t>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25336-D042-4EE6-A45B-5077B4CFA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947266"/>
            <a:ext cx="7982936" cy="2298300"/>
          </a:xfrm>
        </p:spPr>
        <p:txBody>
          <a:bodyPr/>
          <a:lstStyle/>
          <a:p>
            <a:r>
              <a:rPr lang="en-M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Functions are reusable blocks of code that perform a specific task. They help in organizing code and promoting code reusability.</a:t>
            </a:r>
          </a:p>
          <a:p>
            <a:r>
              <a:rPr lang="en-MY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You can define your own functions or use built-in functions provided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800" b="1" kern="0" dirty="0">
                <a:solidFill>
                  <a:srgbClr val="1473FF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Displaying Output with the </a:t>
            </a:r>
            <a:r>
              <a:rPr lang="en-MY" sz="1800" b="1" kern="0" dirty="0">
                <a:solidFill>
                  <a:srgbClr val="1473FF"/>
                </a:solidFill>
                <a:effectLst/>
                <a:latin typeface="ArialMonoMTPro-Bold"/>
                <a:ea typeface="Calibri" panose="020F0502020204030204" pitchFamily="34" charset="0"/>
                <a:cs typeface="ArialMonoMTPro-Bold"/>
              </a:rPr>
              <a:t>print </a:t>
            </a:r>
            <a:r>
              <a:rPr lang="en-MY" sz="1800" b="1" kern="0" dirty="0">
                <a:solidFill>
                  <a:srgbClr val="1473FF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Function</a:t>
            </a:r>
            <a:endParaRPr lang="en-MY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sz="1800" b="1" kern="0" dirty="0">
                <a:solidFill>
                  <a:srgbClr val="000000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CONCEPT: </a:t>
            </a:r>
            <a:r>
              <a:rPr lang="en-MY" sz="1800" b="1" kern="0" dirty="0">
                <a:solidFill>
                  <a:srgbClr val="000000"/>
                </a:solidFill>
                <a:effectLst/>
                <a:latin typeface="SabonLTPro-Bold"/>
                <a:ea typeface="Calibri" panose="020F0502020204030204" pitchFamily="34" charset="0"/>
                <a:cs typeface="SabonLTPro-Bold"/>
              </a:rPr>
              <a:t>You use the </a:t>
            </a:r>
            <a:r>
              <a:rPr lang="en-MY" sz="1800" b="1" kern="0" dirty="0">
                <a:solidFill>
                  <a:srgbClr val="000000"/>
                </a:solidFill>
                <a:effectLst/>
                <a:latin typeface="ArialMonoMTPro-Bold"/>
                <a:ea typeface="Calibri" panose="020F0502020204030204" pitchFamily="34" charset="0"/>
                <a:cs typeface="ArialMonoMTPro-Bold"/>
              </a:rPr>
              <a:t>print </a:t>
            </a:r>
            <a:r>
              <a:rPr lang="en-MY" sz="1800" b="1" kern="0" dirty="0">
                <a:solidFill>
                  <a:srgbClr val="000000"/>
                </a:solidFill>
                <a:effectLst/>
                <a:latin typeface="SabonLTPro-Bold"/>
                <a:ea typeface="Calibri" panose="020F0502020204030204" pitchFamily="34" charset="0"/>
                <a:cs typeface="SabonLTPro-Bold"/>
              </a:rPr>
              <a:t>function to display output in a Python program.</a:t>
            </a:r>
            <a:endParaRPr lang="en-MY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E72EE-57D7-4B93-A132-85F2A9E7A96C}"/>
              </a:ext>
            </a:extLst>
          </p:cNvPr>
          <p:cNvSpPr txBox="1"/>
          <p:nvPr/>
        </p:nvSpPr>
        <p:spPr>
          <a:xfrm>
            <a:off x="4302677" y="2678655"/>
            <a:ext cx="3074930" cy="2309863"/>
          </a:xfrm>
          <a:prstGeom prst="rect">
            <a:avLst/>
          </a:prstGeom>
          <a:solidFill>
            <a:srgbClr val="99FFCC"/>
          </a:solidFill>
          <a:ln w="28575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1 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print(“</a:t>
            </a:r>
            <a:r>
              <a:rPr lang="en-MY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Navitha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 Gunalan")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2 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print(“Lecturer")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3 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print(“</a:t>
            </a:r>
            <a:r>
              <a:rPr lang="en-MY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Disted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 College")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b="1" u="sng" kern="0" dirty="0">
                <a:solidFill>
                  <a:srgbClr val="000000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Program Output</a:t>
            </a:r>
            <a:endParaRPr lang="en-MY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b="1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Navitha</a:t>
            </a:r>
            <a:r>
              <a:rPr lang="en-MY" b="1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 Gunalan</a:t>
            </a:r>
            <a:endParaRPr lang="en-MY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b="1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Lecturer</a:t>
            </a:r>
            <a:endParaRPr lang="en-MY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b="1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Disted</a:t>
            </a:r>
            <a:r>
              <a:rPr lang="en-MY" b="1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 College</a:t>
            </a:r>
            <a:endParaRPr lang="en-MY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804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1"/>
          <p:cNvSpPr txBox="1">
            <a:spLocks noGrp="1"/>
          </p:cNvSpPr>
          <p:nvPr>
            <p:ph type="title"/>
          </p:nvPr>
        </p:nvSpPr>
        <p:spPr>
          <a:xfrm>
            <a:off x="713225" y="2254513"/>
            <a:ext cx="461276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INPUT AND OUTPUT FROM KEYBOARD </a:t>
            </a:r>
          </a:p>
        </p:txBody>
      </p:sp>
      <p:sp>
        <p:nvSpPr>
          <p:cNvPr id="910" name="Google Shape;910;p41"/>
          <p:cNvSpPr txBox="1">
            <a:spLocks noGrp="1"/>
          </p:cNvSpPr>
          <p:nvPr>
            <p:ph type="title" idx="2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912" name="Google Shape;912;p41"/>
          <p:cNvSpPr/>
          <p:nvPr/>
        </p:nvSpPr>
        <p:spPr>
          <a:xfrm>
            <a:off x="5294150" y="10129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4091402" y="4414375"/>
            <a:ext cx="367931" cy="258297"/>
            <a:chOff x="4992850" y="4345375"/>
            <a:chExt cx="619413" cy="638400"/>
          </a:xfrm>
        </p:grpSpPr>
        <p:sp>
          <p:nvSpPr>
            <p:cNvPr id="914" name="Google Shape;914;p4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41"/>
          <p:cNvSpPr/>
          <p:nvPr/>
        </p:nvSpPr>
        <p:spPr>
          <a:xfrm>
            <a:off x="6956400" y="414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41"/>
          <p:cNvGrpSpPr/>
          <p:nvPr/>
        </p:nvGrpSpPr>
        <p:grpSpPr>
          <a:xfrm>
            <a:off x="5293908" y="1087072"/>
            <a:ext cx="3381870" cy="3516739"/>
            <a:chOff x="5222815" y="1012953"/>
            <a:chExt cx="3453354" cy="3591074"/>
          </a:xfrm>
        </p:grpSpPr>
        <p:sp>
          <p:nvSpPr>
            <p:cNvPr id="918" name="Google Shape;918;p41"/>
            <p:cNvSpPr/>
            <p:nvPr/>
          </p:nvSpPr>
          <p:spPr>
            <a:xfrm>
              <a:off x="5222815" y="1012953"/>
              <a:ext cx="3453354" cy="3346964"/>
            </a:xfrm>
            <a:custGeom>
              <a:avLst/>
              <a:gdLst/>
              <a:ahLst/>
              <a:cxnLst/>
              <a:rect l="l" t="t" r="r" b="b"/>
              <a:pathLst>
                <a:path w="34694" h="33626" extrusionOk="0">
                  <a:moveTo>
                    <a:pt x="26961" y="0"/>
                  </a:moveTo>
                  <a:cubicBezTo>
                    <a:pt x="26141" y="0"/>
                    <a:pt x="25322" y="151"/>
                    <a:pt x="24556" y="464"/>
                  </a:cubicBezTo>
                  <a:cubicBezTo>
                    <a:pt x="21698" y="1610"/>
                    <a:pt x="20134" y="4617"/>
                    <a:pt x="17835" y="6683"/>
                  </a:cubicBezTo>
                  <a:cubicBezTo>
                    <a:pt x="14743" y="9484"/>
                    <a:pt x="10676" y="9541"/>
                    <a:pt x="7223" y="11514"/>
                  </a:cubicBezTo>
                  <a:cubicBezTo>
                    <a:pt x="4217" y="13226"/>
                    <a:pt x="1712" y="16000"/>
                    <a:pt x="680" y="19332"/>
                  </a:cubicBezTo>
                  <a:cubicBezTo>
                    <a:pt x="121" y="21065"/>
                    <a:pt x="0" y="23223"/>
                    <a:pt x="382" y="25281"/>
                  </a:cubicBezTo>
                  <a:cubicBezTo>
                    <a:pt x="800" y="27432"/>
                    <a:pt x="1769" y="29441"/>
                    <a:pt x="3361" y="30679"/>
                  </a:cubicBezTo>
                  <a:cubicBezTo>
                    <a:pt x="6075" y="32748"/>
                    <a:pt x="9754" y="33625"/>
                    <a:pt x="13212" y="33625"/>
                  </a:cubicBezTo>
                  <a:cubicBezTo>
                    <a:pt x="14035" y="33625"/>
                    <a:pt x="14846" y="33576"/>
                    <a:pt x="15628" y="33480"/>
                  </a:cubicBezTo>
                  <a:cubicBezTo>
                    <a:pt x="16066" y="33417"/>
                    <a:pt x="16512" y="33360"/>
                    <a:pt x="16922" y="33268"/>
                  </a:cubicBezTo>
                  <a:cubicBezTo>
                    <a:pt x="19455" y="32801"/>
                    <a:pt x="21931" y="31768"/>
                    <a:pt x="23763" y="29971"/>
                  </a:cubicBezTo>
                  <a:cubicBezTo>
                    <a:pt x="25765" y="27998"/>
                    <a:pt x="26798" y="25840"/>
                    <a:pt x="27767" y="23251"/>
                  </a:cubicBezTo>
                  <a:cubicBezTo>
                    <a:pt x="28892" y="20273"/>
                    <a:pt x="30774" y="17676"/>
                    <a:pt x="32217" y="14846"/>
                  </a:cubicBezTo>
                  <a:cubicBezTo>
                    <a:pt x="33667" y="12045"/>
                    <a:pt x="34693" y="8805"/>
                    <a:pt x="33929" y="5742"/>
                  </a:cubicBezTo>
                  <a:cubicBezTo>
                    <a:pt x="33427" y="3768"/>
                    <a:pt x="32160" y="1964"/>
                    <a:pt x="30420" y="938"/>
                  </a:cubicBezTo>
                  <a:cubicBezTo>
                    <a:pt x="29369" y="324"/>
                    <a:pt x="28163" y="0"/>
                    <a:pt x="26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9" name="Google Shape;919;p41"/>
            <p:cNvGrpSpPr/>
            <p:nvPr/>
          </p:nvGrpSpPr>
          <p:grpSpPr>
            <a:xfrm>
              <a:off x="6352264" y="1624259"/>
              <a:ext cx="378942" cy="384502"/>
              <a:chOff x="5033016" y="2415353"/>
              <a:chExt cx="132303" cy="134249"/>
            </a:xfrm>
          </p:grpSpPr>
          <p:sp>
            <p:nvSpPr>
              <p:cNvPr id="920" name="Google Shape;920;p41"/>
              <p:cNvSpPr/>
              <p:nvPr/>
            </p:nvSpPr>
            <p:spPr>
              <a:xfrm>
                <a:off x="5033016" y="2415353"/>
                <a:ext cx="132303" cy="134249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3863" extrusionOk="0">
                    <a:moveTo>
                      <a:pt x="1925" y="963"/>
                    </a:moveTo>
                    <a:cubicBezTo>
                      <a:pt x="2394" y="963"/>
                      <a:pt x="2807" y="1326"/>
                      <a:pt x="2858" y="1804"/>
                    </a:cubicBezTo>
                    <a:cubicBezTo>
                      <a:pt x="2922" y="2335"/>
                      <a:pt x="2568" y="2830"/>
                      <a:pt x="2038" y="2922"/>
                    </a:cubicBezTo>
                    <a:cubicBezTo>
                      <a:pt x="2003" y="2926"/>
                      <a:pt x="1968" y="2927"/>
                      <a:pt x="1933" y="2927"/>
                    </a:cubicBezTo>
                    <a:cubicBezTo>
                      <a:pt x="1446" y="2927"/>
                      <a:pt x="1027" y="2562"/>
                      <a:pt x="948" y="2066"/>
                    </a:cubicBezTo>
                    <a:cubicBezTo>
                      <a:pt x="884" y="1535"/>
                      <a:pt x="1238" y="1033"/>
                      <a:pt x="1769" y="976"/>
                    </a:cubicBezTo>
                    <a:cubicBezTo>
                      <a:pt x="1821" y="967"/>
                      <a:pt x="1874" y="963"/>
                      <a:pt x="1925" y="963"/>
                    </a:cubicBezTo>
                    <a:close/>
                    <a:moveTo>
                      <a:pt x="1974" y="0"/>
                    </a:moveTo>
                    <a:lnTo>
                      <a:pt x="1974" y="36"/>
                    </a:lnTo>
                    <a:cubicBezTo>
                      <a:pt x="2009" y="212"/>
                      <a:pt x="1889" y="389"/>
                      <a:pt x="1712" y="389"/>
                    </a:cubicBezTo>
                    <a:cubicBezTo>
                      <a:pt x="1695" y="392"/>
                      <a:pt x="1678" y="393"/>
                      <a:pt x="1661" y="393"/>
                    </a:cubicBezTo>
                    <a:cubicBezTo>
                      <a:pt x="1507" y="393"/>
                      <a:pt x="1384" y="280"/>
                      <a:pt x="1358" y="120"/>
                    </a:cubicBezTo>
                    <a:lnTo>
                      <a:pt x="1358" y="92"/>
                    </a:lnTo>
                    <a:cubicBezTo>
                      <a:pt x="1238" y="120"/>
                      <a:pt x="1125" y="177"/>
                      <a:pt x="1005" y="241"/>
                    </a:cubicBezTo>
                    <a:cubicBezTo>
                      <a:pt x="1033" y="241"/>
                      <a:pt x="1033" y="241"/>
                      <a:pt x="1033" y="269"/>
                    </a:cubicBezTo>
                    <a:cubicBezTo>
                      <a:pt x="1153" y="389"/>
                      <a:pt x="1125" y="594"/>
                      <a:pt x="976" y="708"/>
                    </a:cubicBezTo>
                    <a:cubicBezTo>
                      <a:pt x="923" y="748"/>
                      <a:pt x="854" y="771"/>
                      <a:pt x="783" y="771"/>
                    </a:cubicBezTo>
                    <a:cubicBezTo>
                      <a:pt x="692" y="771"/>
                      <a:pt x="598" y="734"/>
                      <a:pt x="531" y="651"/>
                    </a:cubicBezTo>
                    <a:lnTo>
                      <a:pt x="531" y="623"/>
                    </a:lnTo>
                    <a:cubicBezTo>
                      <a:pt x="446" y="708"/>
                      <a:pt x="354" y="800"/>
                      <a:pt x="297" y="920"/>
                    </a:cubicBezTo>
                    <a:lnTo>
                      <a:pt x="326" y="920"/>
                    </a:lnTo>
                    <a:cubicBezTo>
                      <a:pt x="502" y="976"/>
                      <a:pt x="559" y="1182"/>
                      <a:pt x="502" y="1330"/>
                    </a:cubicBezTo>
                    <a:cubicBezTo>
                      <a:pt x="460" y="1463"/>
                      <a:pt x="349" y="1528"/>
                      <a:pt x="222" y="1528"/>
                    </a:cubicBezTo>
                    <a:cubicBezTo>
                      <a:pt x="180" y="1528"/>
                      <a:pt x="136" y="1521"/>
                      <a:pt x="92" y="1507"/>
                    </a:cubicBezTo>
                    <a:lnTo>
                      <a:pt x="64" y="1507"/>
                    </a:lnTo>
                    <a:cubicBezTo>
                      <a:pt x="28" y="1627"/>
                      <a:pt x="0" y="1741"/>
                      <a:pt x="0" y="1861"/>
                    </a:cubicBezTo>
                    <a:lnTo>
                      <a:pt x="64" y="1861"/>
                    </a:lnTo>
                    <a:cubicBezTo>
                      <a:pt x="78" y="1858"/>
                      <a:pt x="93" y="1856"/>
                      <a:pt x="108" y="1856"/>
                    </a:cubicBezTo>
                    <a:cubicBezTo>
                      <a:pt x="240" y="1856"/>
                      <a:pt x="382" y="1964"/>
                      <a:pt x="382" y="2123"/>
                    </a:cubicBezTo>
                    <a:cubicBezTo>
                      <a:pt x="417" y="2299"/>
                      <a:pt x="297" y="2476"/>
                      <a:pt x="120" y="2476"/>
                    </a:cubicBezTo>
                    <a:lnTo>
                      <a:pt x="92" y="2476"/>
                    </a:lnTo>
                    <a:cubicBezTo>
                      <a:pt x="120" y="2625"/>
                      <a:pt x="177" y="2745"/>
                      <a:pt x="241" y="2830"/>
                    </a:cubicBezTo>
                    <a:lnTo>
                      <a:pt x="269" y="2802"/>
                    </a:lnTo>
                    <a:cubicBezTo>
                      <a:pt x="318" y="2765"/>
                      <a:pt x="385" y="2744"/>
                      <a:pt x="454" y="2744"/>
                    </a:cubicBezTo>
                    <a:cubicBezTo>
                      <a:pt x="546" y="2744"/>
                      <a:pt x="643" y="2781"/>
                      <a:pt x="708" y="2865"/>
                    </a:cubicBezTo>
                    <a:cubicBezTo>
                      <a:pt x="800" y="3007"/>
                      <a:pt x="771" y="3219"/>
                      <a:pt x="651" y="3304"/>
                    </a:cubicBezTo>
                    <a:cubicBezTo>
                      <a:pt x="623" y="3332"/>
                      <a:pt x="623" y="3332"/>
                      <a:pt x="594" y="3332"/>
                    </a:cubicBezTo>
                    <a:cubicBezTo>
                      <a:pt x="708" y="3424"/>
                      <a:pt x="800" y="3509"/>
                      <a:pt x="913" y="3573"/>
                    </a:cubicBezTo>
                    <a:lnTo>
                      <a:pt x="913" y="3537"/>
                    </a:lnTo>
                    <a:cubicBezTo>
                      <a:pt x="959" y="3408"/>
                      <a:pt x="1067" y="3327"/>
                      <a:pt x="1191" y="3327"/>
                    </a:cubicBezTo>
                    <a:cubicBezTo>
                      <a:pt x="1236" y="3327"/>
                      <a:pt x="1283" y="3338"/>
                      <a:pt x="1330" y="3361"/>
                    </a:cubicBezTo>
                    <a:cubicBezTo>
                      <a:pt x="1479" y="3424"/>
                      <a:pt x="1564" y="3601"/>
                      <a:pt x="1507" y="3778"/>
                    </a:cubicBezTo>
                    <a:lnTo>
                      <a:pt x="1479" y="3806"/>
                    </a:lnTo>
                    <a:cubicBezTo>
                      <a:pt x="1592" y="3835"/>
                      <a:pt x="1712" y="3863"/>
                      <a:pt x="1861" y="3863"/>
                    </a:cubicBezTo>
                    <a:cubicBezTo>
                      <a:pt x="1861" y="3835"/>
                      <a:pt x="1832" y="3835"/>
                      <a:pt x="1832" y="3806"/>
                    </a:cubicBezTo>
                    <a:cubicBezTo>
                      <a:pt x="1797" y="3629"/>
                      <a:pt x="1946" y="3481"/>
                      <a:pt x="2094" y="3453"/>
                    </a:cubicBezTo>
                    <a:cubicBezTo>
                      <a:pt x="2112" y="3450"/>
                      <a:pt x="2131" y="3448"/>
                      <a:pt x="2149" y="3448"/>
                    </a:cubicBezTo>
                    <a:cubicBezTo>
                      <a:pt x="2305" y="3448"/>
                      <a:pt x="2448" y="3556"/>
                      <a:pt x="2448" y="3714"/>
                    </a:cubicBezTo>
                    <a:lnTo>
                      <a:pt x="2448" y="3778"/>
                    </a:lnTo>
                    <a:cubicBezTo>
                      <a:pt x="2596" y="3750"/>
                      <a:pt x="2717" y="3686"/>
                      <a:pt x="2802" y="3629"/>
                    </a:cubicBezTo>
                    <a:lnTo>
                      <a:pt x="2773" y="3601"/>
                    </a:lnTo>
                    <a:cubicBezTo>
                      <a:pt x="2681" y="3453"/>
                      <a:pt x="2681" y="3247"/>
                      <a:pt x="2830" y="3155"/>
                    </a:cubicBezTo>
                    <a:cubicBezTo>
                      <a:pt x="2891" y="3109"/>
                      <a:pt x="2957" y="3086"/>
                      <a:pt x="3022" y="3086"/>
                    </a:cubicBezTo>
                    <a:cubicBezTo>
                      <a:pt x="3115" y="3086"/>
                      <a:pt x="3205" y="3132"/>
                      <a:pt x="3276" y="3219"/>
                    </a:cubicBezTo>
                    <a:lnTo>
                      <a:pt x="3304" y="3247"/>
                    </a:lnTo>
                    <a:cubicBezTo>
                      <a:pt x="3389" y="3155"/>
                      <a:pt x="3452" y="3042"/>
                      <a:pt x="3537" y="2950"/>
                    </a:cubicBezTo>
                    <a:cubicBezTo>
                      <a:pt x="3509" y="2950"/>
                      <a:pt x="3509" y="2950"/>
                      <a:pt x="3481" y="2922"/>
                    </a:cubicBezTo>
                    <a:cubicBezTo>
                      <a:pt x="3332" y="2865"/>
                      <a:pt x="3247" y="2688"/>
                      <a:pt x="3304" y="2512"/>
                    </a:cubicBezTo>
                    <a:cubicBezTo>
                      <a:pt x="3348" y="2396"/>
                      <a:pt x="3483" y="2314"/>
                      <a:pt x="3610" y="2314"/>
                    </a:cubicBezTo>
                    <a:cubicBezTo>
                      <a:pt x="3646" y="2314"/>
                      <a:pt x="3681" y="2321"/>
                      <a:pt x="3714" y="2335"/>
                    </a:cubicBezTo>
                    <a:lnTo>
                      <a:pt x="3742" y="2363"/>
                    </a:lnTo>
                    <a:cubicBezTo>
                      <a:pt x="3778" y="2243"/>
                      <a:pt x="3806" y="2123"/>
                      <a:pt x="3806" y="1981"/>
                    </a:cubicBezTo>
                    <a:lnTo>
                      <a:pt x="3806" y="1981"/>
                    </a:lnTo>
                    <a:lnTo>
                      <a:pt x="3778" y="2009"/>
                    </a:lnTo>
                    <a:cubicBezTo>
                      <a:pt x="3601" y="2009"/>
                      <a:pt x="3424" y="1889"/>
                      <a:pt x="3424" y="1712"/>
                    </a:cubicBezTo>
                    <a:cubicBezTo>
                      <a:pt x="3389" y="1535"/>
                      <a:pt x="3509" y="1387"/>
                      <a:pt x="3686" y="1359"/>
                    </a:cubicBezTo>
                    <a:lnTo>
                      <a:pt x="3714" y="1359"/>
                    </a:lnTo>
                    <a:cubicBezTo>
                      <a:pt x="3686" y="1238"/>
                      <a:pt x="3629" y="1125"/>
                      <a:pt x="3566" y="1005"/>
                    </a:cubicBezTo>
                    <a:cubicBezTo>
                      <a:pt x="3566" y="1033"/>
                      <a:pt x="3566" y="1033"/>
                      <a:pt x="3537" y="1033"/>
                    </a:cubicBezTo>
                    <a:cubicBezTo>
                      <a:pt x="3490" y="1084"/>
                      <a:pt x="3424" y="1108"/>
                      <a:pt x="3356" y="1108"/>
                    </a:cubicBezTo>
                    <a:cubicBezTo>
                      <a:pt x="3263" y="1108"/>
                      <a:pt x="3164" y="1062"/>
                      <a:pt x="3099" y="976"/>
                    </a:cubicBezTo>
                    <a:cubicBezTo>
                      <a:pt x="3007" y="856"/>
                      <a:pt x="3035" y="651"/>
                      <a:pt x="3155" y="531"/>
                    </a:cubicBezTo>
                    <a:lnTo>
                      <a:pt x="3184" y="531"/>
                    </a:lnTo>
                    <a:cubicBezTo>
                      <a:pt x="3099" y="446"/>
                      <a:pt x="3007" y="354"/>
                      <a:pt x="2894" y="297"/>
                    </a:cubicBezTo>
                    <a:lnTo>
                      <a:pt x="2894" y="326"/>
                    </a:lnTo>
                    <a:cubicBezTo>
                      <a:pt x="2844" y="442"/>
                      <a:pt x="2725" y="523"/>
                      <a:pt x="2592" y="523"/>
                    </a:cubicBezTo>
                    <a:cubicBezTo>
                      <a:pt x="2554" y="523"/>
                      <a:pt x="2515" y="517"/>
                      <a:pt x="2476" y="503"/>
                    </a:cubicBezTo>
                    <a:cubicBezTo>
                      <a:pt x="2328" y="446"/>
                      <a:pt x="2243" y="241"/>
                      <a:pt x="2299" y="92"/>
                    </a:cubicBezTo>
                    <a:lnTo>
                      <a:pt x="2328" y="64"/>
                    </a:lnTo>
                    <a:cubicBezTo>
                      <a:pt x="2214" y="36"/>
                      <a:pt x="2094" y="0"/>
                      <a:pt x="19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5056613" y="2442148"/>
                <a:ext cx="85074" cy="80904"/>
              </a:xfrm>
              <a:custGeom>
                <a:avLst/>
                <a:gdLst/>
                <a:ahLst/>
                <a:cxnLst/>
                <a:rect l="l" t="t" r="r" b="b"/>
                <a:pathLst>
                  <a:path w="2448" h="2328" extrusionOk="0">
                    <a:moveTo>
                      <a:pt x="1238" y="57"/>
                    </a:moveTo>
                    <a:cubicBezTo>
                      <a:pt x="1769" y="57"/>
                      <a:pt x="2243" y="467"/>
                      <a:pt x="2299" y="998"/>
                    </a:cubicBezTo>
                    <a:cubicBezTo>
                      <a:pt x="2391" y="1620"/>
                      <a:pt x="1974" y="2179"/>
                      <a:pt x="1387" y="2271"/>
                    </a:cubicBezTo>
                    <a:lnTo>
                      <a:pt x="1238" y="2271"/>
                    </a:lnTo>
                    <a:cubicBezTo>
                      <a:pt x="679" y="2271"/>
                      <a:pt x="205" y="1854"/>
                      <a:pt x="149" y="1323"/>
                    </a:cubicBezTo>
                    <a:cubicBezTo>
                      <a:pt x="57" y="708"/>
                      <a:pt x="474" y="149"/>
                      <a:pt x="1090" y="57"/>
                    </a:cubicBezTo>
                    <a:close/>
                    <a:moveTo>
                      <a:pt x="1061" y="0"/>
                    </a:moveTo>
                    <a:cubicBezTo>
                      <a:pt x="446" y="85"/>
                      <a:pt x="0" y="679"/>
                      <a:pt x="92" y="1323"/>
                    </a:cubicBezTo>
                    <a:cubicBezTo>
                      <a:pt x="177" y="1882"/>
                      <a:pt x="651" y="2328"/>
                      <a:pt x="1238" y="2328"/>
                    </a:cubicBezTo>
                    <a:lnTo>
                      <a:pt x="1387" y="2328"/>
                    </a:lnTo>
                    <a:cubicBezTo>
                      <a:pt x="2002" y="2236"/>
                      <a:pt x="2448" y="1649"/>
                      <a:pt x="2356" y="998"/>
                    </a:cubicBezTo>
                    <a:cubicBezTo>
                      <a:pt x="2299" y="439"/>
                      <a:pt x="1797" y="0"/>
                      <a:pt x="1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2" name="Google Shape;922;p41"/>
            <p:cNvGrpSpPr/>
            <p:nvPr/>
          </p:nvGrpSpPr>
          <p:grpSpPr>
            <a:xfrm>
              <a:off x="8150729" y="2571746"/>
              <a:ext cx="461359" cy="469107"/>
              <a:chOff x="5894466" y="2926705"/>
              <a:chExt cx="161078" cy="163789"/>
            </a:xfrm>
          </p:grpSpPr>
          <p:sp>
            <p:nvSpPr>
              <p:cNvPr id="923" name="Google Shape;923;p41"/>
              <p:cNvSpPr/>
              <p:nvPr/>
            </p:nvSpPr>
            <p:spPr>
              <a:xfrm>
                <a:off x="5894466" y="2926705"/>
                <a:ext cx="161078" cy="163789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4713" extrusionOk="0">
                    <a:moveTo>
                      <a:pt x="2310" y="1165"/>
                    </a:moveTo>
                    <a:cubicBezTo>
                      <a:pt x="2893" y="1165"/>
                      <a:pt x="3403" y="1609"/>
                      <a:pt x="3481" y="2208"/>
                    </a:cubicBezTo>
                    <a:cubicBezTo>
                      <a:pt x="3573" y="2859"/>
                      <a:pt x="3128" y="3446"/>
                      <a:pt x="2477" y="3566"/>
                    </a:cubicBezTo>
                    <a:cubicBezTo>
                      <a:pt x="2426" y="3573"/>
                      <a:pt x="2375" y="3576"/>
                      <a:pt x="2325" y="3576"/>
                    </a:cubicBezTo>
                    <a:cubicBezTo>
                      <a:pt x="1742" y="3576"/>
                      <a:pt x="1232" y="3133"/>
                      <a:pt x="1154" y="2534"/>
                    </a:cubicBezTo>
                    <a:cubicBezTo>
                      <a:pt x="1062" y="1883"/>
                      <a:pt x="1507" y="1267"/>
                      <a:pt x="2158" y="1175"/>
                    </a:cubicBezTo>
                    <a:cubicBezTo>
                      <a:pt x="2209" y="1169"/>
                      <a:pt x="2260" y="1165"/>
                      <a:pt x="2310" y="1165"/>
                    </a:cubicBezTo>
                    <a:close/>
                    <a:moveTo>
                      <a:pt x="2392" y="1"/>
                    </a:moveTo>
                    <a:lnTo>
                      <a:pt x="2392" y="58"/>
                    </a:lnTo>
                    <a:cubicBezTo>
                      <a:pt x="2420" y="263"/>
                      <a:pt x="2272" y="468"/>
                      <a:pt x="2066" y="496"/>
                    </a:cubicBezTo>
                    <a:cubicBezTo>
                      <a:pt x="2046" y="500"/>
                      <a:pt x="2026" y="501"/>
                      <a:pt x="2007" y="501"/>
                    </a:cubicBezTo>
                    <a:cubicBezTo>
                      <a:pt x="1828" y="501"/>
                      <a:pt x="1682" y="359"/>
                      <a:pt x="1656" y="142"/>
                    </a:cubicBezTo>
                    <a:cubicBezTo>
                      <a:pt x="1628" y="142"/>
                      <a:pt x="1628" y="114"/>
                      <a:pt x="1628" y="114"/>
                    </a:cubicBezTo>
                    <a:cubicBezTo>
                      <a:pt x="1507" y="142"/>
                      <a:pt x="1359" y="206"/>
                      <a:pt x="1210" y="291"/>
                    </a:cubicBezTo>
                    <a:cubicBezTo>
                      <a:pt x="1239" y="291"/>
                      <a:pt x="1239" y="291"/>
                      <a:pt x="1239" y="319"/>
                    </a:cubicBezTo>
                    <a:cubicBezTo>
                      <a:pt x="1387" y="496"/>
                      <a:pt x="1359" y="737"/>
                      <a:pt x="1182" y="850"/>
                    </a:cubicBezTo>
                    <a:cubicBezTo>
                      <a:pt x="1105" y="914"/>
                      <a:pt x="1017" y="946"/>
                      <a:pt x="933" y="946"/>
                    </a:cubicBezTo>
                    <a:cubicBezTo>
                      <a:pt x="823" y="946"/>
                      <a:pt x="719" y="893"/>
                      <a:pt x="651" y="793"/>
                    </a:cubicBezTo>
                    <a:lnTo>
                      <a:pt x="623" y="765"/>
                    </a:lnTo>
                    <a:cubicBezTo>
                      <a:pt x="531" y="850"/>
                      <a:pt x="418" y="998"/>
                      <a:pt x="354" y="1119"/>
                    </a:cubicBezTo>
                    <a:lnTo>
                      <a:pt x="390" y="1119"/>
                    </a:lnTo>
                    <a:cubicBezTo>
                      <a:pt x="595" y="1204"/>
                      <a:pt x="680" y="1444"/>
                      <a:pt x="595" y="1649"/>
                    </a:cubicBezTo>
                    <a:cubicBezTo>
                      <a:pt x="546" y="1784"/>
                      <a:pt x="399" y="1886"/>
                      <a:pt x="241" y="1886"/>
                    </a:cubicBezTo>
                    <a:cubicBezTo>
                      <a:pt x="192" y="1886"/>
                      <a:pt x="141" y="1876"/>
                      <a:pt x="93" y="1854"/>
                    </a:cubicBezTo>
                    <a:lnTo>
                      <a:pt x="64" y="1826"/>
                    </a:lnTo>
                    <a:cubicBezTo>
                      <a:pt x="36" y="1975"/>
                      <a:pt x="1" y="2123"/>
                      <a:pt x="1" y="2265"/>
                    </a:cubicBezTo>
                    <a:lnTo>
                      <a:pt x="36" y="2265"/>
                    </a:lnTo>
                    <a:cubicBezTo>
                      <a:pt x="55" y="2262"/>
                      <a:pt x="74" y="2261"/>
                      <a:pt x="92" y="2261"/>
                    </a:cubicBezTo>
                    <a:cubicBezTo>
                      <a:pt x="298" y="2261"/>
                      <a:pt x="449" y="2402"/>
                      <a:pt x="475" y="2590"/>
                    </a:cubicBezTo>
                    <a:cubicBezTo>
                      <a:pt x="503" y="2831"/>
                      <a:pt x="354" y="3008"/>
                      <a:pt x="149" y="3036"/>
                    </a:cubicBezTo>
                    <a:lnTo>
                      <a:pt x="93" y="3036"/>
                    </a:lnTo>
                    <a:cubicBezTo>
                      <a:pt x="149" y="3184"/>
                      <a:pt x="213" y="3326"/>
                      <a:pt x="269" y="3474"/>
                    </a:cubicBezTo>
                    <a:cubicBezTo>
                      <a:pt x="269" y="3446"/>
                      <a:pt x="298" y="3446"/>
                      <a:pt x="298" y="3446"/>
                    </a:cubicBezTo>
                    <a:cubicBezTo>
                      <a:pt x="375" y="3381"/>
                      <a:pt x="462" y="3350"/>
                      <a:pt x="549" y="3350"/>
                    </a:cubicBezTo>
                    <a:cubicBezTo>
                      <a:pt x="662" y="3350"/>
                      <a:pt x="773" y="3403"/>
                      <a:pt x="857" y="3503"/>
                    </a:cubicBezTo>
                    <a:cubicBezTo>
                      <a:pt x="977" y="3680"/>
                      <a:pt x="949" y="3920"/>
                      <a:pt x="772" y="4033"/>
                    </a:cubicBezTo>
                    <a:cubicBezTo>
                      <a:pt x="772" y="4069"/>
                      <a:pt x="743" y="4069"/>
                      <a:pt x="743" y="4097"/>
                    </a:cubicBezTo>
                    <a:cubicBezTo>
                      <a:pt x="828" y="4182"/>
                      <a:pt x="977" y="4274"/>
                      <a:pt x="1097" y="4359"/>
                    </a:cubicBezTo>
                    <a:cubicBezTo>
                      <a:pt x="1097" y="4359"/>
                      <a:pt x="1097" y="4330"/>
                      <a:pt x="1125" y="4302"/>
                    </a:cubicBezTo>
                    <a:cubicBezTo>
                      <a:pt x="1169" y="4167"/>
                      <a:pt x="1315" y="4065"/>
                      <a:pt x="1460" y="4065"/>
                    </a:cubicBezTo>
                    <a:cubicBezTo>
                      <a:pt x="1505" y="4065"/>
                      <a:pt x="1550" y="4075"/>
                      <a:pt x="1592" y="4097"/>
                    </a:cubicBezTo>
                    <a:cubicBezTo>
                      <a:pt x="1805" y="4182"/>
                      <a:pt x="1889" y="4387"/>
                      <a:pt x="1833" y="4599"/>
                    </a:cubicBezTo>
                    <a:cubicBezTo>
                      <a:pt x="1805" y="4628"/>
                      <a:pt x="1805" y="4656"/>
                      <a:pt x="1805" y="4656"/>
                    </a:cubicBezTo>
                    <a:cubicBezTo>
                      <a:pt x="1946" y="4684"/>
                      <a:pt x="2095" y="4712"/>
                      <a:pt x="2243" y="4712"/>
                    </a:cubicBezTo>
                    <a:lnTo>
                      <a:pt x="2243" y="4656"/>
                    </a:lnTo>
                    <a:cubicBezTo>
                      <a:pt x="2215" y="4451"/>
                      <a:pt x="2363" y="4246"/>
                      <a:pt x="2569" y="4210"/>
                    </a:cubicBezTo>
                    <a:cubicBezTo>
                      <a:pt x="2585" y="4208"/>
                      <a:pt x="2602" y="4207"/>
                      <a:pt x="2618" y="4207"/>
                    </a:cubicBezTo>
                    <a:cubicBezTo>
                      <a:pt x="2802" y="4207"/>
                      <a:pt x="2953" y="4350"/>
                      <a:pt x="2979" y="4564"/>
                    </a:cubicBezTo>
                    <a:cubicBezTo>
                      <a:pt x="3007" y="4564"/>
                      <a:pt x="3007" y="4599"/>
                      <a:pt x="2979" y="4628"/>
                    </a:cubicBezTo>
                    <a:cubicBezTo>
                      <a:pt x="3156" y="4564"/>
                      <a:pt x="3276" y="4507"/>
                      <a:pt x="3425" y="4451"/>
                    </a:cubicBezTo>
                    <a:cubicBezTo>
                      <a:pt x="3396" y="4422"/>
                      <a:pt x="3396" y="4422"/>
                      <a:pt x="3396" y="4387"/>
                    </a:cubicBezTo>
                    <a:cubicBezTo>
                      <a:pt x="3248" y="4210"/>
                      <a:pt x="3276" y="3977"/>
                      <a:pt x="3453" y="3856"/>
                    </a:cubicBezTo>
                    <a:cubicBezTo>
                      <a:pt x="3529" y="3796"/>
                      <a:pt x="3615" y="3766"/>
                      <a:pt x="3698" y="3766"/>
                    </a:cubicBezTo>
                    <a:cubicBezTo>
                      <a:pt x="3809" y="3766"/>
                      <a:pt x="3915" y="3819"/>
                      <a:pt x="3984" y="3920"/>
                    </a:cubicBezTo>
                    <a:cubicBezTo>
                      <a:pt x="4012" y="3948"/>
                      <a:pt x="4012" y="3948"/>
                      <a:pt x="4012" y="3977"/>
                    </a:cubicBezTo>
                    <a:cubicBezTo>
                      <a:pt x="4132" y="3856"/>
                      <a:pt x="4217" y="3743"/>
                      <a:pt x="4309" y="3595"/>
                    </a:cubicBezTo>
                    <a:lnTo>
                      <a:pt x="4245" y="3595"/>
                    </a:lnTo>
                    <a:cubicBezTo>
                      <a:pt x="4040" y="3503"/>
                      <a:pt x="3955" y="3269"/>
                      <a:pt x="4040" y="3064"/>
                    </a:cubicBezTo>
                    <a:cubicBezTo>
                      <a:pt x="4089" y="2929"/>
                      <a:pt x="4236" y="2827"/>
                      <a:pt x="4394" y="2827"/>
                    </a:cubicBezTo>
                    <a:cubicBezTo>
                      <a:pt x="4443" y="2827"/>
                      <a:pt x="4494" y="2837"/>
                      <a:pt x="4542" y="2859"/>
                    </a:cubicBezTo>
                    <a:lnTo>
                      <a:pt x="4571" y="2887"/>
                    </a:lnTo>
                    <a:cubicBezTo>
                      <a:pt x="4599" y="2739"/>
                      <a:pt x="4634" y="2590"/>
                      <a:pt x="4634" y="2413"/>
                    </a:cubicBezTo>
                    <a:lnTo>
                      <a:pt x="4634" y="2413"/>
                    </a:lnTo>
                    <a:cubicBezTo>
                      <a:pt x="4634" y="2442"/>
                      <a:pt x="4599" y="2442"/>
                      <a:pt x="4599" y="2442"/>
                    </a:cubicBezTo>
                    <a:cubicBezTo>
                      <a:pt x="4576" y="2445"/>
                      <a:pt x="4553" y="2447"/>
                      <a:pt x="4531" y="2447"/>
                    </a:cubicBezTo>
                    <a:cubicBezTo>
                      <a:pt x="4332" y="2447"/>
                      <a:pt x="4186" y="2308"/>
                      <a:pt x="4160" y="2123"/>
                    </a:cubicBezTo>
                    <a:cubicBezTo>
                      <a:pt x="4132" y="1883"/>
                      <a:pt x="4281" y="1706"/>
                      <a:pt x="4486" y="1678"/>
                    </a:cubicBezTo>
                    <a:lnTo>
                      <a:pt x="4542" y="1678"/>
                    </a:lnTo>
                    <a:cubicBezTo>
                      <a:pt x="4486" y="1529"/>
                      <a:pt x="4422" y="1380"/>
                      <a:pt x="4366" y="1239"/>
                    </a:cubicBezTo>
                    <a:lnTo>
                      <a:pt x="4337" y="1267"/>
                    </a:lnTo>
                    <a:cubicBezTo>
                      <a:pt x="4262" y="1330"/>
                      <a:pt x="4177" y="1360"/>
                      <a:pt x="4092" y="1360"/>
                    </a:cubicBezTo>
                    <a:cubicBezTo>
                      <a:pt x="3977" y="1360"/>
                      <a:pt x="3864" y="1305"/>
                      <a:pt x="3778" y="1204"/>
                    </a:cubicBezTo>
                    <a:cubicBezTo>
                      <a:pt x="3658" y="1027"/>
                      <a:pt x="3686" y="793"/>
                      <a:pt x="3863" y="645"/>
                    </a:cubicBezTo>
                    <a:lnTo>
                      <a:pt x="3892" y="645"/>
                    </a:lnTo>
                    <a:cubicBezTo>
                      <a:pt x="3778" y="531"/>
                      <a:pt x="3658" y="440"/>
                      <a:pt x="3538" y="355"/>
                    </a:cubicBezTo>
                    <a:cubicBezTo>
                      <a:pt x="3538" y="383"/>
                      <a:pt x="3538" y="383"/>
                      <a:pt x="3510" y="411"/>
                    </a:cubicBezTo>
                    <a:cubicBezTo>
                      <a:pt x="3466" y="546"/>
                      <a:pt x="3320" y="648"/>
                      <a:pt x="3159" y="648"/>
                    </a:cubicBezTo>
                    <a:cubicBezTo>
                      <a:pt x="3109" y="648"/>
                      <a:pt x="3058" y="638"/>
                      <a:pt x="3007" y="616"/>
                    </a:cubicBezTo>
                    <a:cubicBezTo>
                      <a:pt x="2830" y="531"/>
                      <a:pt x="2745" y="291"/>
                      <a:pt x="2802" y="114"/>
                    </a:cubicBezTo>
                    <a:cubicBezTo>
                      <a:pt x="2830" y="86"/>
                      <a:pt x="2830" y="86"/>
                      <a:pt x="2830" y="58"/>
                    </a:cubicBezTo>
                    <a:cubicBezTo>
                      <a:pt x="2689" y="29"/>
                      <a:pt x="2540" y="29"/>
                      <a:pt x="23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5923241" y="2959407"/>
                <a:ext cx="103528" cy="98384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2831" extrusionOk="0">
                    <a:moveTo>
                      <a:pt x="1507" y="57"/>
                    </a:moveTo>
                    <a:cubicBezTo>
                      <a:pt x="2151" y="57"/>
                      <a:pt x="2710" y="560"/>
                      <a:pt x="2802" y="1239"/>
                    </a:cubicBezTo>
                    <a:cubicBezTo>
                      <a:pt x="2922" y="1975"/>
                      <a:pt x="2391" y="2682"/>
                      <a:pt x="1684" y="2774"/>
                    </a:cubicBezTo>
                    <a:lnTo>
                      <a:pt x="1472" y="2774"/>
                    </a:lnTo>
                    <a:cubicBezTo>
                      <a:pt x="828" y="2774"/>
                      <a:pt x="269" y="2272"/>
                      <a:pt x="177" y="1621"/>
                    </a:cubicBezTo>
                    <a:cubicBezTo>
                      <a:pt x="57" y="857"/>
                      <a:pt x="588" y="178"/>
                      <a:pt x="1295" y="86"/>
                    </a:cubicBezTo>
                    <a:cubicBezTo>
                      <a:pt x="1359" y="57"/>
                      <a:pt x="1415" y="57"/>
                      <a:pt x="1507" y="57"/>
                    </a:cubicBezTo>
                    <a:close/>
                    <a:moveTo>
                      <a:pt x="1507" y="1"/>
                    </a:moveTo>
                    <a:cubicBezTo>
                      <a:pt x="1415" y="1"/>
                      <a:pt x="1359" y="1"/>
                      <a:pt x="1295" y="29"/>
                    </a:cubicBezTo>
                    <a:cubicBezTo>
                      <a:pt x="531" y="121"/>
                      <a:pt x="0" y="857"/>
                      <a:pt x="121" y="1621"/>
                    </a:cubicBezTo>
                    <a:cubicBezTo>
                      <a:pt x="206" y="2328"/>
                      <a:pt x="800" y="2831"/>
                      <a:pt x="1472" y="2831"/>
                    </a:cubicBezTo>
                    <a:lnTo>
                      <a:pt x="1684" y="2831"/>
                    </a:lnTo>
                    <a:cubicBezTo>
                      <a:pt x="2448" y="2710"/>
                      <a:pt x="2979" y="2003"/>
                      <a:pt x="2858" y="1239"/>
                    </a:cubicBezTo>
                    <a:cubicBezTo>
                      <a:pt x="2773" y="531"/>
                      <a:pt x="2179" y="1"/>
                      <a:pt x="15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" name="Google Shape;925;p41"/>
            <p:cNvGrpSpPr/>
            <p:nvPr/>
          </p:nvGrpSpPr>
          <p:grpSpPr>
            <a:xfrm>
              <a:off x="7790216" y="1173355"/>
              <a:ext cx="522575" cy="528230"/>
              <a:chOff x="5695820" y="2175629"/>
              <a:chExt cx="182451" cy="184432"/>
            </a:xfrm>
          </p:grpSpPr>
          <p:sp>
            <p:nvSpPr>
              <p:cNvPr id="926" name="Google Shape;926;p41"/>
              <p:cNvSpPr/>
              <p:nvPr/>
            </p:nvSpPr>
            <p:spPr>
              <a:xfrm>
                <a:off x="5695820" y="2175629"/>
                <a:ext cx="182451" cy="184432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5307" extrusionOk="0">
                    <a:moveTo>
                      <a:pt x="2625" y="828"/>
                    </a:moveTo>
                    <a:cubicBezTo>
                      <a:pt x="3594" y="828"/>
                      <a:pt x="4394" y="1628"/>
                      <a:pt x="4394" y="2625"/>
                    </a:cubicBezTo>
                    <a:cubicBezTo>
                      <a:pt x="4422" y="3630"/>
                      <a:pt x="3630" y="4458"/>
                      <a:pt x="2625" y="4458"/>
                    </a:cubicBezTo>
                    <a:cubicBezTo>
                      <a:pt x="1649" y="4458"/>
                      <a:pt x="857" y="3658"/>
                      <a:pt x="857" y="2654"/>
                    </a:cubicBezTo>
                    <a:cubicBezTo>
                      <a:pt x="828" y="1656"/>
                      <a:pt x="1621" y="857"/>
                      <a:pt x="2625" y="828"/>
                    </a:cubicBezTo>
                    <a:close/>
                    <a:moveTo>
                      <a:pt x="2179" y="1"/>
                    </a:moveTo>
                    <a:cubicBezTo>
                      <a:pt x="2003" y="36"/>
                      <a:pt x="1861" y="64"/>
                      <a:pt x="1684" y="121"/>
                    </a:cubicBezTo>
                    <a:cubicBezTo>
                      <a:pt x="1713" y="149"/>
                      <a:pt x="1713" y="149"/>
                      <a:pt x="1713" y="178"/>
                    </a:cubicBezTo>
                    <a:cubicBezTo>
                      <a:pt x="1826" y="390"/>
                      <a:pt x="1769" y="652"/>
                      <a:pt x="1564" y="772"/>
                    </a:cubicBezTo>
                    <a:cubicBezTo>
                      <a:pt x="1494" y="810"/>
                      <a:pt x="1417" y="829"/>
                      <a:pt x="1341" y="829"/>
                    </a:cubicBezTo>
                    <a:cubicBezTo>
                      <a:pt x="1194" y="829"/>
                      <a:pt x="1051" y="759"/>
                      <a:pt x="977" y="623"/>
                    </a:cubicBezTo>
                    <a:cubicBezTo>
                      <a:pt x="941" y="595"/>
                      <a:pt x="941" y="595"/>
                      <a:pt x="941" y="567"/>
                    </a:cubicBezTo>
                    <a:cubicBezTo>
                      <a:pt x="800" y="680"/>
                      <a:pt x="680" y="800"/>
                      <a:pt x="588" y="949"/>
                    </a:cubicBezTo>
                    <a:cubicBezTo>
                      <a:pt x="588" y="949"/>
                      <a:pt x="623" y="949"/>
                      <a:pt x="623" y="977"/>
                    </a:cubicBezTo>
                    <a:cubicBezTo>
                      <a:pt x="828" y="1097"/>
                      <a:pt x="913" y="1359"/>
                      <a:pt x="800" y="1564"/>
                    </a:cubicBezTo>
                    <a:cubicBezTo>
                      <a:pt x="716" y="1707"/>
                      <a:pt x="561" y="1795"/>
                      <a:pt x="396" y="1795"/>
                    </a:cubicBezTo>
                    <a:cubicBezTo>
                      <a:pt x="323" y="1795"/>
                      <a:pt x="249" y="1778"/>
                      <a:pt x="177" y="1741"/>
                    </a:cubicBezTo>
                    <a:cubicBezTo>
                      <a:pt x="177" y="1713"/>
                      <a:pt x="149" y="1713"/>
                      <a:pt x="149" y="1713"/>
                    </a:cubicBezTo>
                    <a:cubicBezTo>
                      <a:pt x="93" y="1861"/>
                      <a:pt x="29" y="2038"/>
                      <a:pt x="1" y="2215"/>
                    </a:cubicBezTo>
                    <a:lnTo>
                      <a:pt x="57" y="2215"/>
                    </a:lnTo>
                    <a:cubicBezTo>
                      <a:pt x="298" y="2215"/>
                      <a:pt x="503" y="2392"/>
                      <a:pt x="503" y="2654"/>
                    </a:cubicBezTo>
                    <a:cubicBezTo>
                      <a:pt x="503" y="2894"/>
                      <a:pt x="326" y="3099"/>
                      <a:pt x="57" y="3099"/>
                    </a:cubicBezTo>
                    <a:lnTo>
                      <a:pt x="1" y="3099"/>
                    </a:lnTo>
                    <a:cubicBezTo>
                      <a:pt x="29" y="3276"/>
                      <a:pt x="93" y="3425"/>
                      <a:pt x="149" y="3602"/>
                    </a:cubicBezTo>
                    <a:cubicBezTo>
                      <a:pt x="149" y="3602"/>
                      <a:pt x="177" y="3573"/>
                      <a:pt x="206" y="3573"/>
                    </a:cubicBezTo>
                    <a:cubicBezTo>
                      <a:pt x="277" y="3522"/>
                      <a:pt x="356" y="3498"/>
                      <a:pt x="434" y="3498"/>
                    </a:cubicBezTo>
                    <a:cubicBezTo>
                      <a:pt x="580" y="3498"/>
                      <a:pt x="721" y="3581"/>
                      <a:pt x="800" y="3715"/>
                    </a:cubicBezTo>
                    <a:cubicBezTo>
                      <a:pt x="913" y="3927"/>
                      <a:pt x="857" y="4189"/>
                      <a:pt x="651" y="4337"/>
                    </a:cubicBezTo>
                    <a:cubicBezTo>
                      <a:pt x="623" y="4337"/>
                      <a:pt x="588" y="4337"/>
                      <a:pt x="559" y="4366"/>
                    </a:cubicBezTo>
                    <a:cubicBezTo>
                      <a:pt x="680" y="4486"/>
                      <a:pt x="800" y="4634"/>
                      <a:pt x="941" y="4719"/>
                    </a:cubicBezTo>
                    <a:cubicBezTo>
                      <a:pt x="941" y="4719"/>
                      <a:pt x="977" y="4691"/>
                      <a:pt x="977" y="4663"/>
                    </a:cubicBezTo>
                    <a:cubicBezTo>
                      <a:pt x="1052" y="4527"/>
                      <a:pt x="1194" y="4454"/>
                      <a:pt x="1341" y="4454"/>
                    </a:cubicBezTo>
                    <a:cubicBezTo>
                      <a:pt x="1417" y="4454"/>
                      <a:pt x="1494" y="4473"/>
                      <a:pt x="1564" y="4514"/>
                    </a:cubicBezTo>
                    <a:cubicBezTo>
                      <a:pt x="1769" y="4634"/>
                      <a:pt x="1861" y="4896"/>
                      <a:pt x="1741" y="5101"/>
                    </a:cubicBezTo>
                    <a:cubicBezTo>
                      <a:pt x="1713" y="5130"/>
                      <a:pt x="1713" y="5130"/>
                      <a:pt x="1684" y="5165"/>
                    </a:cubicBezTo>
                    <a:cubicBezTo>
                      <a:pt x="1861" y="5222"/>
                      <a:pt x="2038" y="5278"/>
                      <a:pt x="2215" y="5306"/>
                    </a:cubicBezTo>
                    <a:cubicBezTo>
                      <a:pt x="2215" y="5278"/>
                      <a:pt x="2179" y="5250"/>
                      <a:pt x="2179" y="5222"/>
                    </a:cubicBezTo>
                    <a:cubicBezTo>
                      <a:pt x="2179" y="4988"/>
                      <a:pt x="2392" y="4776"/>
                      <a:pt x="2625" y="4776"/>
                    </a:cubicBezTo>
                    <a:cubicBezTo>
                      <a:pt x="2859" y="4776"/>
                      <a:pt x="3064" y="4988"/>
                      <a:pt x="3064" y="5222"/>
                    </a:cubicBezTo>
                    <a:lnTo>
                      <a:pt x="3064" y="5306"/>
                    </a:lnTo>
                    <a:cubicBezTo>
                      <a:pt x="3241" y="5278"/>
                      <a:pt x="3417" y="5222"/>
                      <a:pt x="3566" y="5165"/>
                    </a:cubicBezTo>
                    <a:cubicBezTo>
                      <a:pt x="3566" y="5130"/>
                      <a:pt x="3538" y="5130"/>
                      <a:pt x="3538" y="5101"/>
                    </a:cubicBezTo>
                    <a:cubicBezTo>
                      <a:pt x="3417" y="4896"/>
                      <a:pt x="3481" y="4599"/>
                      <a:pt x="3686" y="4486"/>
                    </a:cubicBezTo>
                    <a:cubicBezTo>
                      <a:pt x="3758" y="4444"/>
                      <a:pt x="3836" y="4424"/>
                      <a:pt x="3914" y="4424"/>
                    </a:cubicBezTo>
                    <a:cubicBezTo>
                      <a:pt x="4059" y="4424"/>
                      <a:pt x="4200" y="4496"/>
                      <a:pt x="4273" y="4634"/>
                    </a:cubicBezTo>
                    <a:cubicBezTo>
                      <a:pt x="4302" y="4663"/>
                      <a:pt x="4302" y="4691"/>
                      <a:pt x="4302" y="4719"/>
                    </a:cubicBezTo>
                    <a:cubicBezTo>
                      <a:pt x="4450" y="4599"/>
                      <a:pt x="4571" y="4458"/>
                      <a:pt x="4691" y="4337"/>
                    </a:cubicBezTo>
                    <a:cubicBezTo>
                      <a:pt x="4655" y="4309"/>
                      <a:pt x="4655" y="4309"/>
                      <a:pt x="4627" y="4309"/>
                    </a:cubicBezTo>
                    <a:cubicBezTo>
                      <a:pt x="4422" y="4189"/>
                      <a:pt x="4337" y="3927"/>
                      <a:pt x="4450" y="3686"/>
                    </a:cubicBezTo>
                    <a:cubicBezTo>
                      <a:pt x="4530" y="3551"/>
                      <a:pt x="4670" y="3480"/>
                      <a:pt x="4826" y="3480"/>
                    </a:cubicBezTo>
                    <a:cubicBezTo>
                      <a:pt x="4907" y="3480"/>
                      <a:pt x="4991" y="3499"/>
                      <a:pt x="5073" y="3538"/>
                    </a:cubicBezTo>
                    <a:cubicBezTo>
                      <a:pt x="5073" y="3538"/>
                      <a:pt x="5101" y="3538"/>
                      <a:pt x="5101" y="3573"/>
                    </a:cubicBezTo>
                    <a:cubicBezTo>
                      <a:pt x="5158" y="3396"/>
                      <a:pt x="5221" y="3220"/>
                      <a:pt x="5250" y="3043"/>
                    </a:cubicBezTo>
                    <a:lnTo>
                      <a:pt x="5250" y="3043"/>
                    </a:lnTo>
                    <a:cubicBezTo>
                      <a:pt x="5221" y="3071"/>
                      <a:pt x="5221" y="3071"/>
                      <a:pt x="5186" y="3071"/>
                    </a:cubicBezTo>
                    <a:cubicBezTo>
                      <a:pt x="4953" y="3071"/>
                      <a:pt x="4747" y="2866"/>
                      <a:pt x="4747" y="2625"/>
                    </a:cubicBezTo>
                    <a:cubicBezTo>
                      <a:pt x="4747" y="2364"/>
                      <a:pt x="4924" y="2187"/>
                      <a:pt x="5186" y="2187"/>
                    </a:cubicBezTo>
                    <a:lnTo>
                      <a:pt x="5250" y="2187"/>
                    </a:lnTo>
                    <a:cubicBezTo>
                      <a:pt x="5221" y="2010"/>
                      <a:pt x="5158" y="1833"/>
                      <a:pt x="5101" y="1684"/>
                    </a:cubicBezTo>
                    <a:cubicBezTo>
                      <a:pt x="5073" y="1684"/>
                      <a:pt x="5073" y="1684"/>
                      <a:pt x="5045" y="1713"/>
                    </a:cubicBezTo>
                    <a:cubicBezTo>
                      <a:pt x="4974" y="1753"/>
                      <a:pt x="4899" y="1772"/>
                      <a:pt x="4824" y="1772"/>
                    </a:cubicBezTo>
                    <a:cubicBezTo>
                      <a:pt x="4675" y="1772"/>
                      <a:pt x="4531" y="1692"/>
                      <a:pt x="4450" y="1536"/>
                    </a:cubicBezTo>
                    <a:cubicBezTo>
                      <a:pt x="4337" y="1331"/>
                      <a:pt x="4394" y="1062"/>
                      <a:pt x="4599" y="949"/>
                    </a:cubicBezTo>
                    <a:cubicBezTo>
                      <a:pt x="4627" y="920"/>
                      <a:pt x="4655" y="920"/>
                      <a:pt x="4655" y="920"/>
                    </a:cubicBezTo>
                    <a:cubicBezTo>
                      <a:pt x="4542" y="772"/>
                      <a:pt x="4422" y="652"/>
                      <a:pt x="4302" y="567"/>
                    </a:cubicBezTo>
                    <a:cubicBezTo>
                      <a:pt x="4273" y="567"/>
                      <a:pt x="4273" y="595"/>
                      <a:pt x="4273" y="595"/>
                    </a:cubicBezTo>
                    <a:cubicBezTo>
                      <a:pt x="4195" y="738"/>
                      <a:pt x="4040" y="822"/>
                      <a:pt x="3885" y="822"/>
                    </a:cubicBezTo>
                    <a:cubicBezTo>
                      <a:pt x="3817" y="822"/>
                      <a:pt x="3749" y="806"/>
                      <a:pt x="3686" y="772"/>
                    </a:cubicBezTo>
                    <a:cubicBezTo>
                      <a:pt x="3481" y="652"/>
                      <a:pt x="3389" y="390"/>
                      <a:pt x="3509" y="149"/>
                    </a:cubicBezTo>
                    <a:lnTo>
                      <a:pt x="3538" y="121"/>
                    </a:lnTo>
                    <a:cubicBezTo>
                      <a:pt x="3389" y="64"/>
                      <a:pt x="3212" y="1"/>
                      <a:pt x="3035" y="1"/>
                    </a:cubicBezTo>
                    <a:lnTo>
                      <a:pt x="3064" y="36"/>
                    </a:lnTo>
                    <a:cubicBezTo>
                      <a:pt x="3064" y="270"/>
                      <a:pt x="2859" y="475"/>
                      <a:pt x="2625" y="475"/>
                    </a:cubicBezTo>
                    <a:cubicBezTo>
                      <a:pt x="2392" y="475"/>
                      <a:pt x="2179" y="298"/>
                      <a:pt x="2179" y="36"/>
                    </a:cubicBezTo>
                    <a:lnTo>
                      <a:pt x="21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5710068" y="2196342"/>
                <a:ext cx="154927" cy="142937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113" extrusionOk="0">
                    <a:moveTo>
                      <a:pt x="2208" y="669"/>
                    </a:moveTo>
                    <a:cubicBezTo>
                      <a:pt x="2309" y="669"/>
                      <a:pt x="2411" y="681"/>
                      <a:pt x="2512" y="706"/>
                    </a:cubicBezTo>
                    <a:cubicBezTo>
                      <a:pt x="3248" y="883"/>
                      <a:pt x="3715" y="1619"/>
                      <a:pt x="3538" y="2355"/>
                    </a:cubicBezTo>
                    <a:cubicBezTo>
                      <a:pt x="3386" y="2986"/>
                      <a:pt x="2823" y="3425"/>
                      <a:pt x="2219" y="3425"/>
                    </a:cubicBezTo>
                    <a:cubicBezTo>
                      <a:pt x="2119" y="3425"/>
                      <a:pt x="2018" y="3413"/>
                      <a:pt x="1918" y="3388"/>
                    </a:cubicBezTo>
                    <a:cubicBezTo>
                      <a:pt x="1182" y="3239"/>
                      <a:pt x="708" y="2475"/>
                      <a:pt x="885" y="1739"/>
                    </a:cubicBezTo>
                    <a:cubicBezTo>
                      <a:pt x="1037" y="1103"/>
                      <a:pt x="1604" y="669"/>
                      <a:pt x="2208" y="669"/>
                    </a:cubicBezTo>
                    <a:close/>
                    <a:moveTo>
                      <a:pt x="2228" y="1"/>
                    </a:moveTo>
                    <a:cubicBezTo>
                      <a:pt x="1302" y="1"/>
                      <a:pt x="466" y="655"/>
                      <a:pt x="241" y="1591"/>
                    </a:cubicBezTo>
                    <a:cubicBezTo>
                      <a:pt x="1" y="2708"/>
                      <a:pt x="680" y="3798"/>
                      <a:pt x="1741" y="4067"/>
                    </a:cubicBezTo>
                    <a:cubicBezTo>
                      <a:pt x="1885" y="4098"/>
                      <a:pt x="2030" y="4113"/>
                      <a:pt x="2173" y="4113"/>
                    </a:cubicBezTo>
                    <a:cubicBezTo>
                      <a:pt x="3106" y="4113"/>
                      <a:pt x="3962" y="3473"/>
                      <a:pt x="4189" y="2503"/>
                    </a:cubicBezTo>
                    <a:cubicBezTo>
                      <a:pt x="4458" y="1414"/>
                      <a:pt x="3750" y="289"/>
                      <a:pt x="2689" y="56"/>
                    </a:cubicBezTo>
                    <a:cubicBezTo>
                      <a:pt x="2534" y="19"/>
                      <a:pt x="2380" y="1"/>
                      <a:pt x="22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5724595" y="2209548"/>
                <a:ext cx="124935" cy="115830"/>
              </a:xfrm>
              <a:custGeom>
                <a:avLst/>
                <a:gdLst/>
                <a:ahLst/>
                <a:cxnLst/>
                <a:rect l="l" t="t" r="r" b="b"/>
                <a:pathLst>
                  <a:path w="3595" h="3333" extrusionOk="0">
                    <a:moveTo>
                      <a:pt x="1797" y="58"/>
                    </a:moveTo>
                    <a:cubicBezTo>
                      <a:pt x="1917" y="58"/>
                      <a:pt x="2031" y="86"/>
                      <a:pt x="2151" y="121"/>
                    </a:cubicBezTo>
                    <a:cubicBezTo>
                      <a:pt x="3007" y="298"/>
                      <a:pt x="3537" y="1182"/>
                      <a:pt x="3332" y="2031"/>
                    </a:cubicBezTo>
                    <a:cubicBezTo>
                      <a:pt x="3155" y="2739"/>
                      <a:pt x="2505" y="3269"/>
                      <a:pt x="1797" y="3269"/>
                    </a:cubicBezTo>
                    <a:cubicBezTo>
                      <a:pt x="1677" y="3269"/>
                      <a:pt x="1564" y="3241"/>
                      <a:pt x="1443" y="3213"/>
                    </a:cubicBezTo>
                    <a:cubicBezTo>
                      <a:pt x="587" y="3036"/>
                      <a:pt x="57" y="2180"/>
                      <a:pt x="262" y="1324"/>
                    </a:cubicBezTo>
                    <a:cubicBezTo>
                      <a:pt x="439" y="588"/>
                      <a:pt x="1090" y="58"/>
                      <a:pt x="1797" y="58"/>
                    </a:cubicBezTo>
                    <a:close/>
                    <a:moveTo>
                      <a:pt x="1797" y="1"/>
                    </a:moveTo>
                    <a:cubicBezTo>
                      <a:pt x="1061" y="1"/>
                      <a:pt x="382" y="560"/>
                      <a:pt x="205" y="1296"/>
                    </a:cubicBezTo>
                    <a:cubicBezTo>
                      <a:pt x="0" y="2180"/>
                      <a:pt x="559" y="3064"/>
                      <a:pt x="1443" y="3269"/>
                    </a:cubicBezTo>
                    <a:cubicBezTo>
                      <a:pt x="1564" y="3305"/>
                      <a:pt x="1677" y="3333"/>
                      <a:pt x="1797" y="3333"/>
                    </a:cubicBezTo>
                    <a:cubicBezTo>
                      <a:pt x="2533" y="3333"/>
                      <a:pt x="3212" y="2774"/>
                      <a:pt x="3389" y="2031"/>
                    </a:cubicBezTo>
                    <a:cubicBezTo>
                      <a:pt x="3594" y="1147"/>
                      <a:pt x="3035" y="263"/>
                      <a:pt x="2179" y="58"/>
                    </a:cubicBezTo>
                    <a:cubicBezTo>
                      <a:pt x="2031" y="29"/>
                      <a:pt x="1917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1"/>
            <p:cNvGrpSpPr/>
            <p:nvPr/>
          </p:nvGrpSpPr>
          <p:grpSpPr>
            <a:xfrm>
              <a:off x="7112761" y="1457153"/>
              <a:ext cx="1499343" cy="988678"/>
              <a:chOff x="5561570" y="3414250"/>
              <a:chExt cx="523477" cy="345197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5561570" y="3414250"/>
                <a:ext cx="523477" cy="345197"/>
              </a:xfrm>
              <a:custGeom>
                <a:avLst/>
                <a:gdLst/>
                <a:ahLst/>
                <a:cxnLst/>
                <a:rect l="l" t="t" r="r" b="b"/>
                <a:pathLst>
                  <a:path w="15063" h="9933" extrusionOk="0">
                    <a:moveTo>
                      <a:pt x="178" y="0"/>
                    </a:moveTo>
                    <a:cubicBezTo>
                      <a:pt x="65" y="0"/>
                      <a:pt x="1" y="85"/>
                      <a:pt x="1" y="177"/>
                    </a:cubicBezTo>
                    <a:lnTo>
                      <a:pt x="1" y="9756"/>
                    </a:lnTo>
                    <a:cubicBezTo>
                      <a:pt x="1" y="9848"/>
                      <a:pt x="65" y="9933"/>
                      <a:pt x="178" y="9933"/>
                    </a:cubicBezTo>
                    <a:lnTo>
                      <a:pt x="14885" y="9933"/>
                    </a:lnTo>
                    <a:cubicBezTo>
                      <a:pt x="14977" y="9933"/>
                      <a:pt x="15062" y="9848"/>
                      <a:pt x="15062" y="9756"/>
                    </a:cubicBezTo>
                    <a:lnTo>
                      <a:pt x="15062" y="177"/>
                    </a:lnTo>
                    <a:cubicBezTo>
                      <a:pt x="15062" y="85"/>
                      <a:pt x="14977" y="0"/>
                      <a:pt x="148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609772" y="3650742"/>
                <a:ext cx="118784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417" y="241"/>
                    </a:lnTo>
                    <a:lnTo>
                      <a:pt x="341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748192" y="3650742"/>
                <a:ext cx="47958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42" extrusionOk="0">
                    <a:moveTo>
                      <a:pt x="0" y="1"/>
                    </a:moveTo>
                    <a:lnTo>
                      <a:pt x="0" y="241"/>
                    </a:lnTo>
                    <a:lnTo>
                      <a:pt x="1380" y="241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808419" y="3650742"/>
                <a:ext cx="3075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885" y="241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848488" y="3650742"/>
                <a:ext cx="12337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54" y="241"/>
                    </a:lnTo>
                    <a:lnTo>
                      <a:pt x="3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878237" y="3650742"/>
                <a:ext cx="126916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42" extrusionOk="0">
                    <a:moveTo>
                      <a:pt x="1" y="1"/>
                    </a:moveTo>
                    <a:lnTo>
                      <a:pt x="1" y="241"/>
                    </a:lnTo>
                    <a:lnTo>
                      <a:pt x="3651" y="241"/>
                    </a:lnTo>
                    <a:lnTo>
                      <a:pt x="36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712293" y="3620021"/>
                <a:ext cx="135257" cy="9383"/>
              </a:xfrm>
              <a:custGeom>
                <a:avLst/>
                <a:gdLst/>
                <a:ahLst/>
                <a:cxnLst/>
                <a:rect l="l" t="t" r="r" b="b"/>
                <a:pathLst>
                  <a:path w="3892" h="270" extrusionOk="0">
                    <a:moveTo>
                      <a:pt x="1" y="1"/>
                    </a:moveTo>
                    <a:lnTo>
                      <a:pt x="1" y="269"/>
                    </a:lnTo>
                    <a:lnTo>
                      <a:pt x="3891" y="269"/>
                    </a:lnTo>
                    <a:lnTo>
                      <a:pt x="38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869896" y="3623218"/>
                <a:ext cx="1452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418" y="262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912920" y="3623218"/>
                <a:ext cx="6762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946" y="262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002165" y="3623218"/>
                <a:ext cx="398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263" extrusionOk="0">
                    <a:moveTo>
                      <a:pt x="0" y="1"/>
                    </a:moveTo>
                    <a:lnTo>
                      <a:pt x="0" y="262"/>
                    </a:lnTo>
                    <a:lnTo>
                      <a:pt x="1146" y="262"/>
                    </a:lnTo>
                    <a:lnTo>
                      <a:pt x="11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673196" y="3592497"/>
                <a:ext cx="55361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1592" y="262"/>
                    </a:lnTo>
                    <a:lnTo>
                      <a:pt x="15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748192" y="3592497"/>
                <a:ext cx="47958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38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1380" y="262"/>
                    </a:lnTo>
                    <a:lnTo>
                      <a:pt x="13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808419" y="3592497"/>
                <a:ext cx="3075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885" y="262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848488" y="3592497"/>
                <a:ext cx="12337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5878237" y="3592497"/>
                <a:ext cx="126916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652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651" y="262"/>
                    </a:lnTo>
                    <a:lnTo>
                      <a:pt x="36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5609772" y="3565946"/>
                <a:ext cx="77985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244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2243" y="262"/>
                    </a:lnTo>
                    <a:lnTo>
                      <a:pt x="22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5712293" y="3565946"/>
                <a:ext cx="111660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263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3212" y="262"/>
                    </a:lnTo>
                    <a:lnTo>
                      <a:pt x="32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5853667" y="3565946"/>
                <a:ext cx="1230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354" y="262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5886369" y="3565946"/>
                <a:ext cx="94179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2710" h="263" extrusionOk="0">
                    <a:moveTo>
                      <a:pt x="0" y="0"/>
                    </a:moveTo>
                    <a:lnTo>
                      <a:pt x="0" y="262"/>
                    </a:lnTo>
                    <a:lnTo>
                      <a:pt x="2710" y="262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5994033" y="3565946"/>
                <a:ext cx="27593" cy="10113"/>
              </a:xfrm>
              <a:custGeom>
                <a:avLst/>
                <a:gdLst/>
                <a:ahLst/>
                <a:cxnLst/>
                <a:rect l="l" t="t" r="r" b="b"/>
                <a:pathLst>
                  <a:path w="794" h="291" extrusionOk="0">
                    <a:moveTo>
                      <a:pt x="1" y="0"/>
                    </a:moveTo>
                    <a:lnTo>
                      <a:pt x="1" y="262"/>
                    </a:lnTo>
                    <a:lnTo>
                      <a:pt x="765" y="290"/>
                    </a:lnTo>
                    <a:lnTo>
                      <a:pt x="793" y="2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069759" y="3527822"/>
                <a:ext cx="1008" cy="16507"/>
              </a:xfrm>
              <a:custGeom>
                <a:avLst/>
                <a:gdLst/>
                <a:ahLst/>
                <a:cxnLst/>
                <a:rect l="l" t="t" r="r" b="b"/>
                <a:pathLst>
                  <a:path w="29" h="475" extrusionOk="0">
                    <a:moveTo>
                      <a:pt x="1" y="1"/>
                    </a:moveTo>
                    <a:lnTo>
                      <a:pt x="1" y="475"/>
                    </a:lnTo>
                    <a:lnTo>
                      <a:pt x="29" y="475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069759" y="3480871"/>
                <a:ext cx="1008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29" h="970" extrusionOk="0">
                    <a:moveTo>
                      <a:pt x="1" y="1"/>
                    </a:moveTo>
                    <a:lnTo>
                      <a:pt x="1" y="970"/>
                    </a:lnTo>
                    <a:lnTo>
                      <a:pt x="29" y="97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2" name="Google Shape;952;p41"/>
            <p:cNvSpPr/>
            <p:nvPr/>
          </p:nvSpPr>
          <p:spPr>
            <a:xfrm>
              <a:off x="5912220" y="3661765"/>
              <a:ext cx="710598" cy="111380"/>
            </a:xfrm>
            <a:custGeom>
              <a:avLst/>
              <a:gdLst/>
              <a:ahLst/>
              <a:cxnLst/>
              <a:rect l="l" t="t" r="r" b="b"/>
              <a:pathLst>
                <a:path w="7139" h="1119" extrusionOk="0">
                  <a:moveTo>
                    <a:pt x="149" y="0"/>
                  </a:moveTo>
                  <a:cubicBezTo>
                    <a:pt x="64" y="0"/>
                    <a:pt x="0" y="57"/>
                    <a:pt x="0" y="149"/>
                  </a:cubicBezTo>
                  <a:lnTo>
                    <a:pt x="0" y="1005"/>
                  </a:lnTo>
                  <a:cubicBezTo>
                    <a:pt x="0" y="1061"/>
                    <a:pt x="64" y="1118"/>
                    <a:pt x="149" y="1118"/>
                  </a:cubicBezTo>
                  <a:lnTo>
                    <a:pt x="6990" y="1118"/>
                  </a:lnTo>
                  <a:cubicBezTo>
                    <a:pt x="7075" y="1118"/>
                    <a:pt x="7138" y="1061"/>
                    <a:pt x="7138" y="1005"/>
                  </a:cubicBezTo>
                  <a:lnTo>
                    <a:pt x="7138" y="149"/>
                  </a:lnTo>
                  <a:cubicBezTo>
                    <a:pt x="7138" y="85"/>
                    <a:pt x="7075" y="0"/>
                    <a:pt x="69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12220" y="3717405"/>
              <a:ext cx="710598" cy="422526"/>
            </a:xfrm>
            <a:custGeom>
              <a:avLst/>
              <a:gdLst/>
              <a:ahLst/>
              <a:cxnLst/>
              <a:rect l="l" t="t" r="r" b="b"/>
              <a:pathLst>
                <a:path w="7139" h="4245" extrusionOk="0">
                  <a:moveTo>
                    <a:pt x="0" y="0"/>
                  </a:moveTo>
                  <a:lnTo>
                    <a:pt x="0" y="4245"/>
                  </a:lnTo>
                  <a:lnTo>
                    <a:pt x="7138" y="4245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056551" y="3773045"/>
              <a:ext cx="413479" cy="12044"/>
            </a:xfrm>
            <a:custGeom>
              <a:avLst/>
              <a:gdLst/>
              <a:ahLst/>
              <a:cxnLst/>
              <a:rect l="l" t="t" r="r" b="b"/>
              <a:pathLst>
                <a:path w="4154" h="121" extrusionOk="0">
                  <a:moveTo>
                    <a:pt x="57" y="0"/>
                  </a:moveTo>
                  <a:cubicBezTo>
                    <a:pt x="29" y="0"/>
                    <a:pt x="1" y="28"/>
                    <a:pt x="1" y="64"/>
                  </a:cubicBezTo>
                  <a:cubicBezTo>
                    <a:pt x="1" y="92"/>
                    <a:pt x="29" y="120"/>
                    <a:pt x="57" y="120"/>
                  </a:cubicBezTo>
                  <a:lnTo>
                    <a:pt x="4097" y="120"/>
                  </a:lnTo>
                  <a:cubicBezTo>
                    <a:pt x="4125" y="120"/>
                    <a:pt x="4153" y="92"/>
                    <a:pt x="4153" y="64"/>
                  </a:cubicBezTo>
                  <a:cubicBezTo>
                    <a:pt x="4153" y="28"/>
                    <a:pt x="4125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6056551" y="3834956"/>
              <a:ext cx="413479" cy="11347"/>
            </a:xfrm>
            <a:custGeom>
              <a:avLst/>
              <a:gdLst/>
              <a:ahLst/>
              <a:cxnLst/>
              <a:rect l="l" t="t" r="r" b="b"/>
              <a:pathLst>
                <a:path w="4154" h="114" extrusionOk="0">
                  <a:moveTo>
                    <a:pt x="57" y="1"/>
                  </a:moveTo>
                  <a:cubicBezTo>
                    <a:pt x="29" y="1"/>
                    <a:pt x="1" y="1"/>
                    <a:pt x="1" y="57"/>
                  </a:cubicBezTo>
                  <a:cubicBezTo>
                    <a:pt x="1" y="85"/>
                    <a:pt x="29" y="114"/>
                    <a:pt x="57" y="114"/>
                  </a:cubicBezTo>
                  <a:lnTo>
                    <a:pt x="4097" y="114"/>
                  </a:lnTo>
                  <a:cubicBezTo>
                    <a:pt x="4125" y="114"/>
                    <a:pt x="4153" y="85"/>
                    <a:pt x="4153" y="57"/>
                  </a:cubicBezTo>
                  <a:cubicBezTo>
                    <a:pt x="4153" y="1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056551" y="3893384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57"/>
                  </a:cubicBezTo>
                  <a:cubicBezTo>
                    <a:pt x="4153" y="29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6056551" y="3951811"/>
              <a:ext cx="413479" cy="12143"/>
            </a:xfrm>
            <a:custGeom>
              <a:avLst/>
              <a:gdLst/>
              <a:ahLst/>
              <a:cxnLst/>
              <a:rect l="l" t="t" r="r" b="b"/>
              <a:pathLst>
                <a:path w="4154" h="122" extrusionOk="0">
                  <a:moveTo>
                    <a:pt x="57" y="1"/>
                  </a:moveTo>
                  <a:cubicBezTo>
                    <a:pt x="29" y="1"/>
                    <a:pt x="1" y="36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4097" y="121"/>
                  </a:lnTo>
                  <a:cubicBezTo>
                    <a:pt x="4125" y="121"/>
                    <a:pt x="4153" y="93"/>
                    <a:pt x="4153" y="65"/>
                  </a:cubicBezTo>
                  <a:cubicBezTo>
                    <a:pt x="4153" y="36"/>
                    <a:pt x="4125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71346" y="3748560"/>
              <a:ext cx="52954" cy="62608"/>
            </a:xfrm>
            <a:custGeom>
              <a:avLst/>
              <a:gdLst/>
              <a:ahLst/>
              <a:cxnLst/>
              <a:rect l="l" t="t" r="r" b="b"/>
              <a:pathLst>
                <a:path w="532" h="629" extrusionOk="0">
                  <a:moveTo>
                    <a:pt x="61" y="1"/>
                  </a:moveTo>
                  <a:cubicBezTo>
                    <a:pt x="43" y="1"/>
                    <a:pt x="29" y="21"/>
                    <a:pt x="29" y="41"/>
                  </a:cubicBezTo>
                  <a:cubicBezTo>
                    <a:pt x="1" y="41"/>
                    <a:pt x="1" y="97"/>
                    <a:pt x="29" y="97"/>
                  </a:cubicBezTo>
                  <a:lnTo>
                    <a:pt x="326" y="310"/>
                  </a:lnTo>
                  <a:lnTo>
                    <a:pt x="29" y="543"/>
                  </a:lnTo>
                  <a:cubicBezTo>
                    <a:pt x="1" y="543"/>
                    <a:pt x="1" y="600"/>
                    <a:pt x="29" y="628"/>
                  </a:cubicBezTo>
                  <a:lnTo>
                    <a:pt x="85" y="628"/>
                  </a:lnTo>
                  <a:lnTo>
                    <a:pt x="531" y="310"/>
                  </a:lnTo>
                  <a:lnTo>
                    <a:pt x="85" y="13"/>
                  </a:lnTo>
                  <a:cubicBezTo>
                    <a:pt x="77" y="4"/>
                    <a:pt x="69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41"/>
            <p:cNvGrpSpPr/>
            <p:nvPr/>
          </p:nvGrpSpPr>
          <p:grpSpPr>
            <a:xfrm>
              <a:off x="6352280" y="2402410"/>
              <a:ext cx="2259826" cy="2201617"/>
              <a:chOff x="5193782" y="4186768"/>
              <a:chExt cx="788990" cy="768694"/>
            </a:xfrm>
          </p:grpSpPr>
          <p:sp>
            <p:nvSpPr>
              <p:cNvPr id="960" name="Google Shape;960;p41"/>
              <p:cNvSpPr/>
              <p:nvPr/>
            </p:nvSpPr>
            <p:spPr>
              <a:xfrm>
                <a:off x="5229682" y="4210087"/>
                <a:ext cx="156873" cy="113224"/>
              </a:xfrm>
              <a:custGeom>
                <a:avLst/>
                <a:gdLst/>
                <a:ahLst/>
                <a:cxnLst/>
                <a:rect l="l" t="t" r="r" b="b"/>
                <a:pathLst>
                  <a:path w="4514" h="3258" extrusionOk="0">
                    <a:moveTo>
                      <a:pt x="3851" y="2390"/>
                    </a:moveTo>
                    <a:cubicBezTo>
                      <a:pt x="3886" y="2390"/>
                      <a:pt x="3923" y="2400"/>
                      <a:pt x="3955" y="2420"/>
                    </a:cubicBezTo>
                    <a:cubicBezTo>
                      <a:pt x="3983" y="2448"/>
                      <a:pt x="4012" y="2476"/>
                      <a:pt x="4012" y="2512"/>
                    </a:cubicBezTo>
                    <a:lnTo>
                      <a:pt x="4040" y="2512"/>
                    </a:lnTo>
                    <a:lnTo>
                      <a:pt x="4040" y="2540"/>
                    </a:lnTo>
                    <a:cubicBezTo>
                      <a:pt x="4040" y="2540"/>
                      <a:pt x="4040" y="2568"/>
                      <a:pt x="4068" y="2568"/>
                    </a:cubicBezTo>
                    <a:cubicBezTo>
                      <a:pt x="4097" y="2653"/>
                      <a:pt x="4012" y="2773"/>
                      <a:pt x="3920" y="2830"/>
                    </a:cubicBezTo>
                    <a:cubicBezTo>
                      <a:pt x="3863" y="2830"/>
                      <a:pt x="3807" y="2830"/>
                      <a:pt x="3743" y="2802"/>
                    </a:cubicBezTo>
                    <a:cubicBezTo>
                      <a:pt x="3724" y="2783"/>
                      <a:pt x="3705" y="2764"/>
                      <a:pt x="3686" y="2745"/>
                    </a:cubicBezTo>
                    <a:lnTo>
                      <a:pt x="3686" y="2745"/>
                    </a:lnTo>
                    <a:cubicBezTo>
                      <a:pt x="3630" y="2653"/>
                      <a:pt x="3630" y="2540"/>
                      <a:pt x="3686" y="2476"/>
                    </a:cubicBezTo>
                    <a:cubicBezTo>
                      <a:pt x="3723" y="2421"/>
                      <a:pt x="3786" y="2390"/>
                      <a:pt x="3851" y="2390"/>
                    </a:cubicBezTo>
                    <a:close/>
                    <a:moveTo>
                      <a:pt x="383" y="0"/>
                    </a:moveTo>
                    <a:lnTo>
                      <a:pt x="1" y="651"/>
                    </a:lnTo>
                    <a:lnTo>
                      <a:pt x="3184" y="2688"/>
                    </a:lnTo>
                    <a:cubicBezTo>
                      <a:pt x="3212" y="2830"/>
                      <a:pt x="3333" y="3070"/>
                      <a:pt x="3481" y="3155"/>
                    </a:cubicBezTo>
                    <a:cubicBezTo>
                      <a:pt x="3593" y="3225"/>
                      <a:pt x="3721" y="3258"/>
                      <a:pt x="3841" y="3258"/>
                    </a:cubicBezTo>
                    <a:cubicBezTo>
                      <a:pt x="3880" y="3258"/>
                      <a:pt x="3919" y="3254"/>
                      <a:pt x="3955" y="3247"/>
                    </a:cubicBezTo>
                    <a:cubicBezTo>
                      <a:pt x="4132" y="3219"/>
                      <a:pt x="4309" y="3099"/>
                      <a:pt x="4394" y="2922"/>
                    </a:cubicBezTo>
                    <a:cubicBezTo>
                      <a:pt x="4486" y="2773"/>
                      <a:pt x="4514" y="2596"/>
                      <a:pt x="4486" y="2420"/>
                    </a:cubicBezTo>
                    <a:cubicBezTo>
                      <a:pt x="4450" y="2243"/>
                      <a:pt x="4337" y="2094"/>
                      <a:pt x="4189" y="2009"/>
                    </a:cubicBezTo>
                    <a:cubicBezTo>
                      <a:pt x="4095" y="1969"/>
                      <a:pt x="3989" y="1920"/>
                      <a:pt x="3866" y="1920"/>
                    </a:cubicBezTo>
                    <a:cubicBezTo>
                      <a:pt x="3794" y="1920"/>
                      <a:pt x="3716" y="1937"/>
                      <a:pt x="3630" y="1981"/>
                    </a:cubicBez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5233852" y="4225552"/>
                <a:ext cx="115830" cy="71833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2067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9" y="2067"/>
                    </a:lnTo>
                    <a:cubicBezTo>
                      <a:pt x="3305" y="2067"/>
                      <a:pt x="3305" y="2067"/>
                      <a:pt x="3305" y="2031"/>
                    </a:cubicBezTo>
                    <a:cubicBezTo>
                      <a:pt x="3333" y="2031"/>
                      <a:pt x="3305" y="2003"/>
                      <a:pt x="3305" y="2003"/>
                    </a:cubicBezTo>
                    <a:lnTo>
                      <a:pt x="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5238057" y="4218428"/>
                <a:ext cx="116803" cy="71590"/>
              </a:xfrm>
              <a:custGeom>
                <a:avLst/>
                <a:gdLst/>
                <a:ahLst/>
                <a:cxnLst/>
                <a:rect l="l" t="t" r="r" b="b"/>
                <a:pathLst>
                  <a:path w="3361" h="2060" extrusionOk="0">
                    <a:moveTo>
                      <a:pt x="28" y="1"/>
                    </a:moveTo>
                    <a:cubicBezTo>
                      <a:pt x="0" y="29"/>
                      <a:pt x="0" y="29"/>
                      <a:pt x="28" y="57"/>
                    </a:cubicBezTo>
                    <a:lnTo>
                      <a:pt x="3297" y="2059"/>
                    </a:lnTo>
                    <a:lnTo>
                      <a:pt x="3325" y="2059"/>
                    </a:lnTo>
                    <a:cubicBezTo>
                      <a:pt x="3360" y="2031"/>
                      <a:pt x="3325" y="2031"/>
                      <a:pt x="3325" y="2003"/>
                    </a:cubicBezTo>
                    <a:lnTo>
                      <a:pt x="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5193782" y="4186768"/>
                <a:ext cx="66655" cy="62798"/>
              </a:xfrm>
              <a:custGeom>
                <a:avLst/>
                <a:gdLst/>
                <a:ahLst/>
                <a:cxnLst/>
                <a:rect l="l" t="t" r="r" b="b"/>
                <a:pathLst>
                  <a:path w="1918" h="1807" extrusionOk="0">
                    <a:moveTo>
                      <a:pt x="874" y="0"/>
                    </a:moveTo>
                    <a:cubicBezTo>
                      <a:pt x="627" y="0"/>
                      <a:pt x="387" y="105"/>
                      <a:pt x="213" y="317"/>
                    </a:cubicBezTo>
                    <a:lnTo>
                      <a:pt x="121" y="438"/>
                    </a:lnTo>
                    <a:lnTo>
                      <a:pt x="920" y="558"/>
                    </a:lnTo>
                    <a:lnTo>
                      <a:pt x="828" y="1202"/>
                    </a:lnTo>
                    <a:lnTo>
                      <a:pt x="1" y="1060"/>
                    </a:lnTo>
                    <a:lnTo>
                      <a:pt x="36" y="1202"/>
                    </a:lnTo>
                    <a:cubicBezTo>
                      <a:pt x="121" y="1379"/>
                      <a:pt x="241" y="1555"/>
                      <a:pt x="418" y="1676"/>
                    </a:cubicBezTo>
                    <a:cubicBezTo>
                      <a:pt x="575" y="1768"/>
                      <a:pt x="733" y="1806"/>
                      <a:pt x="903" y="1806"/>
                    </a:cubicBezTo>
                    <a:cubicBezTo>
                      <a:pt x="955" y="1806"/>
                      <a:pt x="1007" y="1803"/>
                      <a:pt x="1062" y="1796"/>
                    </a:cubicBezTo>
                    <a:cubicBezTo>
                      <a:pt x="1062" y="1796"/>
                      <a:pt x="1097" y="1796"/>
                      <a:pt x="1097" y="1768"/>
                    </a:cubicBezTo>
                    <a:cubicBezTo>
                      <a:pt x="1331" y="1704"/>
                      <a:pt x="1536" y="1591"/>
                      <a:pt x="1656" y="1379"/>
                    </a:cubicBezTo>
                    <a:cubicBezTo>
                      <a:pt x="1918" y="940"/>
                      <a:pt x="1769" y="381"/>
                      <a:pt x="1359" y="141"/>
                    </a:cubicBezTo>
                    <a:cubicBezTo>
                      <a:pt x="1206" y="47"/>
                      <a:pt x="1038" y="0"/>
                      <a:pt x="8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5343532" y="4283832"/>
                <a:ext cx="37880" cy="3496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006" extrusionOk="0">
                    <a:moveTo>
                      <a:pt x="587" y="64"/>
                    </a:moveTo>
                    <a:cubicBezTo>
                      <a:pt x="707" y="64"/>
                      <a:pt x="856" y="121"/>
                      <a:pt x="941" y="241"/>
                    </a:cubicBezTo>
                    <a:cubicBezTo>
                      <a:pt x="998" y="326"/>
                      <a:pt x="1033" y="446"/>
                      <a:pt x="998" y="566"/>
                    </a:cubicBezTo>
                    <a:cubicBezTo>
                      <a:pt x="998" y="680"/>
                      <a:pt x="941" y="800"/>
                      <a:pt x="821" y="856"/>
                    </a:cubicBezTo>
                    <a:cubicBezTo>
                      <a:pt x="764" y="920"/>
                      <a:pt x="679" y="948"/>
                      <a:pt x="587" y="948"/>
                    </a:cubicBezTo>
                    <a:cubicBezTo>
                      <a:pt x="439" y="948"/>
                      <a:pt x="290" y="885"/>
                      <a:pt x="205" y="772"/>
                    </a:cubicBezTo>
                    <a:cubicBezTo>
                      <a:pt x="85" y="566"/>
                      <a:pt x="113" y="269"/>
                      <a:pt x="325" y="149"/>
                    </a:cubicBezTo>
                    <a:cubicBezTo>
                      <a:pt x="382" y="92"/>
                      <a:pt x="467" y="64"/>
                      <a:pt x="587" y="64"/>
                    </a:cubicBezTo>
                    <a:close/>
                    <a:moveTo>
                      <a:pt x="587" y="0"/>
                    </a:moveTo>
                    <a:cubicBezTo>
                      <a:pt x="467" y="0"/>
                      <a:pt x="354" y="36"/>
                      <a:pt x="290" y="92"/>
                    </a:cubicBezTo>
                    <a:cubicBezTo>
                      <a:pt x="57" y="269"/>
                      <a:pt x="0" y="566"/>
                      <a:pt x="177" y="800"/>
                    </a:cubicBezTo>
                    <a:cubicBezTo>
                      <a:pt x="262" y="920"/>
                      <a:pt x="410" y="1005"/>
                      <a:pt x="587" y="1005"/>
                    </a:cubicBezTo>
                    <a:cubicBezTo>
                      <a:pt x="679" y="1005"/>
                      <a:pt x="792" y="977"/>
                      <a:pt x="884" y="920"/>
                    </a:cubicBezTo>
                    <a:cubicBezTo>
                      <a:pt x="969" y="828"/>
                      <a:pt x="1061" y="708"/>
                      <a:pt x="1061" y="566"/>
                    </a:cubicBezTo>
                    <a:cubicBezTo>
                      <a:pt x="1089" y="446"/>
                      <a:pt x="1061" y="298"/>
                      <a:pt x="969" y="213"/>
                    </a:cubicBezTo>
                    <a:cubicBezTo>
                      <a:pt x="884" y="64"/>
                      <a:pt x="736" y="0"/>
                      <a:pt x="5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5292132" y="4263432"/>
                <a:ext cx="333172" cy="243094"/>
              </a:xfrm>
              <a:custGeom>
                <a:avLst/>
                <a:gdLst/>
                <a:ahLst/>
                <a:cxnLst/>
                <a:rect l="l" t="t" r="r" b="b"/>
                <a:pathLst>
                  <a:path w="9587" h="6995" extrusionOk="0">
                    <a:moveTo>
                      <a:pt x="1033" y="0"/>
                    </a:moveTo>
                    <a:cubicBezTo>
                      <a:pt x="1005" y="205"/>
                      <a:pt x="1005" y="411"/>
                      <a:pt x="856" y="531"/>
                    </a:cubicBezTo>
                    <a:cubicBezTo>
                      <a:pt x="780" y="613"/>
                      <a:pt x="657" y="626"/>
                      <a:pt x="530" y="626"/>
                    </a:cubicBezTo>
                    <a:cubicBezTo>
                      <a:pt x="471" y="626"/>
                      <a:pt x="411" y="623"/>
                      <a:pt x="354" y="623"/>
                    </a:cubicBezTo>
                    <a:cubicBezTo>
                      <a:pt x="318" y="608"/>
                      <a:pt x="287" y="599"/>
                      <a:pt x="258" y="599"/>
                    </a:cubicBezTo>
                    <a:cubicBezTo>
                      <a:pt x="220" y="599"/>
                      <a:pt x="186" y="615"/>
                      <a:pt x="149" y="651"/>
                    </a:cubicBezTo>
                    <a:cubicBezTo>
                      <a:pt x="0" y="828"/>
                      <a:pt x="418" y="1507"/>
                      <a:pt x="503" y="1684"/>
                    </a:cubicBezTo>
                    <a:cubicBezTo>
                      <a:pt x="828" y="2476"/>
                      <a:pt x="1182" y="3276"/>
                      <a:pt x="1507" y="4040"/>
                    </a:cubicBezTo>
                    <a:cubicBezTo>
                      <a:pt x="1741" y="4599"/>
                      <a:pt x="2010" y="5158"/>
                      <a:pt x="2363" y="5660"/>
                    </a:cubicBezTo>
                    <a:cubicBezTo>
                      <a:pt x="2866" y="6311"/>
                      <a:pt x="3686" y="6487"/>
                      <a:pt x="4422" y="6693"/>
                    </a:cubicBezTo>
                    <a:cubicBezTo>
                      <a:pt x="5310" y="6899"/>
                      <a:pt x="6197" y="6995"/>
                      <a:pt x="7080" y="6995"/>
                    </a:cubicBezTo>
                    <a:cubicBezTo>
                      <a:pt x="7196" y="6995"/>
                      <a:pt x="7312" y="6993"/>
                      <a:pt x="7429" y="6990"/>
                    </a:cubicBezTo>
                    <a:cubicBezTo>
                      <a:pt x="7903" y="6954"/>
                      <a:pt x="8313" y="6898"/>
                      <a:pt x="8702" y="6636"/>
                    </a:cubicBezTo>
                    <a:cubicBezTo>
                      <a:pt x="9056" y="6396"/>
                      <a:pt x="9317" y="6070"/>
                      <a:pt x="9466" y="5688"/>
                    </a:cubicBezTo>
                    <a:cubicBezTo>
                      <a:pt x="9523" y="5511"/>
                      <a:pt x="9586" y="5306"/>
                      <a:pt x="9551" y="5129"/>
                    </a:cubicBezTo>
                    <a:cubicBezTo>
                      <a:pt x="9551" y="4924"/>
                      <a:pt x="9466" y="4747"/>
                      <a:pt x="9346" y="4599"/>
                    </a:cubicBezTo>
                    <a:cubicBezTo>
                      <a:pt x="9233" y="4514"/>
                      <a:pt x="9084" y="4450"/>
                      <a:pt x="8935" y="4393"/>
                    </a:cubicBezTo>
                    <a:cubicBezTo>
                      <a:pt x="8396" y="4230"/>
                      <a:pt x="7856" y="4179"/>
                      <a:pt x="7316" y="4179"/>
                    </a:cubicBezTo>
                    <a:cubicBezTo>
                      <a:pt x="7177" y="4179"/>
                      <a:pt x="7037" y="4183"/>
                      <a:pt x="6898" y="4188"/>
                    </a:cubicBezTo>
                    <a:cubicBezTo>
                      <a:pt x="6544" y="4188"/>
                      <a:pt x="6191" y="4217"/>
                      <a:pt x="5837" y="4217"/>
                    </a:cubicBezTo>
                    <a:cubicBezTo>
                      <a:pt x="5776" y="4222"/>
                      <a:pt x="5716" y="4224"/>
                      <a:pt x="5657" y="4224"/>
                    </a:cubicBezTo>
                    <a:cubicBezTo>
                      <a:pt x="5405" y="4224"/>
                      <a:pt x="5165" y="4183"/>
                      <a:pt x="4924" y="4160"/>
                    </a:cubicBezTo>
                    <a:cubicBezTo>
                      <a:pt x="4634" y="4125"/>
                      <a:pt x="4280" y="4096"/>
                      <a:pt x="4104" y="3835"/>
                    </a:cubicBezTo>
                    <a:cubicBezTo>
                      <a:pt x="3248" y="2773"/>
                      <a:pt x="2540" y="1620"/>
                      <a:pt x="1684" y="559"/>
                    </a:cubicBezTo>
                    <a:cubicBezTo>
                      <a:pt x="1628" y="503"/>
                      <a:pt x="1592" y="474"/>
                      <a:pt x="1536" y="411"/>
                    </a:cubicBezTo>
                    <a:cubicBezTo>
                      <a:pt x="1387" y="234"/>
                      <a:pt x="1274" y="92"/>
                      <a:pt x="1033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5380404" y="4803316"/>
                <a:ext cx="560315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6123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16094" y="57"/>
                    </a:lnTo>
                    <a:cubicBezTo>
                      <a:pt x="16123" y="57"/>
                      <a:pt x="16123" y="29"/>
                      <a:pt x="16123" y="29"/>
                    </a:cubicBezTo>
                    <a:cubicBezTo>
                      <a:pt x="16123" y="1"/>
                      <a:pt x="16123" y="1"/>
                      <a:pt x="16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5344505" y="4784897"/>
                <a:ext cx="625962" cy="1981"/>
              </a:xfrm>
              <a:custGeom>
                <a:avLst/>
                <a:gdLst/>
                <a:ahLst/>
                <a:cxnLst/>
                <a:rect l="l" t="t" r="r" b="b"/>
                <a:pathLst>
                  <a:path w="18012" h="57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57"/>
                      <a:pt x="29" y="57"/>
                      <a:pt x="29" y="57"/>
                    </a:cubicBezTo>
                    <a:lnTo>
                      <a:pt x="17983" y="57"/>
                    </a:lnTo>
                    <a:cubicBezTo>
                      <a:pt x="17983" y="57"/>
                      <a:pt x="18012" y="57"/>
                      <a:pt x="18012" y="28"/>
                    </a:cubicBezTo>
                    <a:lnTo>
                      <a:pt x="179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5959141" y="4803316"/>
                <a:ext cx="23632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58" extrusionOk="0">
                    <a:moveTo>
                      <a:pt x="28" y="1"/>
                    </a:moveTo>
                    <a:cubicBezTo>
                      <a:pt x="0" y="1"/>
                      <a:pt x="0" y="1"/>
                      <a:pt x="0" y="29"/>
                    </a:cubicBezTo>
                    <a:cubicBezTo>
                      <a:pt x="0" y="29"/>
                      <a:pt x="0" y="57"/>
                      <a:pt x="28" y="57"/>
                    </a:cubicBezTo>
                    <a:lnTo>
                      <a:pt x="651" y="57"/>
                    </a:lnTo>
                    <a:cubicBezTo>
                      <a:pt x="679" y="57"/>
                      <a:pt x="679" y="29"/>
                      <a:pt x="679" y="29"/>
                    </a:cubicBezTo>
                    <a:cubicBezTo>
                      <a:pt x="679" y="1"/>
                      <a:pt x="679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5586175" y="4228541"/>
                <a:ext cx="174353" cy="238367"/>
              </a:xfrm>
              <a:custGeom>
                <a:avLst/>
                <a:gdLst/>
                <a:ahLst/>
                <a:cxnLst/>
                <a:rect l="l" t="t" r="r" b="b"/>
                <a:pathLst>
                  <a:path w="5017" h="6859" extrusionOk="0">
                    <a:moveTo>
                      <a:pt x="1785" y="0"/>
                    </a:moveTo>
                    <a:cubicBezTo>
                      <a:pt x="1456" y="0"/>
                      <a:pt x="1123" y="104"/>
                      <a:pt x="856" y="297"/>
                    </a:cubicBezTo>
                    <a:cubicBezTo>
                      <a:pt x="206" y="799"/>
                      <a:pt x="177" y="1712"/>
                      <a:pt x="298" y="2419"/>
                    </a:cubicBezTo>
                    <a:cubicBezTo>
                      <a:pt x="375" y="3093"/>
                      <a:pt x="708" y="3796"/>
                      <a:pt x="1415" y="3796"/>
                    </a:cubicBezTo>
                    <a:cubicBezTo>
                      <a:pt x="1480" y="3796"/>
                      <a:pt x="1549" y="3790"/>
                      <a:pt x="1620" y="3777"/>
                    </a:cubicBezTo>
                    <a:lnTo>
                      <a:pt x="1620" y="3777"/>
                    </a:lnTo>
                    <a:cubicBezTo>
                      <a:pt x="1592" y="3926"/>
                      <a:pt x="1564" y="4067"/>
                      <a:pt x="1536" y="4216"/>
                    </a:cubicBezTo>
                    <a:cubicBezTo>
                      <a:pt x="1536" y="4336"/>
                      <a:pt x="1507" y="4457"/>
                      <a:pt x="1444" y="4541"/>
                    </a:cubicBezTo>
                    <a:cubicBezTo>
                      <a:pt x="1238" y="4810"/>
                      <a:pt x="736" y="4775"/>
                      <a:pt x="446" y="4839"/>
                    </a:cubicBezTo>
                    <a:cubicBezTo>
                      <a:pt x="0" y="4987"/>
                      <a:pt x="64" y="5482"/>
                      <a:pt x="121" y="5900"/>
                    </a:cubicBezTo>
                    <a:lnTo>
                      <a:pt x="121" y="6013"/>
                    </a:lnTo>
                    <a:cubicBezTo>
                      <a:pt x="149" y="6190"/>
                      <a:pt x="206" y="6338"/>
                      <a:pt x="298" y="6487"/>
                    </a:cubicBezTo>
                    <a:cubicBezTo>
                      <a:pt x="477" y="6772"/>
                      <a:pt x="810" y="6859"/>
                      <a:pt x="1180" y="6859"/>
                    </a:cubicBezTo>
                    <a:cubicBezTo>
                      <a:pt x="1655" y="6859"/>
                      <a:pt x="2190" y="6715"/>
                      <a:pt x="2540" y="6664"/>
                    </a:cubicBezTo>
                    <a:cubicBezTo>
                      <a:pt x="3389" y="6515"/>
                      <a:pt x="4217" y="6282"/>
                      <a:pt x="5016" y="5928"/>
                    </a:cubicBezTo>
                    <a:cubicBezTo>
                      <a:pt x="4691" y="5631"/>
                      <a:pt x="4394" y="5249"/>
                      <a:pt x="4068" y="4923"/>
                    </a:cubicBezTo>
                    <a:cubicBezTo>
                      <a:pt x="4012" y="4867"/>
                      <a:pt x="3778" y="4895"/>
                      <a:pt x="3686" y="4839"/>
                    </a:cubicBezTo>
                    <a:cubicBezTo>
                      <a:pt x="3566" y="4775"/>
                      <a:pt x="3481" y="4690"/>
                      <a:pt x="3424" y="4570"/>
                    </a:cubicBezTo>
                    <a:cubicBezTo>
                      <a:pt x="3276" y="4308"/>
                      <a:pt x="3248" y="3983"/>
                      <a:pt x="3248" y="3685"/>
                    </a:cubicBezTo>
                    <a:cubicBezTo>
                      <a:pt x="3276" y="3247"/>
                      <a:pt x="3248" y="2511"/>
                      <a:pt x="3276" y="2094"/>
                    </a:cubicBezTo>
                    <a:cubicBezTo>
                      <a:pt x="3276" y="1712"/>
                      <a:pt x="3424" y="1563"/>
                      <a:pt x="3304" y="1209"/>
                    </a:cubicBezTo>
                    <a:cubicBezTo>
                      <a:pt x="3156" y="707"/>
                      <a:pt x="2802" y="269"/>
                      <a:pt x="2300" y="92"/>
                    </a:cubicBezTo>
                    <a:cubicBezTo>
                      <a:pt x="2136" y="30"/>
                      <a:pt x="1961" y="0"/>
                      <a:pt x="1785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5497173" y="4393477"/>
                <a:ext cx="341999" cy="333172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9587" extrusionOk="0">
                    <a:moveTo>
                      <a:pt x="3538" y="1"/>
                    </a:moveTo>
                    <a:cubicBezTo>
                      <a:pt x="2356" y="121"/>
                      <a:pt x="1175" y="269"/>
                      <a:pt x="0" y="383"/>
                    </a:cubicBezTo>
                    <a:cubicBezTo>
                      <a:pt x="85" y="560"/>
                      <a:pt x="57" y="828"/>
                      <a:pt x="85" y="1033"/>
                    </a:cubicBezTo>
                    <a:cubicBezTo>
                      <a:pt x="85" y="1267"/>
                      <a:pt x="114" y="1507"/>
                      <a:pt x="114" y="1741"/>
                    </a:cubicBezTo>
                    <a:cubicBezTo>
                      <a:pt x="177" y="2187"/>
                      <a:pt x="206" y="2654"/>
                      <a:pt x="291" y="3128"/>
                    </a:cubicBezTo>
                    <a:cubicBezTo>
                      <a:pt x="291" y="3248"/>
                      <a:pt x="326" y="3389"/>
                      <a:pt x="354" y="3510"/>
                    </a:cubicBezTo>
                    <a:cubicBezTo>
                      <a:pt x="695" y="3475"/>
                      <a:pt x="1299" y="3417"/>
                      <a:pt x="1712" y="3417"/>
                    </a:cubicBezTo>
                    <a:cubicBezTo>
                      <a:pt x="1976" y="3417"/>
                      <a:pt x="2162" y="3441"/>
                      <a:pt x="2151" y="3510"/>
                    </a:cubicBezTo>
                    <a:cubicBezTo>
                      <a:pt x="2151" y="3778"/>
                      <a:pt x="2179" y="4012"/>
                      <a:pt x="2179" y="4274"/>
                    </a:cubicBezTo>
                    <a:cubicBezTo>
                      <a:pt x="2179" y="4804"/>
                      <a:pt x="2236" y="5306"/>
                      <a:pt x="2236" y="5809"/>
                    </a:cubicBezTo>
                    <a:cubicBezTo>
                      <a:pt x="2271" y="6339"/>
                      <a:pt x="2300" y="6898"/>
                      <a:pt x="2356" y="7429"/>
                    </a:cubicBezTo>
                    <a:cubicBezTo>
                      <a:pt x="2413" y="8051"/>
                      <a:pt x="2505" y="8638"/>
                      <a:pt x="2653" y="9261"/>
                    </a:cubicBezTo>
                    <a:cubicBezTo>
                      <a:pt x="3421" y="9504"/>
                      <a:pt x="4251" y="9586"/>
                      <a:pt x="5089" y="9586"/>
                    </a:cubicBezTo>
                    <a:cubicBezTo>
                      <a:pt x="5765" y="9586"/>
                      <a:pt x="6446" y="9532"/>
                      <a:pt x="7103" y="9466"/>
                    </a:cubicBezTo>
                    <a:cubicBezTo>
                      <a:pt x="7542" y="9438"/>
                      <a:pt x="7987" y="9374"/>
                      <a:pt x="8341" y="9169"/>
                    </a:cubicBezTo>
                    <a:cubicBezTo>
                      <a:pt x="9374" y="8554"/>
                      <a:pt x="9431" y="6750"/>
                      <a:pt x="9579" y="5688"/>
                    </a:cubicBezTo>
                    <a:cubicBezTo>
                      <a:pt x="9699" y="4896"/>
                      <a:pt x="9841" y="4132"/>
                      <a:pt x="9784" y="3304"/>
                    </a:cubicBezTo>
                    <a:cubicBezTo>
                      <a:pt x="9699" y="2243"/>
                      <a:pt x="9225" y="1154"/>
                      <a:pt x="8249" y="623"/>
                    </a:cubicBezTo>
                    <a:cubicBezTo>
                      <a:pt x="7895" y="446"/>
                      <a:pt x="7513" y="326"/>
                      <a:pt x="7131" y="206"/>
                    </a:cubicBezTo>
                    <a:cubicBezTo>
                      <a:pt x="6806" y="149"/>
                      <a:pt x="6481" y="121"/>
                      <a:pt x="6191" y="29"/>
                    </a:cubicBezTo>
                    <a:cubicBezTo>
                      <a:pt x="6070" y="326"/>
                      <a:pt x="5893" y="475"/>
                      <a:pt x="5596" y="595"/>
                    </a:cubicBezTo>
                    <a:cubicBezTo>
                      <a:pt x="5418" y="681"/>
                      <a:pt x="5202" y="718"/>
                      <a:pt x="4994" y="718"/>
                    </a:cubicBezTo>
                    <a:cubicBezTo>
                      <a:pt x="4930" y="718"/>
                      <a:pt x="4866" y="715"/>
                      <a:pt x="4804" y="708"/>
                    </a:cubicBezTo>
                    <a:cubicBezTo>
                      <a:pt x="4535" y="680"/>
                      <a:pt x="4302" y="623"/>
                      <a:pt x="4068" y="503"/>
                    </a:cubicBezTo>
                    <a:cubicBezTo>
                      <a:pt x="3976" y="446"/>
                      <a:pt x="3863" y="354"/>
                      <a:pt x="3771" y="269"/>
                    </a:cubicBezTo>
                    <a:cubicBezTo>
                      <a:pt x="3715" y="206"/>
                      <a:pt x="3651" y="121"/>
                      <a:pt x="3594" y="29"/>
                    </a:cubicBezTo>
                    <a:lnTo>
                      <a:pt x="359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5506279" y="4504130"/>
                <a:ext cx="61477" cy="1132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26" extrusionOk="0">
                    <a:moveTo>
                      <a:pt x="29" y="0"/>
                    </a:moveTo>
                    <a:lnTo>
                      <a:pt x="0" y="28"/>
                    </a:lnTo>
                    <a:cubicBezTo>
                      <a:pt x="0" y="92"/>
                      <a:pt x="29" y="120"/>
                      <a:pt x="29" y="149"/>
                    </a:cubicBezTo>
                    <a:lnTo>
                      <a:pt x="29" y="297"/>
                    </a:lnTo>
                    <a:lnTo>
                      <a:pt x="29" y="326"/>
                    </a:lnTo>
                    <a:lnTo>
                      <a:pt x="64" y="326"/>
                    </a:lnTo>
                    <a:cubicBezTo>
                      <a:pt x="559" y="326"/>
                      <a:pt x="1267" y="297"/>
                      <a:pt x="1741" y="269"/>
                    </a:cubicBezTo>
                    <a:lnTo>
                      <a:pt x="1769" y="241"/>
                    </a:lnTo>
                    <a:cubicBezTo>
                      <a:pt x="1769" y="205"/>
                      <a:pt x="1741" y="205"/>
                      <a:pt x="1741" y="205"/>
                    </a:cubicBezTo>
                    <a:cubicBezTo>
                      <a:pt x="1267" y="241"/>
                      <a:pt x="559" y="269"/>
                      <a:pt x="92" y="269"/>
                    </a:cubicBezTo>
                    <a:lnTo>
                      <a:pt x="92" y="149"/>
                    </a:lnTo>
                    <a:cubicBezTo>
                      <a:pt x="64" y="120"/>
                      <a:pt x="64" y="64"/>
                      <a:pt x="64" y="28"/>
                    </a:cubicBezTo>
                    <a:cubicBezTo>
                      <a:pt x="64" y="28"/>
                      <a:pt x="64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5497173" y="4397647"/>
                <a:ext cx="73780" cy="14318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412" extrusionOk="0">
                    <a:moveTo>
                      <a:pt x="2094" y="1"/>
                    </a:moveTo>
                    <a:cubicBezTo>
                      <a:pt x="1854" y="29"/>
                      <a:pt x="1529" y="57"/>
                      <a:pt x="1210" y="86"/>
                    </a:cubicBezTo>
                    <a:cubicBezTo>
                      <a:pt x="765" y="149"/>
                      <a:pt x="354" y="178"/>
                      <a:pt x="29" y="206"/>
                    </a:cubicBezTo>
                    <a:lnTo>
                      <a:pt x="0" y="206"/>
                    </a:lnTo>
                    <a:lnTo>
                      <a:pt x="0" y="263"/>
                    </a:lnTo>
                    <a:lnTo>
                      <a:pt x="0" y="326"/>
                    </a:lnTo>
                    <a:lnTo>
                      <a:pt x="0" y="383"/>
                    </a:lnTo>
                    <a:cubicBezTo>
                      <a:pt x="0" y="411"/>
                      <a:pt x="29" y="411"/>
                      <a:pt x="29" y="411"/>
                    </a:cubicBezTo>
                    <a:lnTo>
                      <a:pt x="57" y="411"/>
                    </a:lnTo>
                    <a:lnTo>
                      <a:pt x="57" y="383"/>
                    </a:lnTo>
                    <a:lnTo>
                      <a:pt x="57" y="326"/>
                    </a:lnTo>
                    <a:lnTo>
                      <a:pt x="57" y="263"/>
                    </a:lnTo>
                    <a:cubicBezTo>
                      <a:pt x="383" y="234"/>
                      <a:pt x="793" y="206"/>
                      <a:pt x="1210" y="149"/>
                    </a:cubicBezTo>
                    <a:cubicBezTo>
                      <a:pt x="1529" y="121"/>
                      <a:pt x="1854" y="86"/>
                      <a:pt x="2094" y="57"/>
                    </a:cubicBezTo>
                    <a:cubicBezTo>
                      <a:pt x="2123" y="57"/>
                      <a:pt x="2123" y="57"/>
                      <a:pt x="2123" y="29"/>
                    </a:cubicBezTo>
                    <a:cubicBezTo>
                      <a:pt x="2123" y="29"/>
                      <a:pt x="2123" y="1"/>
                      <a:pt x="20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5570919" y="4515424"/>
                <a:ext cx="7159" cy="108706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128" extrusionOk="0">
                    <a:moveTo>
                      <a:pt x="57" y="1"/>
                    </a:moveTo>
                    <a:cubicBezTo>
                      <a:pt x="29" y="1"/>
                      <a:pt x="29" y="1"/>
                      <a:pt x="29" y="29"/>
                    </a:cubicBezTo>
                    <a:cubicBezTo>
                      <a:pt x="1" y="1033"/>
                      <a:pt x="29" y="2066"/>
                      <a:pt x="149" y="3099"/>
                    </a:cubicBezTo>
                    <a:cubicBezTo>
                      <a:pt x="149" y="3099"/>
                      <a:pt x="149" y="3127"/>
                      <a:pt x="178" y="3127"/>
                    </a:cubicBezTo>
                    <a:cubicBezTo>
                      <a:pt x="178" y="3127"/>
                      <a:pt x="206" y="3099"/>
                      <a:pt x="206" y="3064"/>
                    </a:cubicBezTo>
                    <a:cubicBezTo>
                      <a:pt x="86" y="2066"/>
                      <a:pt x="57" y="1033"/>
                      <a:pt x="86" y="29"/>
                    </a:cubicBezTo>
                    <a:cubicBezTo>
                      <a:pt x="86" y="1"/>
                      <a:pt x="57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5455123" y="4818294"/>
                <a:ext cx="182451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5250" h="2607" extrusionOk="0">
                    <a:moveTo>
                      <a:pt x="3538" y="1"/>
                    </a:moveTo>
                    <a:cubicBezTo>
                      <a:pt x="2953" y="1"/>
                      <a:pt x="2398" y="247"/>
                      <a:pt x="1890" y="511"/>
                    </a:cubicBezTo>
                    <a:cubicBezTo>
                      <a:pt x="1359" y="779"/>
                      <a:pt x="737" y="1069"/>
                      <a:pt x="383" y="1543"/>
                    </a:cubicBezTo>
                    <a:cubicBezTo>
                      <a:pt x="354" y="1572"/>
                      <a:pt x="354" y="1600"/>
                      <a:pt x="326" y="1635"/>
                    </a:cubicBezTo>
                    <a:cubicBezTo>
                      <a:pt x="178" y="1840"/>
                      <a:pt x="1" y="2131"/>
                      <a:pt x="149" y="2399"/>
                    </a:cubicBezTo>
                    <a:cubicBezTo>
                      <a:pt x="216" y="2553"/>
                      <a:pt x="343" y="2607"/>
                      <a:pt x="497" y="2607"/>
                    </a:cubicBezTo>
                    <a:cubicBezTo>
                      <a:pt x="818" y="2607"/>
                      <a:pt x="1252" y="2370"/>
                      <a:pt x="1472" y="2307"/>
                    </a:cubicBezTo>
                    <a:cubicBezTo>
                      <a:pt x="1854" y="2194"/>
                      <a:pt x="2208" y="2046"/>
                      <a:pt x="2562" y="1925"/>
                    </a:cubicBezTo>
                    <a:cubicBezTo>
                      <a:pt x="3269" y="1664"/>
                      <a:pt x="4012" y="1458"/>
                      <a:pt x="4748" y="1423"/>
                    </a:cubicBezTo>
                    <a:cubicBezTo>
                      <a:pt x="4925" y="1423"/>
                      <a:pt x="5158" y="1423"/>
                      <a:pt x="5215" y="1246"/>
                    </a:cubicBezTo>
                    <a:cubicBezTo>
                      <a:pt x="5250" y="1190"/>
                      <a:pt x="5250" y="1105"/>
                      <a:pt x="5215" y="1041"/>
                    </a:cubicBezTo>
                    <a:cubicBezTo>
                      <a:pt x="5101" y="426"/>
                      <a:pt x="4302" y="44"/>
                      <a:pt x="3715" y="8"/>
                    </a:cubicBezTo>
                    <a:cubicBezTo>
                      <a:pt x="3656" y="3"/>
                      <a:pt x="3597" y="1"/>
                      <a:pt x="3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5334183" y="4634696"/>
                <a:ext cx="623008" cy="252790"/>
              </a:xfrm>
              <a:custGeom>
                <a:avLst/>
                <a:gdLst/>
                <a:ahLst/>
                <a:cxnLst/>
                <a:rect l="l" t="t" r="r" b="b"/>
                <a:pathLst>
                  <a:path w="17927" h="7274" extrusionOk="0">
                    <a:moveTo>
                      <a:pt x="2256" y="1"/>
                    </a:moveTo>
                    <a:cubicBezTo>
                      <a:pt x="2076" y="1"/>
                      <a:pt x="1894" y="15"/>
                      <a:pt x="1712" y="49"/>
                    </a:cubicBezTo>
                    <a:cubicBezTo>
                      <a:pt x="1267" y="134"/>
                      <a:pt x="856" y="375"/>
                      <a:pt x="531" y="693"/>
                    </a:cubicBezTo>
                    <a:cubicBezTo>
                      <a:pt x="446" y="813"/>
                      <a:pt x="354" y="933"/>
                      <a:pt x="297" y="1047"/>
                    </a:cubicBezTo>
                    <a:cubicBezTo>
                      <a:pt x="0" y="1641"/>
                      <a:pt x="241" y="2377"/>
                      <a:pt x="502" y="2935"/>
                    </a:cubicBezTo>
                    <a:cubicBezTo>
                      <a:pt x="913" y="3735"/>
                      <a:pt x="1564" y="4322"/>
                      <a:pt x="2299" y="4761"/>
                    </a:cubicBezTo>
                    <a:cubicBezTo>
                      <a:pt x="3155" y="5291"/>
                      <a:pt x="4096" y="5617"/>
                      <a:pt x="5044" y="5970"/>
                    </a:cubicBezTo>
                    <a:cubicBezTo>
                      <a:pt x="6105" y="6352"/>
                      <a:pt x="7195" y="6741"/>
                      <a:pt x="8256" y="7123"/>
                    </a:cubicBezTo>
                    <a:cubicBezTo>
                      <a:pt x="8461" y="7180"/>
                      <a:pt x="8843" y="7237"/>
                      <a:pt x="9048" y="7272"/>
                    </a:cubicBezTo>
                    <a:cubicBezTo>
                      <a:pt x="9053" y="7273"/>
                      <a:pt x="9058" y="7273"/>
                      <a:pt x="9063" y="7273"/>
                    </a:cubicBezTo>
                    <a:cubicBezTo>
                      <a:pt x="9229" y="7273"/>
                      <a:pt x="9290" y="6824"/>
                      <a:pt x="9345" y="6741"/>
                    </a:cubicBezTo>
                    <a:cubicBezTo>
                      <a:pt x="9511" y="6547"/>
                      <a:pt x="9756" y="6528"/>
                      <a:pt x="10001" y="6528"/>
                    </a:cubicBezTo>
                    <a:cubicBezTo>
                      <a:pt x="10059" y="6528"/>
                      <a:pt x="10117" y="6529"/>
                      <a:pt x="10173" y="6529"/>
                    </a:cubicBezTo>
                    <a:cubicBezTo>
                      <a:pt x="10376" y="6543"/>
                      <a:pt x="10578" y="6550"/>
                      <a:pt x="10778" y="6550"/>
                    </a:cubicBezTo>
                    <a:cubicBezTo>
                      <a:pt x="12666" y="6550"/>
                      <a:pt x="14413" y="5929"/>
                      <a:pt x="16038" y="4938"/>
                    </a:cubicBezTo>
                    <a:cubicBezTo>
                      <a:pt x="16540" y="4647"/>
                      <a:pt x="17042" y="4265"/>
                      <a:pt x="17396" y="3763"/>
                    </a:cubicBezTo>
                    <a:cubicBezTo>
                      <a:pt x="17806" y="3169"/>
                      <a:pt x="17927" y="2377"/>
                      <a:pt x="17481" y="1754"/>
                    </a:cubicBezTo>
                    <a:cubicBezTo>
                      <a:pt x="17042" y="1195"/>
                      <a:pt x="16391" y="841"/>
                      <a:pt x="15684" y="728"/>
                    </a:cubicBezTo>
                    <a:cubicBezTo>
                      <a:pt x="15547" y="701"/>
                      <a:pt x="15414" y="688"/>
                      <a:pt x="15285" y="688"/>
                    </a:cubicBezTo>
                    <a:cubicBezTo>
                      <a:pt x="14580" y="688"/>
                      <a:pt x="13983" y="1063"/>
                      <a:pt x="13385" y="1464"/>
                    </a:cubicBezTo>
                    <a:cubicBezTo>
                      <a:pt x="13328" y="1521"/>
                      <a:pt x="13236" y="1577"/>
                      <a:pt x="13151" y="1641"/>
                    </a:cubicBezTo>
                    <a:cubicBezTo>
                      <a:pt x="12793" y="1523"/>
                      <a:pt x="12398" y="1491"/>
                      <a:pt x="11997" y="1491"/>
                    </a:cubicBezTo>
                    <a:cubicBezTo>
                      <a:pt x="11701" y="1491"/>
                      <a:pt x="11402" y="1509"/>
                      <a:pt x="11114" y="1521"/>
                    </a:cubicBezTo>
                    <a:cubicBezTo>
                      <a:pt x="10853" y="1541"/>
                      <a:pt x="10587" y="1547"/>
                      <a:pt x="10320" y="1547"/>
                    </a:cubicBezTo>
                    <a:cubicBezTo>
                      <a:pt x="10027" y="1547"/>
                      <a:pt x="9731" y="1540"/>
                      <a:pt x="9435" y="1540"/>
                    </a:cubicBezTo>
                    <a:cubicBezTo>
                      <a:pt x="9268" y="1540"/>
                      <a:pt x="9102" y="1542"/>
                      <a:pt x="8935" y="1549"/>
                    </a:cubicBezTo>
                    <a:cubicBezTo>
                      <a:pt x="8638" y="1583"/>
                      <a:pt x="8388" y="1615"/>
                      <a:pt x="8136" y="1615"/>
                    </a:cubicBezTo>
                    <a:cubicBezTo>
                      <a:pt x="7914" y="1615"/>
                      <a:pt x="7690" y="1590"/>
                      <a:pt x="7428" y="1521"/>
                    </a:cubicBezTo>
                    <a:cubicBezTo>
                      <a:pt x="6134" y="1167"/>
                      <a:pt x="4896" y="580"/>
                      <a:pt x="3601" y="226"/>
                    </a:cubicBezTo>
                    <a:cubicBezTo>
                      <a:pt x="3173" y="99"/>
                      <a:pt x="2720" y="1"/>
                      <a:pt x="22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5641501" y="4714071"/>
                <a:ext cx="173102" cy="82155"/>
              </a:xfrm>
              <a:custGeom>
                <a:avLst/>
                <a:gdLst/>
                <a:ahLst/>
                <a:cxnLst/>
                <a:rect l="l" t="t" r="r" b="b"/>
                <a:pathLst>
                  <a:path w="4981" h="2364" extrusionOk="0">
                    <a:moveTo>
                      <a:pt x="4924" y="1"/>
                    </a:moveTo>
                    <a:cubicBezTo>
                      <a:pt x="4690" y="121"/>
                      <a:pt x="4450" y="213"/>
                      <a:pt x="4216" y="326"/>
                    </a:cubicBezTo>
                    <a:cubicBezTo>
                      <a:pt x="3863" y="475"/>
                      <a:pt x="3481" y="623"/>
                      <a:pt x="3127" y="857"/>
                    </a:cubicBezTo>
                    <a:cubicBezTo>
                      <a:pt x="2978" y="949"/>
                      <a:pt x="2802" y="1062"/>
                      <a:pt x="2653" y="1154"/>
                    </a:cubicBezTo>
                    <a:cubicBezTo>
                      <a:pt x="2243" y="1415"/>
                      <a:pt x="1832" y="1684"/>
                      <a:pt x="1387" y="1889"/>
                    </a:cubicBezTo>
                    <a:cubicBezTo>
                      <a:pt x="1210" y="1981"/>
                      <a:pt x="976" y="2038"/>
                      <a:pt x="736" y="2066"/>
                    </a:cubicBezTo>
                    <a:cubicBezTo>
                      <a:pt x="502" y="2158"/>
                      <a:pt x="205" y="2215"/>
                      <a:pt x="0" y="2335"/>
                    </a:cubicBezTo>
                    <a:lnTo>
                      <a:pt x="0" y="2363"/>
                    </a:lnTo>
                    <a:lnTo>
                      <a:pt x="28" y="2363"/>
                    </a:lnTo>
                    <a:cubicBezTo>
                      <a:pt x="241" y="2271"/>
                      <a:pt x="502" y="2215"/>
                      <a:pt x="771" y="2123"/>
                    </a:cubicBezTo>
                    <a:cubicBezTo>
                      <a:pt x="1005" y="2066"/>
                      <a:pt x="1210" y="2010"/>
                      <a:pt x="1415" y="1946"/>
                    </a:cubicBezTo>
                    <a:cubicBezTo>
                      <a:pt x="1861" y="1741"/>
                      <a:pt x="2271" y="1479"/>
                      <a:pt x="2681" y="1210"/>
                    </a:cubicBezTo>
                    <a:cubicBezTo>
                      <a:pt x="2830" y="1097"/>
                      <a:pt x="3007" y="1005"/>
                      <a:pt x="3155" y="885"/>
                    </a:cubicBezTo>
                    <a:cubicBezTo>
                      <a:pt x="3509" y="680"/>
                      <a:pt x="3891" y="531"/>
                      <a:pt x="4245" y="390"/>
                    </a:cubicBezTo>
                    <a:cubicBezTo>
                      <a:pt x="4485" y="269"/>
                      <a:pt x="4719" y="177"/>
                      <a:pt x="4952" y="64"/>
                    </a:cubicBezTo>
                    <a:cubicBezTo>
                      <a:pt x="4980" y="36"/>
                      <a:pt x="4980" y="36"/>
                      <a:pt x="49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5653769" y="4825940"/>
                <a:ext cx="142381" cy="12952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3727" extrusionOk="0">
                    <a:moveTo>
                      <a:pt x="680" y="0"/>
                    </a:moveTo>
                    <a:cubicBezTo>
                      <a:pt x="560" y="262"/>
                      <a:pt x="447" y="496"/>
                      <a:pt x="326" y="764"/>
                    </a:cubicBezTo>
                    <a:cubicBezTo>
                      <a:pt x="298" y="885"/>
                      <a:pt x="241" y="1026"/>
                      <a:pt x="178" y="1146"/>
                    </a:cubicBezTo>
                    <a:cubicBezTo>
                      <a:pt x="149" y="1238"/>
                      <a:pt x="1" y="1415"/>
                      <a:pt x="65" y="1500"/>
                    </a:cubicBezTo>
                    <a:cubicBezTo>
                      <a:pt x="121" y="1529"/>
                      <a:pt x="326" y="1557"/>
                      <a:pt x="383" y="1557"/>
                    </a:cubicBezTo>
                    <a:cubicBezTo>
                      <a:pt x="503" y="1592"/>
                      <a:pt x="623" y="1649"/>
                      <a:pt x="737" y="1677"/>
                    </a:cubicBezTo>
                    <a:cubicBezTo>
                      <a:pt x="885" y="1797"/>
                      <a:pt x="1126" y="1854"/>
                      <a:pt x="1303" y="1974"/>
                    </a:cubicBezTo>
                    <a:cubicBezTo>
                      <a:pt x="1508" y="2087"/>
                      <a:pt x="1713" y="2300"/>
                      <a:pt x="1918" y="2441"/>
                    </a:cubicBezTo>
                    <a:cubicBezTo>
                      <a:pt x="2328" y="2795"/>
                      <a:pt x="2746" y="3149"/>
                      <a:pt x="3184" y="3502"/>
                    </a:cubicBezTo>
                    <a:cubicBezTo>
                      <a:pt x="3310" y="3604"/>
                      <a:pt x="3457" y="3727"/>
                      <a:pt x="3624" y="3727"/>
                    </a:cubicBezTo>
                    <a:cubicBezTo>
                      <a:pt x="3654" y="3727"/>
                      <a:pt x="3684" y="3723"/>
                      <a:pt x="3715" y="3714"/>
                    </a:cubicBezTo>
                    <a:cubicBezTo>
                      <a:pt x="3920" y="3651"/>
                      <a:pt x="4012" y="3389"/>
                      <a:pt x="4040" y="3184"/>
                    </a:cubicBezTo>
                    <a:cubicBezTo>
                      <a:pt x="4097" y="2561"/>
                      <a:pt x="3863" y="2151"/>
                      <a:pt x="3453" y="1705"/>
                    </a:cubicBezTo>
                    <a:cubicBezTo>
                      <a:pt x="3128" y="1380"/>
                      <a:pt x="2717" y="1062"/>
                      <a:pt x="2477" y="616"/>
                    </a:cubicBezTo>
                    <a:cubicBezTo>
                      <a:pt x="2364" y="382"/>
                      <a:pt x="2215" y="142"/>
                      <a:pt x="1918" y="142"/>
                    </a:cubicBezTo>
                    <a:cubicBezTo>
                      <a:pt x="1769" y="142"/>
                      <a:pt x="1621" y="177"/>
                      <a:pt x="1444" y="206"/>
                    </a:cubicBezTo>
                    <a:cubicBezTo>
                      <a:pt x="1415" y="208"/>
                      <a:pt x="1386" y="210"/>
                      <a:pt x="1358" y="210"/>
                    </a:cubicBezTo>
                    <a:cubicBezTo>
                      <a:pt x="1106" y="210"/>
                      <a:pt x="890" y="102"/>
                      <a:pt x="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5612969" y="4475980"/>
                <a:ext cx="242677" cy="254284"/>
              </a:xfrm>
              <a:custGeom>
                <a:avLst/>
                <a:gdLst/>
                <a:ahLst/>
                <a:cxnLst/>
                <a:rect l="l" t="t" r="r" b="b"/>
                <a:pathLst>
                  <a:path w="6983" h="7317" extrusionOk="0">
                    <a:moveTo>
                      <a:pt x="5454" y="0"/>
                    </a:moveTo>
                    <a:cubicBezTo>
                      <a:pt x="4901" y="0"/>
                      <a:pt x="4358" y="478"/>
                      <a:pt x="4245" y="1136"/>
                    </a:cubicBezTo>
                    <a:cubicBezTo>
                      <a:pt x="4125" y="1758"/>
                      <a:pt x="4097" y="2345"/>
                      <a:pt x="4125" y="2961"/>
                    </a:cubicBezTo>
                    <a:cubicBezTo>
                      <a:pt x="4153" y="3286"/>
                      <a:pt x="4153" y="3583"/>
                      <a:pt x="4181" y="3909"/>
                    </a:cubicBezTo>
                    <a:cubicBezTo>
                      <a:pt x="4181" y="4086"/>
                      <a:pt x="4210" y="4234"/>
                      <a:pt x="4210" y="4411"/>
                    </a:cubicBezTo>
                    <a:cubicBezTo>
                      <a:pt x="4210" y="4496"/>
                      <a:pt x="4273" y="4616"/>
                      <a:pt x="4245" y="4729"/>
                    </a:cubicBezTo>
                    <a:cubicBezTo>
                      <a:pt x="4245" y="4850"/>
                      <a:pt x="4245" y="4821"/>
                      <a:pt x="4153" y="4878"/>
                    </a:cubicBezTo>
                    <a:cubicBezTo>
                      <a:pt x="4033" y="4906"/>
                      <a:pt x="3920" y="4942"/>
                      <a:pt x="3799" y="4970"/>
                    </a:cubicBezTo>
                    <a:cubicBezTo>
                      <a:pt x="3361" y="5083"/>
                      <a:pt x="2915" y="5203"/>
                      <a:pt x="2441" y="5352"/>
                    </a:cubicBezTo>
                    <a:cubicBezTo>
                      <a:pt x="2236" y="5408"/>
                      <a:pt x="2003" y="5472"/>
                      <a:pt x="1797" y="5500"/>
                    </a:cubicBezTo>
                    <a:cubicBezTo>
                      <a:pt x="1500" y="5557"/>
                      <a:pt x="1203" y="5677"/>
                      <a:pt x="913" y="5734"/>
                    </a:cubicBezTo>
                    <a:cubicBezTo>
                      <a:pt x="616" y="5790"/>
                      <a:pt x="319" y="6003"/>
                      <a:pt x="142" y="6236"/>
                    </a:cubicBezTo>
                    <a:cubicBezTo>
                      <a:pt x="29" y="6441"/>
                      <a:pt x="1" y="6710"/>
                      <a:pt x="57" y="6915"/>
                    </a:cubicBezTo>
                    <a:cubicBezTo>
                      <a:pt x="114" y="7064"/>
                      <a:pt x="177" y="7120"/>
                      <a:pt x="234" y="7149"/>
                    </a:cubicBezTo>
                    <a:cubicBezTo>
                      <a:pt x="319" y="7205"/>
                      <a:pt x="439" y="7205"/>
                      <a:pt x="588" y="7205"/>
                    </a:cubicBezTo>
                    <a:cubicBezTo>
                      <a:pt x="1134" y="7258"/>
                      <a:pt x="1816" y="7317"/>
                      <a:pt x="2525" y="7317"/>
                    </a:cubicBezTo>
                    <a:cubicBezTo>
                      <a:pt x="4186" y="7317"/>
                      <a:pt x="6001" y="6996"/>
                      <a:pt x="6601" y="5529"/>
                    </a:cubicBezTo>
                    <a:cubicBezTo>
                      <a:pt x="6926" y="4701"/>
                      <a:pt x="6983" y="3817"/>
                      <a:pt x="6955" y="2904"/>
                    </a:cubicBezTo>
                    <a:cubicBezTo>
                      <a:pt x="6926" y="2112"/>
                      <a:pt x="6806" y="1192"/>
                      <a:pt x="6332" y="520"/>
                    </a:cubicBezTo>
                    <a:cubicBezTo>
                      <a:pt x="6088" y="155"/>
                      <a:pt x="5770" y="0"/>
                      <a:pt x="5454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5585202" y="4217489"/>
                <a:ext cx="138419" cy="124900"/>
              </a:xfrm>
              <a:custGeom>
                <a:avLst/>
                <a:gdLst/>
                <a:ahLst/>
                <a:cxnLst/>
                <a:rect l="l" t="t" r="r" b="b"/>
                <a:pathLst>
                  <a:path w="3983" h="3594" extrusionOk="0">
                    <a:moveTo>
                      <a:pt x="1872" y="0"/>
                    </a:moveTo>
                    <a:cubicBezTo>
                      <a:pt x="1778" y="0"/>
                      <a:pt x="1684" y="9"/>
                      <a:pt x="1592" y="28"/>
                    </a:cubicBezTo>
                    <a:cubicBezTo>
                      <a:pt x="1535" y="56"/>
                      <a:pt x="1507" y="56"/>
                      <a:pt x="1443" y="56"/>
                    </a:cubicBezTo>
                    <a:cubicBezTo>
                      <a:pt x="856" y="233"/>
                      <a:pt x="382" y="735"/>
                      <a:pt x="149" y="1322"/>
                    </a:cubicBezTo>
                    <a:cubicBezTo>
                      <a:pt x="0" y="1676"/>
                      <a:pt x="587" y="1648"/>
                      <a:pt x="800" y="1676"/>
                    </a:cubicBezTo>
                    <a:cubicBezTo>
                      <a:pt x="941" y="1676"/>
                      <a:pt x="1061" y="1704"/>
                      <a:pt x="1182" y="1704"/>
                    </a:cubicBezTo>
                    <a:cubicBezTo>
                      <a:pt x="1472" y="1733"/>
                      <a:pt x="1769" y="1733"/>
                      <a:pt x="2038" y="1733"/>
                    </a:cubicBezTo>
                    <a:cubicBezTo>
                      <a:pt x="2476" y="1733"/>
                      <a:pt x="2179" y="2086"/>
                      <a:pt x="2420" y="2263"/>
                    </a:cubicBezTo>
                    <a:cubicBezTo>
                      <a:pt x="2596" y="2383"/>
                      <a:pt x="2710" y="2504"/>
                      <a:pt x="2802" y="2681"/>
                    </a:cubicBezTo>
                    <a:cubicBezTo>
                      <a:pt x="2858" y="2886"/>
                      <a:pt x="2886" y="3091"/>
                      <a:pt x="3007" y="3268"/>
                    </a:cubicBezTo>
                    <a:cubicBezTo>
                      <a:pt x="3035" y="3296"/>
                      <a:pt x="3063" y="3324"/>
                      <a:pt x="3099" y="3388"/>
                    </a:cubicBezTo>
                    <a:cubicBezTo>
                      <a:pt x="3184" y="3445"/>
                      <a:pt x="3240" y="3537"/>
                      <a:pt x="3304" y="3593"/>
                    </a:cubicBezTo>
                    <a:cubicBezTo>
                      <a:pt x="3332" y="3565"/>
                      <a:pt x="3360" y="3537"/>
                      <a:pt x="3360" y="3473"/>
                    </a:cubicBezTo>
                    <a:cubicBezTo>
                      <a:pt x="3658" y="2681"/>
                      <a:pt x="3983" y="1796"/>
                      <a:pt x="3537" y="997"/>
                    </a:cubicBezTo>
                    <a:cubicBezTo>
                      <a:pt x="3228" y="434"/>
                      <a:pt x="2534" y="0"/>
                      <a:pt x="1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5453176" y="4677893"/>
                <a:ext cx="229401" cy="152007"/>
              </a:xfrm>
              <a:custGeom>
                <a:avLst/>
                <a:gdLst/>
                <a:ahLst/>
                <a:cxnLst/>
                <a:rect l="l" t="t" r="r" b="b"/>
                <a:pathLst>
                  <a:path w="6601" h="4374" extrusionOk="0">
                    <a:moveTo>
                      <a:pt x="21" y="0"/>
                    </a:moveTo>
                    <a:cubicBezTo>
                      <a:pt x="13" y="0"/>
                      <a:pt x="0" y="16"/>
                      <a:pt x="0" y="16"/>
                    </a:cubicBezTo>
                    <a:cubicBezTo>
                      <a:pt x="0" y="44"/>
                      <a:pt x="0" y="44"/>
                      <a:pt x="28" y="44"/>
                    </a:cubicBezTo>
                    <a:cubicBezTo>
                      <a:pt x="793" y="398"/>
                      <a:pt x="1500" y="957"/>
                      <a:pt x="2179" y="1459"/>
                    </a:cubicBezTo>
                    <a:cubicBezTo>
                      <a:pt x="2533" y="1749"/>
                      <a:pt x="2887" y="2018"/>
                      <a:pt x="3269" y="2280"/>
                    </a:cubicBezTo>
                    <a:cubicBezTo>
                      <a:pt x="4301" y="2959"/>
                      <a:pt x="5419" y="3461"/>
                      <a:pt x="6544" y="3963"/>
                    </a:cubicBezTo>
                    <a:cubicBezTo>
                      <a:pt x="6509" y="4020"/>
                      <a:pt x="6480" y="4084"/>
                      <a:pt x="6480" y="4140"/>
                    </a:cubicBezTo>
                    <a:cubicBezTo>
                      <a:pt x="6452" y="4197"/>
                      <a:pt x="6424" y="4260"/>
                      <a:pt x="6395" y="4317"/>
                    </a:cubicBezTo>
                    <a:cubicBezTo>
                      <a:pt x="6395" y="4345"/>
                      <a:pt x="6395" y="4345"/>
                      <a:pt x="6424" y="4345"/>
                    </a:cubicBezTo>
                    <a:lnTo>
                      <a:pt x="6424" y="4374"/>
                    </a:lnTo>
                    <a:lnTo>
                      <a:pt x="6452" y="4345"/>
                    </a:lnTo>
                    <a:cubicBezTo>
                      <a:pt x="6480" y="4289"/>
                      <a:pt x="6509" y="4197"/>
                      <a:pt x="6509" y="4140"/>
                    </a:cubicBezTo>
                    <a:cubicBezTo>
                      <a:pt x="6544" y="4084"/>
                      <a:pt x="6572" y="4020"/>
                      <a:pt x="6601" y="3963"/>
                    </a:cubicBezTo>
                    <a:lnTo>
                      <a:pt x="6601" y="3935"/>
                    </a:lnTo>
                    <a:lnTo>
                      <a:pt x="6572" y="3935"/>
                    </a:lnTo>
                    <a:cubicBezTo>
                      <a:pt x="5483" y="3433"/>
                      <a:pt x="4330" y="2902"/>
                      <a:pt x="3297" y="2223"/>
                    </a:cubicBezTo>
                    <a:cubicBezTo>
                      <a:pt x="2915" y="1990"/>
                      <a:pt x="2561" y="1692"/>
                      <a:pt x="2207" y="1431"/>
                    </a:cubicBezTo>
                    <a:cubicBezTo>
                      <a:pt x="1528" y="900"/>
                      <a:pt x="821" y="370"/>
                      <a:pt x="28" y="16"/>
                    </a:cubicBezTo>
                    <a:cubicBezTo>
                      <a:pt x="28" y="4"/>
                      <a:pt x="25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5610745" y="4321400"/>
                <a:ext cx="22659" cy="1285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70" extrusionOk="0">
                    <a:moveTo>
                      <a:pt x="616" y="0"/>
                    </a:moveTo>
                    <a:cubicBezTo>
                      <a:pt x="608" y="0"/>
                      <a:pt x="595" y="16"/>
                      <a:pt x="595" y="16"/>
                    </a:cubicBezTo>
                    <a:cubicBezTo>
                      <a:pt x="560" y="129"/>
                      <a:pt x="475" y="221"/>
                      <a:pt x="383" y="278"/>
                    </a:cubicBezTo>
                    <a:cubicBezTo>
                      <a:pt x="303" y="298"/>
                      <a:pt x="219" y="318"/>
                      <a:pt x="147" y="318"/>
                    </a:cubicBezTo>
                    <a:cubicBezTo>
                      <a:pt x="117" y="318"/>
                      <a:pt x="89" y="314"/>
                      <a:pt x="65" y="306"/>
                    </a:cubicBezTo>
                    <a:cubicBezTo>
                      <a:pt x="53" y="297"/>
                      <a:pt x="42" y="293"/>
                      <a:pt x="32" y="293"/>
                    </a:cubicBezTo>
                    <a:cubicBezTo>
                      <a:pt x="13" y="293"/>
                      <a:pt x="1" y="306"/>
                      <a:pt x="1" y="306"/>
                    </a:cubicBezTo>
                    <a:cubicBezTo>
                      <a:pt x="1" y="334"/>
                      <a:pt x="1" y="334"/>
                      <a:pt x="29" y="334"/>
                    </a:cubicBezTo>
                    <a:cubicBezTo>
                      <a:pt x="65" y="370"/>
                      <a:pt x="121" y="370"/>
                      <a:pt x="178" y="370"/>
                    </a:cubicBezTo>
                    <a:cubicBezTo>
                      <a:pt x="270" y="370"/>
                      <a:pt x="326" y="370"/>
                      <a:pt x="418" y="306"/>
                    </a:cubicBezTo>
                    <a:cubicBezTo>
                      <a:pt x="531" y="249"/>
                      <a:pt x="623" y="157"/>
                      <a:pt x="652" y="44"/>
                    </a:cubicBezTo>
                    <a:cubicBezTo>
                      <a:pt x="652" y="16"/>
                      <a:pt x="652" y="16"/>
                      <a:pt x="623" y="16"/>
                    </a:cubicBezTo>
                    <a:cubicBezTo>
                      <a:pt x="623" y="4"/>
                      <a:pt x="620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5664091" y="4287203"/>
                <a:ext cx="35378" cy="33223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56" extrusionOk="0">
                    <a:moveTo>
                      <a:pt x="477" y="0"/>
                    </a:moveTo>
                    <a:cubicBezTo>
                      <a:pt x="274" y="0"/>
                      <a:pt x="67" y="136"/>
                      <a:pt x="1" y="377"/>
                    </a:cubicBezTo>
                    <a:lnTo>
                      <a:pt x="298" y="936"/>
                    </a:lnTo>
                    <a:cubicBezTo>
                      <a:pt x="346" y="949"/>
                      <a:pt x="392" y="955"/>
                      <a:pt x="436" y="955"/>
                    </a:cubicBezTo>
                    <a:cubicBezTo>
                      <a:pt x="796" y="955"/>
                      <a:pt x="1018" y="551"/>
                      <a:pt x="885" y="293"/>
                    </a:cubicBezTo>
                    <a:cubicBezTo>
                      <a:pt x="806" y="92"/>
                      <a:pt x="643" y="0"/>
                      <a:pt x="477" y="0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5669269" y="4294501"/>
                <a:ext cx="14283" cy="10009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88" extrusionOk="0">
                    <a:moveTo>
                      <a:pt x="271" y="0"/>
                    </a:moveTo>
                    <a:cubicBezTo>
                      <a:pt x="219" y="0"/>
                      <a:pt x="168" y="14"/>
                      <a:pt x="114" y="47"/>
                    </a:cubicBezTo>
                    <a:cubicBezTo>
                      <a:pt x="29" y="111"/>
                      <a:pt x="1" y="196"/>
                      <a:pt x="1" y="259"/>
                    </a:cubicBezTo>
                    <a:cubicBezTo>
                      <a:pt x="1" y="288"/>
                      <a:pt x="1" y="288"/>
                      <a:pt x="29" y="288"/>
                    </a:cubicBezTo>
                    <a:cubicBezTo>
                      <a:pt x="29" y="288"/>
                      <a:pt x="57" y="288"/>
                      <a:pt x="57" y="259"/>
                    </a:cubicBezTo>
                    <a:cubicBezTo>
                      <a:pt x="57" y="196"/>
                      <a:pt x="85" y="139"/>
                      <a:pt x="149" y="111"/>
                    </a:cubicBezTo>
                    <a:cubicBezTo>
                      <a:pt x="182" y="74"/>
                      <a:pt x="223" y="59"/>
                      <a:pt x="270" y="59"/>
                    </a:cubicBezTo>
                    <a:cubicBezTo>
                      <a:pt x="305" y="59"/>
                      <a:pt x="343" y="67"/>
                      <a:pt x="383" y="83"/>
                    </a:cubicBezTo>
                    <a:lnTo>
                      <a:pt x="411" y="47"/>
                    </a:lnTo>
                    <a:cubicBezTo>
                      <a:pt x="411" y="19"/>
                      <a:pt x="411" y="19"/>
                      <a:pt x="383" y="19"/>
                    </a:cubicBezTo>
                    <a:cubicBezTo>
                      <a:pt x="344" y="7"/>
                      <a:pt x="308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5746976" y="4431357"/>
                <a:ext cx="106725" cy="137446"/>
              </a:xfrm>
              <a:custGeom>
                <a:avLst/>
                <a:gdLst/>
                <a:ahLst/>
                <a:cxnLst/>
                <a:rect l="l" t="t" r="r" b="b"/>
                <a:pathLst>
                  <a:path w="3071" h="3955" extrusionOk="0">
                    <a:moveTo>
                      <a:pt x="1655" y="0"/>
                    </a:moveTo>
                    <a:lnTo>
                      <a:pt x="0" y="1507"/>
                    </a:lnTo>
                    <a:cubicBezTo>
                      <a:pt x="120" y="2009"/>
                      <a:pt x="149" y="3099"/>
                      <a:pt x="149" y="3955"/>
                    </a:cubicBezTo>
                    <a:cubicBezTo>
                      <a:pt x="474" y="3926"/>
                      <a:pt x="799" y="3863"/>
                      <a:pt x="1097" y="3806"/>
                    </a:cubicBezTo>
                    <a:cubicBezTo>
                      <a:pt x="1769" y="3686"/>
                      <a:pt x="2419" y="3481"/>
                      <a:pt x="3070" y="3219"/>
                    </a:cubicBezTo>
                    <a:cubicBezTo>
                      <a:pt x="2865" y="2009"/>
                      <a:pt x="2540" y="856"/>
                      <a:pt x="165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5509476" y="4735722"/>
                <a:ext cx="248828" cy="12302"/>
              </a:xfrm>
              <a:custGeom>
                <a:avLst/>
                <a:gdLst/>
                <a:ahLst/>
                <a:cxnLst/>
                <a:rect l="l" t="t" r="r" b="b"/>
                <a:pathLst>
                  <a:path w="7160" h="354" extrusionOk="0">
                    <a:moveTo>
                      <a:pt x="177" y="0"/>
                    </a:moveTo>
                    <a:cubicBezTo>
                      <a:pt x="85" y="0"/>
                      <a:pt x="0" y="57"/>
                      <a:pt x="0" y="177"/>
                    </a:cubicBezTo>
                    <a:cubicBezTo>
                      <a:pt x="0" y="262"/>
                      <a:pt x="85" y="354"/>
                      <a:pt x="177" y="354"/>
                    </a:cubicBezTo>
                    <a:lnTo>
                      <a:pt x="6983" y="354"/>
                    </a:lnTo>
                    <a:cubicBezTo>
                      <a:pt x="7075" y="354"/>
                      <a:pt x="7159" y="262"/>
                      <a:pt x="7159" y="177"/>
                    </a:cubicBezTo>
                    <a:cubicBezTo>
                      <a:pt x="7159" y="57"/>
                      <a:pt x="7075" y="0"/>
                      <a:pt x="69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5465444" y="4626042"/>
                <a:ext cx="252060" cy="112668"/>
              </a:xfrm>
              <a:custGeom>
                <a:avLst/>
                <a:gdLst/>
                <a:ahLst/>
                <a:cxnLst/>
                <a:rect l="l" t="t" r="r" b="b"/>
                <a:pathLst>
                  <a:path w="7253" h="3242" extrusionOk="0">
                    <a:moveTo>
                      <a:pt x="178" y="1"/>
                    </a:moveTo>
                    <a:cubicBezTo>
                      <a:pt x="86" y="1"/>
                      <a:pt x="1" y="93"/>
                      <a:pt x="57" y="206"/>
                    </a:cubicBezTo>
                    <a:lnTo>
                      <a:pt x="1296" y="3241"/>
                    </a:lnTo>
                    <a:lnTo>
                      <a:pt x="7252" y="3241"/>
                    </a:lnTo>
                    <a:lnTo>
                      <a:pt x="5950" y="93"/>
                    </a:lnTo>
                    <a:cubicBezTo>
                      <a:pt x="5922" y="29"/>
                      <a:pt x="5894" y="1"/>
                      <a:pt x="58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5567721" y="4671047"/>
                <a:ext cx="29783" cy="22659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52" extrusionOk="0">
                    <a:moveTo>
                      <a:pt x="326" y="64"/>
                    </a:moveTo>
                    <a:cubicBezTo>
                      <a:pt x="503" y="64"/>
                      <a:pt x="708" y="177"/>
                      <a:pt x="772" y="326"/>
                    </a:cubicBezTo>
                    <a:cubicBezTo>
                      <a:pt x="800" y="418"/>
                      <a:pt x="800" y="475"/>
                      <a:pt x="772" y="503"/>
                    </a:cubicBezTo>
                    <a:cubicBezTo>
                      <a:pt x="708" y="567"/>
                      <a:pt x="652" y="595"/>
                      <a:pt x="560" y="595"/>
                    </a:cubicBezTo>
                    <a:cubicBezTo>
                      <a:pt x="355" y="595"/>
                      <a:pt x="149" y="475"/>
                      <a:pt x="93" y="326"/>
                    </a:cubicBezTo>
                    <a:cubicBezTo>
                      <a:pt x="64" y="269"/>
                      <a:pt x="93" y="213"/>
                      <a:pt x="121" y="149"/>
                    </a:cubicBezTo>
                    <a:cubicBezTo>
                      <a:pt x="149" y="93"/>
                      <a:pt x="241" y="64"/>
                      <a:pt x="326" y="64"/>
                    </a:cubicBezTo>
                    <a:close/>
                    <a:moveTo>
                      <a:pt x="326" y="1"/>
                    </a:moveTo>
                    <a:cubicBezTo>
                      <a:pt x="206" y="1"/>
                      <a:pt x="121" y="36"/>
                      <a:pt x="64" y="121"/>
                    </a:cubicBezTo>
                    <a:cubicBezTo>
                      <a:pt x="29" y="177"/>
                      <a:pt x="1" y="269"/>
                      <a:pt x="29" y="326"/>
                    </a:cubicBezTo>
                    <a:cubicBezTo>
                      <a:pt x="121" y="503"/>
                      <a:pt x="326" y="651"/>
                      <a:pt x="560" y="651"/>
                    </a:cubicBezTo>
                    <a:cubicBezTo>
                      <a:pt x="652" y="651"/>
                      <a:pt x="772" y="623"/>
                      <a:pt x="800" y="531"/>
                    </a:cubicBezTo>
                    <a:cubicBezTo>
                      <a:pt x="857" y="475"/>
                      <a:pt x="857" y="418"/>
                      <a:pt x="829" y="326"/>
                    </a:cubicBezTo>
                    <a:cubicBezTo>
                      <a:pt x="772" y="149"/>
                      <a:pt x="531" y="1"/>
                      <a:pt x="3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5640493" y="4353650"/>
                <a:ext cx="18488" cy="17481"/>
              </a:xfrm>
              <a:custGeom>
                <a:avLst/>
                <a:gdLst/>
                <a:ahLst/>
                <a:cxnLst/>
                <a:rect l="l" t="t" r="r" b="b"/>
                <a:pathLst>
                  <a:path w="532" h="503" extrusionOk="0">
                    <a:moveTo>
                      <a:pt x="531" y="1"/>
                    </a:moveTo>
                    <a:cubicBezTo>
                      <a:pt x="383" y="85"/>
                      <a:pt x="178" y="149"/>
                      <a:pt x="1" y="149"/>
                    </a:cubicBezTo>
                    <a:lnTo>
                      <a:pt x="1" y="503"/>
                    </a:lnTo>
                    <a:cubicBezTo>
                      <a:pt x="234" y="411"/>
                      <a:pt x="447" y="234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5257971" y="4238828"/>
                <a:ext cx="103041" cy="82224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2366" extrusionOk="0">
                    <a:moveTo>
                      <a:pt x="1160" y="1"/>
                    </a:moveTo>
                    <a:cubicBezTo>
                      <a:pt x="1132" y="1"/>
                      <a:pt x="1047" y="29"/>
                      <a:pt x="1104" y="57"/>
                    </a:cubicBezTo>
                    <a:cubicBezTo>
                      <a:pt x="1132" y="93"/>
                      <a:pt x="1160" y="121"/>
                      <a:pt x="1224" y="149"/>
                    </a:cubicBezTo>
                    <a:cubicBezTo>
                      <a:pt x="1252" y="149"/>
                      <a:pt x="1281" y="178"/>
                      <a:pt x="1309" y="206"/>
                    </a:cubicBezTo>
                    <a:cubicBezTo>
                      <a:pt x="1401" y="298"/>
                      <a:pt x="1486" y="355"/>
                      <a:pt x="1549" y="447"/>
                    </a:cubicBezTo>
                    <a:cubicBezTo>
                      <a:pt x="1634" y="560"/>
                      <a:pt x="1663" y="708"/>
                      <a:pt x="1726" y="829"/>
                    </a:cubicBezTo>
                    <a:cubicBezTo>
                      <a:pt x="1755" y="1034"/>
                      <a:pt x="1726" y="1295"/>
                      <a:pt x="1457" y="1295"/>
                    </a:cubicBezTo>
                    <a:cubicBezTo>
                      <a:pt x="1443" y="1298"/>
                      <a:pt x="1429" y="1299"/>
                      <a:pt x="1415" y="1299"/>
                    </a:cubicBezTo>
                    <a:cubicBezTo>
                      <a:pt x="1192" y="1299"/>
                      <a:pt x="944" y="1051"/>
                      <a:pt x="778" y="885"/>
                    </a:cubicBezTo>
                    <a:cubicBezTo>
                      <a:pt x="665" y="765"/>
                      <a:pt x="517" y="588"/>
                      <a:pt x="340" y="503"/>
                    </a:cubicBezTo>
                    <a:cubicBezTo>
                      <a:pt x="317" y="496"/>
                      <a:pt x="294" y="492"/>
                      <a:pt x="272" y="492"/>
                    </a:cubicBezTo>
                    <a:cubicBezTo>
                      <a:pt x="122" y="492"/>
                      <a:pt x="1" y="646"/>
                      <a:pt x="99" y="800"/>
                    </a:cubicBezTo>
                    <a:cubicBezTo>
                      <a:pt x="163" y="857"/>
                      <a:pt x="219" y="913"/>
                      <a:pt x="276" y="1005"/>
                    </a:cubicBezTo>
                    <a:cubicBezTo>
                      <a:pt x="311" y="1034"/>
                      <a:pt x="340" y="1119"/>
                      <a:pt x="368" y="1182"/>
                    </a:cubicBezTo>
                    <a:cubicBezTo>
                      <a:pt x="488" y="1416"/>
                      <a:pt x="630" y="1649"/>
                      <a:pt x="807" y="1861"/>
                    </a:cubicBezTo>
                    <a:cubicBezTo>
                      <a:pt x="1132" y="2215"/>
                      <a:pt x="1514" y="2272"/>
                      <a:pt x="1960" y="2357"/>
                    </a:cubicBezTo>
                    <a:cubicBezTo>
                      <a:pt x="2011" y="2363"/>
                      <a:pt x="2061" y="2366"/>
                      <a:pt x="2110" y="2366"/>
                    </a:cubicBezTo>
                    <a:cubicBezTo>
                      <a:pt x="2345" y="2366"/>
                      <a:pt x="2554" y="2293"/>
                      <a:pt x="2724" y="2123"/>
                    </a:cubicBezTo>
                    <a:cubicBezTo>
                      <a:pt x="2752" y="2123"/>
                      <a:pt x="2752" y="2095"/>
                      <a:pt x="2787" y="2095"/>
                    </a:cubicBezTo>
                    <a:cubicBezTo>
                      <a:pt x="2844" y="2038"/>
                      <a:pt x="2901" y="1975"/>
                      <a:pt x="2929" y="1890"/>
                    </a:cubicBezTo>
                    <a:cubicBezTo>
                      <a:pt x="2964" y="1798"/>
                      <a:pt x="2964" y="1685"/>
                      <a:pt x="2964" y="1593"/>
                    </a:cubicBezTo>
                    <a:cubicBezTo>
                      <a:pt x="2964" y="1387"/>
                      <a:pt x="2929" y="1182"/>
                      <a:pt x="2872" y="1005"/>
                    </a:cubicBezTo>
                    <a:cubicBezTo>
                      <a:pt x="2844" y="913"/>
                      <a:pt x="2787" y="829"/>
                      <a:pt x="2724" y="737"/>
                    </a:cubicBezTo>
                    <a:cubicBezTo>
                      <a:pt x="2695" y="652"/>
                      <a:pt x="2639" y="560"/>
                      <a:pt x="2547" y="503"/>
                    </a:cubicBezTo>
                    <a:cubicBezTo>
                      <a:pt x="2462" y="411"/>
                      <a:pt x="2370" y="355"/>
                      <a:pt x="2257" y="270"/>
                    </a:cubicBezTo>
                    <a:cubicBezTo>
                      <a:pt x="2193" y="234"/>
                      <a:pt x="2165" y="206"/>
                      <a:pt x="2108" y="178"/>
                    </a:cubicBezTo>
                    <a:cubicBezTo>
                      <a:pt x="2045" y="149"/>
                      <a:pt x="1988" y="121"/>
                      <a:pt x="1931" y="93"/>
                    </a:cubicBezTo>
                    <a:cubicBezTo>
                      <a:pt x="1811" y="57"/>
                      <a:pt x="1663" y="29"/>
                      <a:pt x="1514" y="29"/>
                    </a:cubicBezTo>
                    <a:cubicBezTo>
                      <a:pt x="1401" y="1"/>
                      <a:pt x="1281" y="1"/>
                      <a:pt x="1160" y="1"/>
                    </a:cubicBezTo>
                    <a:close/>
                  </a:path>
                </a:pathLst>
              </a:custGeom>
              <a:solidFill>
                <a:srgbClr val="A348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244174" y="4208662"/>
                <a:ext cx="8167" cy="23076"/>
              </a:xfrm>
              <a:custGeom>
                <a:avLst/>
                <a:gdLst/>
                <a:ahLst/>
                <a:cxnLst/>
                <a:rect l="l" t="t" r="r" b="b"/>
                <a:pathLst>
                  <a:path w="235" h="664" extrusionOk="0">
                    <a:moveTo>
                      <a:pt x="152" y="0"/>
                    </a:moveTo>
                    <a:cubicBezTo>
                      <a:pt x="146" y="0"/>
                      <a:pt x="142" y="3"/>
                      <a:pt x="142" y="13"/>
                    </a:cubicBezTo>
                    <a:cubicBezTo>
                      <a:pt x="114" y="13"/>
                      <a:pt x="114" y="13"/>
                      <a:pt x="114" y="41"/>
                    </a:cubicBezTo>
                    <a:cubicBezTo>
                      <a:pt x="178" y="218"/>
                      <a:pt x="114" y="459"/>
                      <a:pt x="1" y="635"/>
                    </a:cubicBezTo>
                    <a:lnTo>
                      <a:pt x="1" y="664"/>
                    </a:lnTo>
                    <a:lnTo>
                      <a:pt x="58" y="664"/>
                    </a:lnTo>
                    <a:cubicBezTo>
                      <a:pt x="178" y="487"/>
                      <a:pt x="234" y="253"/>
                      <a:pt x="178" y="13"/>
                    </a:cubicBezTo>
                    <a:cubicBezTo>
                      <a:pt x="178" y="13"/>
                      <a:pt x="16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5234860" y="4234657"/>
                <a:ext cx="7159" cy="5213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50" extrusionOk="0">
                    <a:moveTo>
                      <a:pt x="149" y="1"/>
                    </a:moveTo>
                    <a:cubicBezTo>
                      <a:pt x="120" y="64"/>
                      <a:pt x="92" y="64"/>
                      <a:pt x="28" y="93"/>
                    </a:cubicBezTo>
                    <a:lnTo>
                      <a:pt x="0" y="121"/>
                    </a:lnTo>
                    <a:lnTo>
                      <a:pt x="28" y="149"/>
                    </a:lnTo>
                    <a:lnTo>
                      <a:pt x="57" y="149"/>
                    </a:lnTo>
                    <a:cubicBezTo>
                      <a:pt x="120" y="121"/>
                      <a:pt x="149" y="93"/>
                      <a:pt x="177" y="64"/>
                    </a:cubicBezTo>
                    <a:cubicBezTo>
                      <a:pt x="205" y="36"/>
                      <a:pt x="205" y="36"/>
                      <a:pt x="1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5389475" y="4458152"/>
                <a:ext cx="8410" cy="8132"/>
              </a:xfrm>
              <a:custGeom>
                <a:avLst/>
                <a:gdLst/>
                <a:ahLst/>
                <a:cxnLst/>
                <a:rect l="l" t="t" r="r" b="b"/>
                <a:pathLst>
                  <a:path w="242" h="234" extrusionOk="0">
                    <a:moveTo>
                      <a:pt x="1" y="0"/>
                    </a:moveTo>
                    <a:cubicBezTo>
                      <a:pt x="1" y="57"/>
                      <a:pt x="1" y="113"/>
                      <a:pt x="65" y="177"/>
                    </a:cubicBezTo>
                    <a:cubicBezTo>
                      <a:pt x="93" y="205"/>
                      <a:pt x="149" y="234"/>
                      <a:pt x="178" y="234"/>
                    </a:cubicBezTo>
                    <a:lnTo>
                      <a:pt x="206" y="234"/>
                    </a:lnTo>
                    <a:cubicBezTo>
                      <a:pt x="206" y="234"/>
                      <a:pt x="241" y="234"/>
                      <a:pt x="241" y="205"/>
                    </a:cubicBezTo>
                    <a:cubicBezTo>
                      <a:pt x="241" y="177"/>
                      <a:pt x="206" y="177"/>
                      <a:pt x="206" y="177"/>
                    </a:cubicBezTo>
                    <a:cubicBezTo>
                      <a:pt x="149" y="177"/>
                      <a:pt x="121" y="177"/>
                      <a:pt x="93" y="149"/>
                    </a:cubicBezTo>
                    <a:cubicBezTo>
                      <a:pt x="65" y="85"/>
                      <a:pt x="65" y="57"/>
                      <a:pt x="65" y="28"/>
                    </a:cubicBezTo>
                    <a:cubicBezTo>
                      <a:pt x="65" y="0"/>
                      <a:pt x="65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690676" y="4886583"/>
                <a:ext cx="37880" cy="34544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994" extrusionOk="0">
                    <a:moveTo>
                      <a:pt x="513" y="0"/>
                    </a:moveTo>
                    <a:cubicBezTo>
                      <a:pt x="485" y="0"/>
                      <a:pt x="454" y="9"/>
                      <a:pt x="417" y="24"/>
                    </a:cubicBezTo>
                    <a:cubicBezTo>
                      <a:pt x="241" y="81"/>
                      <a:pt x="92" y="229"/>
                      <a:pt x="0" y="406"/>
                    </a:cubicBezTo>
                    <a:cubicBezTo>
                      <a:pt x="0" y="434"/>
                      <a:pt x="0" y="491"/>
                      <a:pt x="28" y="491"/>
                    </a:cubicBezTo>
                    <a:cubicBezTo>
                      <a:pt x="64" y="491"/>
                      <a:pt x="92" y="491"/>
                      <a:pt x="120" y="463"/>
                    </a:cubicBezTo>
                    <a:cubicBezTo>
                      <a:pt x="177" y="314"/>
                      <a:pt x="297" y="201"/>
                      <a:pt x="474" y="137"/>
                    </a:cubicBezTo>
                    <a:cubicBezTo>
                      <a:pt x="488" y="123"/>
                      <a:pt x="502" y="116"/>
                      <a:pt x="513" y="116"/>
                    </a:cubicBezTo>
                    <a:cubicBezTo>
                      <a:pt x="524" y="116"/>
                      <a:pt x="531" y="123"/>
                      <a:pt x="531" y="137"/>
                    </a:cubicBezTo>
                    <a:cubicBezTo>
                      <a:pt x="531" y="137"/>
                      <a:pt x="531" y="166"/>
                      <a:pt x="474" y="229"/>
                    </a:cubicBezTo>
                    <a:cubicBezTo>
                      <a:pt x="417" y="342"/>
                      <a:pt x="354" y="463"/>
                      <a:pt x="325" y="583"/>
                    </a:cubicBezTo>
                    <a:cubicBezTo>
                      <a:pt x="325" y="611"/>
                      <a:pt x="297" y="696"/>
                      <a:pt x="354" y="760"/>
                    </a:cubicBezTo>
                    <a:cubicBezTo>
                      <a:pt x="391" y="793"/>
                      <a:pt x="436" y="807"/>
                      <a:pt x="478" y="807"/>
                    </a:cubicBezTo>
                    <a:cubicBezTo>
                      <a:pt x="507" y="807"/>
                      <a:pt x="535" y="800"/>
                      <a:pt x="559" y="788"/>
                    </a:cubicBezTo>
                    <a:cubicBezTo>
                      <a:pt x="594" y="760"/>
                      <a:pt x="623" y="731"/>
                      <a:pt x="651" y="696"/>
                    </a:cubicBezTo>
                    <a:lnTo>
                      <a:pt x="679" y="668"/>
                    </a:lnTo>
                    <a:cubicBezTo>
                      <a:pt x="735" y="583"/>
                      <a:pt x="855" y="520"/>
                      <a:pt x="946" y="491"/>
                    </a:cubicBezTo>
                    <a:lnTo>
                      <a:pt x="946" y="491"/>
                    </a:lnTo>
                    <a:cubicBezTo>
                      <a:pt x="944" y="507"/>
                      <a:pt x="935" y="519"/>
                      <a:pt x="913" y="519"/>
                    </a:cubicBezTo>
                    <a:cubicBezTo>
                      <a:pt x="828" y="640"/>
                      <a:pt x="799" y="788"/>
                      <a:pt x="799" y="937"/>
                    </a:cubicBezTo>
                    <a:cubicBezTo>
                      <a:pt x="799" y="965"/>
                      <a:pt x="828" y="993"/>
                      <a:pt x="856" y="993"/>
                    </a:cubicBezTo>
                    <a:cubicBezTo>
                      <a:pt x="913" y="993"/>
                      <a:pt x="913" y="965"/>
                      <a:pt x="913" y="937"/>
                    </a:cubicBezTo>
                    <a:cubicBezTo>
                      <a:pt x="913" y="816"/>
                      <a:pt x="948" y="696"/>
                      <a:pt x="1005" y="611"/>
                    </a:cubicBezTo>
                    <a:cubicBezTo>
                      <a:pt x="1033" y="583"/>
                      <a:pt x="1089" y="491"/>
                      <a:pt x="1061" y="434"/>
                    </a:cubicBezTo>
                    <a:cubicBezTo>
                      <a:pt x="1061" y="406"/>
                      <a:pt x="1033" y="378"/>
                      <a:pt x="1005" y="342"/>
                    </a:cubicBezTo>
                    <a:cubicBezTo>
                      <a:pt x="948" y="342"/>
                      <a:pt x="913" y="378"/>
                      <a:pt x="884" y="378"/>
                    </a:cubicBezTo>
                    <a:cubicBezTo>
                      <a:pt x="771" y="434"/>
                      <a:pt x="679" y="491"/>
                      <a:pt x="594" y="611"/>
                    </a:cubicBezTo>
                    <a:lnTo>
                      <a:pt x="559" y="611"/>
                    </a:lnTo>
                    <a:cubicBezTo>
                      <a:pt x="559" y="640"/>
                      <a:pt x="531" y="668"/>
                      <a:pt x="502" y="668"/>
                    </a:cubicBezTo>
                    <a:cubicBezTo>
                      <a:pt x="474" y="696"/>
                      <a:pt x="446" y="696"/>
                      <a:pt x="446" y="696"/>
                    </a:cubicBezTo>
                    <a:cubicBezTo>
                      <a:pt x="446" y="668"/>
                      <a:pt x="417" y="668"/>
                      <a:pt x="446" y="611"/>
                    </a:cubicBezTo>
                    <a:cubicBezTo>
                      <a:pt x="474" y="491"/>
                      <a:pt x="502" y="378"/>
                      <a:pt x="594" y="286"/>
                    </a:cubicBezTo>
                    <a:cubicBezTo>
                      <a:pt x="651" y="201"/>
                      <a:pt x="679" y="109"/>
                      <a:pt x="623" y="52"/>
                    </a:cubicBezTo>
                    <a:cubicBezTo>
                      <a:pt x="586" y="16"/>
                      <a:pt x="552" y="0"/>
                      <a:pt x="5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5530849" y="4869311"/>
                <a:ext cx="39131" cy="31416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904" extrusionOk="0">
                    <a:moveTo>
                      <a:pt x="818" y="0"/>
                    </a:moveTo>
                    <a:cubicBezTo>
                      <a:pt x="783" y="0"/>
                      <a:pt x="746" y="7"/>
                      <a:pt x="708" y="19"/>
                    </a:cubicBezTo>
                    <a:cubicBezTo>
                      <a:pt x="652" y="47"/>
                      <a:pt x="595" y="104"/>
                      <a:pt x="595" y="167"/>
                    </a:cubicBezTo>
                    <a:cubicBezTo>
                      <a:pt x="595" y="196"/>
                      <a:pt x="623" y="224"/>
                      <a:pt x="623" y="252"/>
                    </a:cubicBezTo>
                    <a:lnTo>
                      <a:pt x="623" y="309"/>
                    </a:lnTo>
                    <a:cubicBezTo>
                      <a:pt x="652" y="344"/>
                      <a:pt x="623" y="401"/>
                      <a:pt x="595" y="429"/>
                    </a:cubicBezTo>
                    <a:cubicBezTo>
                      <a:pt x="560" y="429"/>
                      <a:pt x="531" y="429"/>
                      <a:pt x="503" y="401"/>
                    </a:cubicBezTo>
                    <a:cubicBezTo>
                      <a:pt x="475" y="401"/>
                      <a:pt x="475" y="372"/>
                      <a:pt x="475" y="309"/>
                    </a:cubicBezTo>
                    <a:cubicBezTo>
                      <a:pt x="475" y="281"/>
                      <a:pt x="475" y="224"/>
                      <a:pt x="418" y="167"/>
                    </a:cubicBezTo>
                    <a:cubicBezTo>
                      <a:pt x="383" y="132"/>
                      <a:pt x="326" y="104"/>
                      <a:pt x="270" y="104"/>
                    </a:cubicBezTo>
                    <a:cubicBezTo>
                      <a:pt x="206" y="132"/>
                      <a:pt x="121" y="167"/>
                      <a:pt x="93" y="252"/>
                    </a:cubicBezTo>
                    <a:cubicBezTo>
                      <a:pt x="64" y="344"/>
                      <a:pt x="64" y="429"/>
                      <a:pt x="64" y="521"/>
                    </a:cubicBezTo>
                    <a:lnTo>
                      <a:pt x="93" y="578"/>
                    </a:lnTo>
                    <a:cubicBezTo>
                      <a:pt x="93" y="663"/>
                      <a:pt x="64" y="754"/>
                      <a:pt x="29" y="783"/>
                    </a:cubicBezTo>
                    <a:cubicBezTo>
                      <a:pt x="1" y="811"/>
                      <a:pt x="1" y="839"/>
                      <a:pt x="29" y="875"/>
                    </a:cubicBezTo>
                    <a:cubicBezTo>
                      <a:pt x="29" y="903"/>
                      <a:pt x="64" y="903"/>
                      <a:pt x="64" y="903"/>
                    </a:cubicBezTo>
                    <a:cubicBezTo>
                      <a:pt x="93" y="903"/>
                      <a:pt x="93" y="903"/>
                      <a:pt x="121" y="875"/>
                    </a:cubicBezTo>
                    <a:cubicBezTo>
                      <a:pt x="178" y="811"/>
                      <a:pt x="206" y="698"/>
                      <a:pt x="206" y="549"/>
                    </a:cubicBezTo>
                    <a:lnTo>
                      <a:pt x="178" y="521"/>
                    </a:lnTo>
                    <a:cubicBezTo>
                      <a:pt x="178" y="429"/>
                      <a:pt x="178" y="372"/>
                      <a:pt x="206" y="281"/>
                    </a:cubicBezTo>
                    <a:cubicBezTo>
                      <a:pt x="206" y="252"/>
                      <a:pt x="241" y="224"/>
                      <a:pt x="298" y="224"/>
                    </a:cubicBezTo>
                    <a:cubicBezTo>
                      <a:pt x="326" y="224"/>
                      <a:pt x="326" y="224"/>
                      <a:pt x="326" y="252"/>
                    </a:cubicBezTo>
                    <a:cubicBezTo>
                      <a:pt x="354" y="252"/>
                      <a:pt x="354" y="281"/>
                      <a:pt x="354" y="344"/>
                    </a:cubicBezTo>
                    <a:cubicBezTo>
                      <a:pt x="354" y="372"/>
                      <a:pt x="383" y="429"/>
                      <a:pt x="418" y="486"/>
                    </a:cubicBezTo>
                    <a:cubicBezTo>
                      <a:pt x="453" y="526"/>
                      <a:pt x="514" y="552"/>
                      <a:pt x="575" y="552"/>
                    </a:cubicBezTo>
                    <a:cubicBezTo>
                      <a:pt x="611" y="552"/>
                      <a:pt x="648" y="542"/>
                      <a:pt x="680" y="521"/>
                    </a:cubicBezTo>
                    <a:cubicBezTo>
                      <a:pt x="736" y="457"/>
                      <a:pt x="772" y="372"/>
                      <a:pt x="736" y="281"/>
                    </a:cubicBezTo>
                    <a:lnTo>
                      <a:pt x="736" y="224"/>
                    </a:lnTo>
                    <a:cubicBezTo>
                      <a:pt x="708" y="196"/>
                      <a:pt x="708" y="196"/>
                      <a:pt x="708" y="167"/>
                    </a:cubicBezTo>
                    <a:cubicBezTo>
                      <a:pt x="708" y="132"/>
                      <a:pt x="736" y="132"/>
                      <a:pt x="772" y="104"/>
                    </a:cubicBezTo>
                    <a:cubicBezTo>
                      <a:pt x="800" y="104"/>
                      <a:pt x="857" y="104"/>
                      <a:pt x="885" y="132"/>
                    </a:cubicBezTo>
                    <a:cubicBezTo>
                      <a:pt x="949" y="196"/>
                      <a:pt x="977" y="281"/>
                      <a:pt x="977" y="401"/>
                    </a:cubicBezTo>
                    <a:cubicBezTo>
                      <a:pt x="997" y="421"/>
                      <a:pt x="1017" y="441"/>
                      <a:pt x="1037" y="441"/>
                    </a:cubicBezTo>
                    <a:cubicBezTo>
                      <a:pt x="1045" y="441"/>
                      <a:pt x="1054" y="437"/>
                      <a:pt x="1062" y="429"/>
                    </a:cubicBezTo>
                    <a:cubicBezTo>
                      <a:pt x="1090" y="429"/>
                      <a:pt x="1125" y="401"/>
                      <a:pt x="1090" y="372"/>
                    </a:cubicBezTo>
                    <a:cubicBezTo>
                      <a:pt x="1090" y="281"/>
                      <a:pt x="1062" y="132"/>
                      <a:pt x="949" y="47"/>
                    </a:cubicBezTo>
                    <a:cubicBezTo>
                      <a:pt x="911" y="14"/>
                      <a:pt x="867" y="0"/>
                      <a:pt x="8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5816794" y="4543192"/>
                <a:ext cx="36907" cy="18488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532" extrusionOk="0">
                    <a:moveTo>
                      <a:pt x="998" y="1"/>
                    </a:moveTo>
                    <a:cubicBezTo>
                      <a:pt x="969" y="29"/>
                      <a:pt x="913" y="58"/>
                      <a:pt x="884" y="86"/>
                    </a:cubicBezTo>
                    <a:cubicBezTo>
                      <a:pt x="821" y="114"/>
                      <a:pt x="764" y="142"/>
                      <a:pt x="708" y="142"/>
                    </a:cubicBezTo>
                    <a:cubicBezTo>
                      <a:pt x="531" y="206"/>
                      <a:pt x="354" y="263"/>
                      <a:pt x="205" y="291"/>
                    </a:cubicBezTo>
                    <a:cubicBezTo>
                      <a:pt x="113" y="319"/>
                      <a:pt x="57" y="355"/>
                      <a:pt x="0" y="383"/>
                    </a:cubicBezTo>
                    <a:cubicBezTo>
                      <a:pt x="79" y="363"/>
                      <a:pt x="176" y="340"/>
                      <a:pt x="259" y="340"/>
                    </a:cubicBezTo>
                    <a:cubicBezTo>
                      <a:pt x="294" y="340"/>
                      <a:pt x="326" y="344"/>
                      <a:pt x="354" y="355"/>
                    </a:cubicBezTo>
                    <a:cubicBezTo>
                      <a:pt x="410" y="383"/>
                      <a:pt x="439" y="383"/>
                      <a:pt x="467" y="411"/>
                    </a:cubicBezTo>
                    <a:cubicBezTo>
                      <a:pt x="531" y="411"/>
                      <a:pt x="559" y="411"/>
                      <a:pt x="587" y="383"/>
                    </a:cubicBezTo>
                    <a:cubicBezTo>
                      <a:pt x="616" y="383"/>
                      <a:pt x="616" y="355"/>
                      <a:pt x="644" y="355"/>
                    </a:cubicBezTo>
                    <a:cubicBezTo>
                      <a:pt x="656" y="343"/>
                      <a:pt x="667" y="339"/>
                      <a:pt x="678" y="339"/>
                    </a:cubicBezTo>
                    <a:cubicBezTo>
                      <a:pt x="701" y="339"/>
                      <a:pt x="726" y="355"/>
                      <a:pt x="764" y="355"/>
                    </a:cubicBezTo>
                    <a:lnTo>
                      <a:pt x="856" y="440"/>
                    </a:lnTo>
                    <a:cubicBezTo>
                      <a:pt x="884" y="496"/>
                      <a:pt x="913" y="496"/>
                      <a:pt x="941" y="532"/>
                    </a:cubicBezTo>
                    <a:cubicBezTo>
                      <a:pt x="1033" y="532"/>
                      <a:pt x="1061" y="411"/>
                      <a:pt x="1061" y="411"/>
                    </a:cubicBezTo>
                    <a:cubicBezTo>
                      <a:pt x="1061" y="383"/>
                      <a:pt x="1033" y="142"/>
                      <a:pt x="1033" y="114"/>
                    </a:cubicBezTo>
                    <a:cubicBezTo>
                      <a:pt x="998" y="58"/>
                      <a:pt x="998" y="58"/>
                      <a:pt x="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5920287" y="4713619"/>
                <a:ext cx="32737" cy="50183"/>
              </a:xfrm>
              <a:custGeom>
                <a:avLst/>
                <a:gdLst/>
                <a:ahLst/>
                <a:cxnLst/>
                <a:rect l="l" t="t" r="r" b="b"/>
                <a:pathLst>
                  <a:path w="942" h="1444" extrusionOk="0">
                    <a:moveTo>
                      <a:pt x="620" y="1"/>
                    </a:moveTo>
                    <a:cubicBezTo>
                      <a:pt x="529" y="1"/>
                      <a:pt x="436" y="52"/>
                      <a:pt x="382" y="162"/>
                    </a:cubicBezTo>
                    <a:cubicBezTo>
                      <a:pt x="319" y="282"/>
                      <a:pt x="354" y="431"/>
                      <a:pt x="291" y="580"/>
                    </a:cubicBezTo>
                    <a:cubicBezTo>
                      <a:pt x="234" y="664"/>
                      <a:pt x="142" y="721"/>
                      <a:pt x="85" y="813"/>
                    </a:cubicBezTo>
                    <a:cubicBezTo>
                      <a:pt x="0" y="962"/>
                      <a:pt x="0" y="1138"/>
                      <a:pt x="85" y="1287"/>
                    </a:cubicBezTo>
                    <a:cubicBezTo>
                      <a:pt x="148" y="1383"/>
                      <a:pt x="249" y="1443"/>
                      <a:pt x="352" y="1443"/>
                    </a:cubicBezTo>
                    <a:cubicBezTo>
                      <a:pt x="401" y="1443"/>
                      <a:pt x="450" y="1430"/>
                      <a:pt x="496" y="1400"/>
                    </a:cubicBezTo>
                    <a:cubicBezTo>
                      <a:pt x="616" y="1344"/>
                      <a:pt x="708" y="1223"/>
                      <a:pt x="736" y="1110"/>
                    </a:cubicBezTo>
                    <a:cubicBezTo>
                      <a:pt x="821" y="841"/>
                      <a:pt x="941" y="459"/>
                      <a:pt x="849" y="190"/>
                    </a:cubicBezTo>
                    <a:cubicBezTo>
                      <a:pt x="819" y="67"/>
                      <a:pt x="722" y="1"/>
                      <a:pt x="6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5339327" y="4680847"/>
                <a:ext cx="28810" cy="50461"/>
              </a:xfrm>
              <a:custGeom>
                <a:avLst/>
                <a:gdLst/>
                <a:ahLst/>
                <a:cxnLst/>
                <a:rect l="l" t="t" r="r" b="b"/>
                <a:pathLst>
                  <a:path w="829" h="1452" extrusionOk="0">
                    <a:moveTo>
                      <a:pt x="325" y="1"/>
                    </a:moveTo>
                    <a:cubicBezTo>
                      <a:pt x="294" y="1"/>
                      <a:pt x="263" y="5"/>
                      <a:pt x="234" y="16"/>
                    </a:cubicBezTo>
                    <a:cubicBezTo>
                      <a:pt x="206" y="16"/>
                      <a:pt x="149" y="72"/>
                      <a:pt x="121" y="108"/>
                    </a:cubicBezTo>
                    <a:cubicBezTo>
                      <a:pt x="93" y="164"/>
                      <a:pt x="57" y="221"/>
                      <a:pt x="57" y="285"/>
                    </a:cubicBezTo>
                    <a:cubicBezTo>
                      <a:pt x="1" y="546"/>
                      <a:pt x="93" y="751"/>
                      <a:pt x="121" y="1020"/>
                    </a:cubicBezTo>
                    <a:cubicBezTo>
                      <a:pt x="149" y="1169"/>
                      <a:pt x="178" y="1310"/>
                      <a:pt x="326" y="1402"/>
                    </a:cubicBezTo>
                    <a:cubicBezTo>
                      <a:pt x="374" y="1436"/>
                      <a:pt x="424" y="1452"/>
                      <a:pt x="476" y="1452"/>
                    </a:cubicBezTo>
                    <a:cubicBezTo>
                      <a:pt x="555" y="1452"/>
                      <a:pt x="635" y="1414"/>
                      <a:pt x="708" y="1346"/>
                    </a:cubicBezTo>
                    <a:cubicBezTo>
                      <a:pt x="800" y="1225"/>
                      <a:pt x="828" y="1077"/>
                      <a:pt x="765" y="928"/>
                    </a:cubicBezTo>
                    <a:cubicBezTo>
                      <a:pt x="736" y="843"/>
                      <a:pt x="680" y="751"/>
                      <a:pt x="680" y="667"/>
                    </a:cubicBezTo>
                    <a:cubicBezTo>
                      <a:pt x="680" y="603"/>
                      <a:pt x="736" y="518"/>
                      <a:pt x="736" y="461"/>
                    </a:cubicBezTo>
                    <a:cubicBezTo>
                      <a:pt x="792" y="250"/>
                      <a:pt x="548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5823918" y="4660969"/>
                <a:ext cx="15256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737" extrusionOk="0">
                    <a:moveTo>
                      <a:pt x="411" y="1"/>
                    </a:moveTo>
                    <a:lnTo>
                      <a:pt x="382" y="29"/>
                    </a:lnTo>
                    <a:cubicBezTo>
                      <a:pt x="297" y="291"/>
                      <a:pt x="177" y="503"/>
                      <a:pt x="0" y="680"/>
                    </a:cubicBezTo>
                    <a:lnTo>
                      <a:pt x="0" y="736"/>
                    </a:lnTo>
                    <a:lnTo>
                      <a:pt x="29" y="736"/>
                    </a:lnTo>
                    <a:cubicBezTo>
                      <a:pt x="234" y="531"/>
                      <a:pt x="354" y="291"/>
                      <a:pt x="439" y="57"/>
                    </a:cubicBezTo>
                    <a:cubicBezTo>
                      <a:pt x="439" y="29"/>
                      <a:pt x="439" y="29"/>
                      <a:pt x="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5811616" y="4689501"/>
                <a:ext cx="9140" cy="7402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3" extrusionOk="0">
                    <a:moveTo>
                      <a:pt x="206" y="0"/>
                    </a:moveTo>
                    <a:lnTo>
                      <a:pt x="29" y="149"/>
                    </a:lnTo>
                    <a:cubicBezTo>
                      <a:pt x="1" y="149"/>
                      <a:pt x="1" y="177"/>
                      <a:pt x="29" y="177"/>
                    </a:cubicBezTo>
                    <a:lnTo>
                      <a:pt x="29" y="212"/>
                    </a:lnTo>
                    <a:lnTo>
                      <a:pt x="57" y="212"/>
                    </a:lnTo>
                    <a:lnTo>
                      <a:pt x="262" y="3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5817767" y="4679422"/>
                <a:ext cx="6186" cy="6151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77" extrusionOk="0">
                    <a:moveTo>
                      <a:pt x="121" y="0"/>
                    </a:moveTo>
                    <a:lnTo>
                      <a:pt x="0" y="113"/>
                    </a:lnTo>
                    <a:lnTo>
                      <a:pt x="0" y="149"/>
                    </a:lnTo>
                    <a:cubicBezTo>
                      <a:pt x="0" y="177"/>
                      <a:pt x="29" y="177"/>
                      <a:pt x="29" y="177"/>
                    </a:cubicBezTo>
                    <a:lnTo>
                      <a:pt x="29" y="149"/>
                    </a:lnTo>
                    <a:lnTo>
                      <a:pt x="149" y="57"/>
                    </a:lnTo>
                    <a:cubicBezTo>
                      <a:pt x="177" y="28"/>
                      <a:pt x="177" y="28"/>
                      <a:pt x="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5822945" y="4538604"/>
                <a:ext cx="20434" cy="8584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47" extrusionOk="0">
                    <a:moveTo>
                      <a:pt x="566" y="0"/>
                    </a:moveTo>
                    <a:cubicBezTo>
                      <a:pt x="562" y="0"/>
                      <a:pt x="559" y="3"/>
                      <a:pt x="559" y="13"/>
                    </a:cubicBezTo>
                    <a:lnTo>
                      <a:pt x="28" y="190"/>
                    </a:lnTo>
                    <a:cubicBezTo>
                      <a:pt x="0" y="190"/>
                      <a:pt x="0" y="218"/>
                      <a:pt x="0" y="246"/>
                    </a:cubicBezTo>
                    <a:lnTo>
                      <a:pt x="57" y="246"/>
                    </a:lnTo>
                    <a:lnTo>
                      <a:pt x="559" y="69"/>
                    </a:lnTo>
                    <a:cubicBezTo>
                      <a:pt x="587" y="41"/>
                      <a:pt x="587" y="41"/>
                      <a:pt x="587" y="13"/>
                    </a:cubicBezTo>
                    <a:cubicBezTo>
                      <a:pt x="587" y="13"/>
                      <a:pt x="575" y="0"/>
                      <a:pt x="5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5824891" y="4475598"/>
                <a:ext cx="10356" cy="2460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708" extrusionOk="0">
                    <a:moveTo>
                      <a:pt x="29" y="0"/>
                    </a:moveTo>
                    <a:cubicBezTo>
                      <a:pt x="29" y="0"/>
                      <a:pt x="1" y="29"/>
                      <a:pt x="29" y="29"/>
                    </a:cubicBezTo>
                    <a:cubicBezTo>
                      <a:pt x="121" y="234"/>
                      <a:pt x="177" y="467"/>
                      <a:pt x="234" y="673"/>
                    </a:cubicBezTo>
                    <a:cubicBezTo>
                      <a:pt x="234" y="708"/>
                      <a:pt x="269" y="708"/>
                      <a:pt x="269" y="708"/>
                    </a:cubicBezTo>
                    <a:cubicBezTo>
                      <a:pt x="298" y="708"/>
                      <a:pt x="298" y="673"/>
                      <a:pt x="298" y="673"/>
                    </a:cubicBezTo>
                    <a:cubicBezTo>
                      <a:pt x="234" y="439"/>
                      <a:pt x="177" y="234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5834240" y="4502149"/>
                <a:ext cx="3962" cy="91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63" extrusionOk="0">
                    <a:moveTo>
                      <a:pt x="29" y="1"/>
                    </a:moveTo>
                    <a:cubicBezTo>
                      <a:pt x="29" y="29"/>
                      <a:pt x="0" y="29"/>
                      <a:pt x="0" y="57"/>
                    </a:cubicBezTo>
                    <a:lnTo>
                      <a:pt x="57" y="262"/>
                    </a:lnTo>
                    <a:lnTo>
                      <a:pt x="85" y="262"/>
                    </a:lnTo>
                    <a:cubicBezTo>
                      <a:pt x="114" y="262"/>
                      <a:pt x="114" y="262"/>
                      <a:pt x="114" y="234"/>
                    </a:cubicBezTo>
                    <a:lnTo>
                      <a:pt x="57" y="29"/>
                    </a:lnTo>
                    <a:cubicBezTo>
                      <a:pt x="57" y="29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5692866" y="4348507"/>
                <a:ext cx="2989" cy="22624"/>
              </a:xfrm>
              <a:custGeom>
                <a:avLst/>
                <a:gdLst/>
                <a:ahLst/>
                <a:cxnLst/>
                <a:rect l="l" t="t" r="r" b="b"/>
                <a:pathLst>
                  <a:path w="86" h="651" extrusionOk="0">
                    <a:moveTo>
                      <a:pt x="29" y="0"/>
                    </a:moveTo>
                    <a:cubicBezTo>
                      <a:pt x="1" y="0"/>
                      <a:pt x="1" y="0"/>
                      <a:pt x="1" y="28"/>
                    </a:cubicBezTo>
                    <a:cubicBezTo>
                      <a:pt x="1" y="233"/>
                      <a:pt x="1" y="439"/>
                      <a:pt x="29" y="651"/>
                    </a:cubicBezTo>
                    <a:lnTo>
                      <a:pt x="57" y="651"/>
                    </a:lnTo>
                    <a:cubicBezTo>
                      <a:pt x="86" y="651"/>
                      <a:pt x="86" y="651"/>
                      <a:pt x="86" y="615"/>
                    </a:cubicBezTo>
                    <a:cubicBezTo>
                      <a:pt x="57" y="410"/>
                      <a:pt x="57" y="205"/>
                      <a:pt x="57" y="28"/>
                    </a:cubicBezTo>
                    <a:cubicBezTo>
                      <a:pt x="57" y="0"/>
                      <a:pt x="29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736863" y="4501176"/>
                <a:ext cx="22415" cy="6860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1974" extrusionOk="0">
                    <a:moveTo>
                      <a:pt x="29" y="0"/>
                    </a:moveTo>
                    <a:cubicBezTo>
                      <a:pt x="1" y="0"/>
                      <a:pt x="1" y="29"/>
                      <a:pt x="1" y="57"/>
                    </a:cubicBezTo>
                    <a:lnTo>
                      <a:pt x="326" y="1882"/>
                    </a:lnTo>
                    <a:cubicBezTo>
                      <a:pt x="326" y="1917"/>
                      <a:pt x="326" y="1946"/>
                      <a:pt x="355" y="1974"/>
                    </a:cubicBezTo>
                    <a:lnTo>
                      <a:pt x="616" y="1974"/>
                    </a:lnTo>
                    <a:cubicBezTo>
                      <a:pt x="645" y="1974"/>
                      <a:pt x="645" y="1974"/>
                      <a:pt x="645" y="1946"/>
                    </a:cubicBezTo>
                    <a:cubicBezTo>
                      <a:pt x="645" y="1946"/>
                      <a:pt x="645" y="1917"/>
                      <a:pt x="616" y="1917"/>
                    </a:cubicBezTo>
                    <a:lnTo>
                      <a:pt x="383" y="1917"/>
                    </a:lnTo>
                    <a:lnTo>
                      <a:pt x="383" y="1882"/>
                    </a:lnTo>
                    <a:lnTo>
                      <a:pt x="58" y="29"/>
                    </a:lnTo>
                    <a:cubicBezTo>
                      <a:pt x="58" y="29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570919" y="4504130"/>
                <a:ext cx="16264" cy="10356"/>
              </a:xfrm>
              <a:custGeom>
                <a:avLst/>
                <a:gdLst/>
                <a:ahLst/>
                <a:cxnLst/>
                <a:rect l="l" t="t" r="r" b="b"/>
                <a:pathLst>
                  <a:path w="468" h="298" extrusionOk="0">
                    <a:moveTo>
                      <a:pt x="411" y="0"/>
                    </a:moveTo>
                    <a:cubicBezTo>
                      <a:pt x="291" y="92"/>
                      <a:pt x="149" y="177"/>
                      <a:pt x="1" y="269"/>
                    </a:cubicBezTo>
                    <a:lnTo>
                      <a:pt x="1" y="297"/>
                    </a:lnTo>
                    <a:lnTo>
                      <a:pt x="29" y="297"/>
                    </a:lnTo>
                    <a:cubicBezTo>
                      <a:pt x="178" y="241"/>
                      <a:pt x="326" y="149"/>
                      <a:pt x="468" y="64"/>
                    </a:cubicBezTo>
                    <a:lnTo>
                      <a:pt x="4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" name="Google Shape;1007;p41"/>
            <p:cNvGrpSpPr/>
            <p:nvPr/>
          </p:nvGrpSpPr>
          <p:grpSpPr>
            <a:xfrm>
              <a:off x="5240433" y="2333504"/>
              <a:ext cx="1470385" cy="1003512"/>
              <a:chOff x="4805595" y="2633670"/>
              <a:chExt cx="513367" cy="350376"/>
            </a:xfrm>
          </p:grpSpPr>
          <p:sp>
            <p:nvSpPr>
              <p:cNvPr id="1008" name="Google Shape;1008;p41"/>
              <p:cNvSpPr/>
              <p:nvPr/>
            </p:nvSpPr>
            <p:spPr>
              <a:xfrm>
                <a:off x="4811819" y="2641767"/>
                <a:ext cx="33953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18" extrusionOk="0">
                    <a:moveTo>
                      <a:pt x="884" y="1"/>
                    </a:moveTo>
                    <a:cubicBezTo>
                      <a:pt x="594" y="1"/>
                      <a:pt x="325" y="241"/>
                      <a:pt x="325" y="560"/>
                    </a:cubicBezTo>
                    <a:lnTo>
                      <a:pt x="325" y="913"/>
                    </a:lnTo>
                    <a:cubicBezTo>
                      <a:pt x="325" y="1034"/>
                      <a:pt x="297" y="1126"/>
                      <a:pt x="212" y="1210"/>
                    </a:cubicBezTo>
                    <a:lnTo>
                      <a:pt x="0" y="1416"/>
                    </a:lnTo>
                    <a:lnTo>
                      <a:pt x="149" y="1564"/>
                    </a:lnTo>
                    <a:cubicBezTo>
                      <a:pt x="241" y="1656"/>
                      <a:pt x="297" y="1741"/>
                      <a:pt x="297" y="1861"/>
                    </a:cubicBezTo>
                    <a:lnTo>
                      <a:pt x="297" y="2187"/>
                    </a:lnTo>
                    <a:cubicBezTo>
                      <a:pt x="297" y="2477"/>
                      <a:pt x="531" y="2717"/>
                      <a:pt x="856" y="2717"/>
                    </a:cubicBezTo>
                    <a:lnTo>
                      <a:pt x="920" y="2717"/>
                    </a:lnTo>
                    <a:cubicBezTo>
                      <a:pt x="948" y="2717"/>
                      <a:pt x="976" y="2717"/>
                      <a:pt x="976" y="2654"/>
                    </a:cubicBezTo>
                    <a:cubicBezTo>
                      <a:pt x="976" y="2625"/>
                      <a:pt x="948" y="2597"/>
                      <a:pt x="920" y="2597"/>
                    </a:cubicBezTo>
                    <a:lnTo>
                      <a:pt x="856" y="2597"/>
                    </a:lnTo>
                    <a:cubicBezTo>
                      <a:pt x="594" y="2597"/>
                      <a:pt x="417" y="2420"/>
                      <a:pt x="417" y="2187"/>
                    </a:cubicBezTo>
                    <a:lnTo>
                      <a:pt x="417" y="1861"/>
                    </a:lnTo>
                    <a:cubicBezTo>
                      <a:pt x="417" y="1713"/>
                      <a:pt x="354" y="1564"/>
                      <a:pt x="241" y="1479"/>
                    </a:cubicBezTo>
                    <a:lnTo>
                      <a:pt x="177" y="1416"/>
                    </a:lnTo>
                    <a:lnTo>
                      <a:pt x="297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60"/>
                    </a:lnTo>
                    <a:cubicBezTo>
                      <a:pt x="446" y="298"/>
                      <a:pt x="651" y="121"/>
                      <a:pt x="884" y="121"/>
                    </a:cubicBezTo>
                    <a:cubicBezTo>
                      <a:pt x="920" y="121"/>
                      <a:pt x="948" y="93"/>
                      <a:pt x="948" y="64"/>
                    </a:cubicBezTo>
                    <a:cubicBezTo>
                      <a:pt x="948" y="29"/>
                      <a:pt x="920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4901224" y="2641767"/>
                <a:ext cx="33710" cy="94457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18" extrusionOk="0">
                    <a:moveTo>
                      <a:pt x="86" y="1"/>
                    </a:moveTo>
                    <a:cubicBezTo>
                      <a:pt x="57" y="1"/>
                      <a:pt x="29" y="29"/>
                      <a:pt x="29" y="64"/>
                    </a:cubicBezTo>
                    <a:cubicBezTo>
                      <a:pt x="29" y="93"/>
                      <a:pt x="57" y="121"/>
                      <a:pt x="86" y="121"/>
                    </a:cubicBezTo>
                    <a:cubicBezTo>
                      <a:pt x="326" y="121"/>
                      <a:pt x="531" y="298"/>
                      <a:pt x="531" y="560"/>
                    </a:cubicBezTo>
                    <a:lnTo>
                      <a:pt x="531" y="913"/>
                    </a:lnTo>
                    <a:cubicBezTo>
                      <a:pt x="531" y="1062"/>
                      <a:pt x="588" y="1210"/>
                      <a:pt x="680" y="1302"/>
                    </a:cubicBezTo>
                    <a:lnTo>
                      <a:pt x="793" y="1416"/>
                    </a:lnTo>
                    <a:lnTo>
                      <a:pt x="736" y="1479"/>
                    </a:lnTo>
                    <a:cubicBezTo>
                      <a:pt x="616" y="1564"/>
                      <a:pt x="559" y="1713"/>
                      <a:pt x="559" y="1861"/>
                    </a:cubicBezTo>
                    <a:lnTo>
                      <a:pt x="559" y="2187"/>
                    </a:lnTo>
                    <a:cubicBezTo>
                      <a:pt x="559" y="2420"/>
                      <a:pt x="383" y="2597"/>
                      <a:pt x="121" y="2597"/>
                    </a:cubicBezTo>
                    <a:lnTo>
                      <a:pt x="57" y="2597"/>
                    </a:lnTo>
                    <a:cubicBezTo>
                      <a:pt x="1" y="2597"/>
                      <a:pt x="1" y="2625"/>
                      <a:pt x="1" y="2654"/>
                    </a:cubicBezTo>
                    <a:cubicBezTo>
                      <a:pt x="1" y="2717"/>
                      <a:pt x="1" y="2717"/>
                      <a:pt x="57" y="2717"/>
                    </a:cubicBezTo>
                    <a:lnTo>
                      <a:pt x="121" y="2717"/>
                    </a:lnTo>
                    <a:cubicBezTo>
                      <a:pt x="439" y="2717"/>
                      <a:pt x="680" y="2477"/>
                      <a:pt x="680" y="2187"/>
                    </a:cubicBezTo>
                    <a:lnTo>
                      <a:pt x="680" y="1861"/>
                    </a:lnTo>
                    <a:cubicBezTo>
                      <a:pt x="680" y="1741"/>
                      <a:pt x="736" y="1656"/>
                      <a:pt x="828" y="1564"/>
                    </a:cubicBezTo>
                    <a:lnTo>
                      <a:pt x="970" y="1416"/>
                    </a:lnTo>
                    <a:lnTo>
                      <a:pt x="765" y="1210"/>
                    </a:lnTo>
                    <a:cubicBezTo>
                      <a:pt x="680" y="1126"/>
                      <a:pt x="651" y="1034"/>
                      <a:pt x="651" y="913"/>
                    </a:cubicBezTo>
                    <a:lnTo>
                      <a:pt x="651" y="560"/>
                    </a:lnTo>
                    <a:cubicBezTo>
                      <a:pt x="651" y="241"/>
                      <a:pt x="383" y="1"/>
                      <a:pt x="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4840009" y="2703836"/>
                <a:ext cx="12337" cy="2304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63" extrusionOk="0">
                    <a:moveTo>
                      <a:pt x="267" y="0"/>
                    </a:moveTo>
                    <a:cubicBezTo>
                      <a:pt x="248" y="0"/>
                      <a:pt x="234" y="22"/>
                      <a:pt x="234" y="47"/>
                    </a:cubicBezTo>
                    <a:lnTo>
                      <a:pt x="1" y="606"/>
                    </a:lnTo>
                    <a:cubicBezTo>
                      <a:pt x="1" y="634"/>
                      <a:pt x="1" y="662"/>
                      <a:pt x="29" y="662"/>
                    </a:cubicBezTo>
                    <a:lnTo>
                      <a:pt x="57" y="662"/>
                    </a:lnTo>
                    <a:cubicBezTo>
                      <a:pt x="85" y="662"/>
                      <a:pt x="114" y="662"/>
                      <a:pt x="114" y="634"/>
                    </a:cubicBezTo>
                    <a:lnTo>
                      <a:pt x="326" y="75"/>
                    </a:lnTo>
                    <a:cubicBezTo>
                      <a:pt x="354" y="47"/>
                      <a:pt x="326" y="12"/>
                      <a:pt x="291" y="12"/>
                    </a:cubicBezTo>
                    <a:cubicBezTo>
                      <a:pt x="283" y="4"/>
                      <a:pt x="274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509543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4" y="1"/>
                    </a:moveTo>
                    <a:cubicBezTo>
                      <a:pt x="256" y="1"/>
                      <a:pt x="242" y="21"/>
                      <a:pt x="242" y="41"/>
                    </a:cubicBezTo>
                    <a:lnTo>
                      <a:pt x="1" y="571"/>
                    </a:lnTo>
                    <a:cubicBezTo>
                      <a:pt x="1" y="599"/>
                      <a:pt x="36" y="656"/>
                      <a:pt x="65" y="656"/>
                    </a:cubicBez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5" y="41"/>
                      <a:pt x="326" y="12"/>
                      <a:pt x="298" y="12"/>
                    </a:cubicBezTo>
                    <a:cubicBezTo>
                      <a:pt x="290" y="4"/>
                      <a:pt x="282" y="1"/>
                      <a:pt x="2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5173382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1" y="1"/>
                    </a:moveTo>
                    <a:cubicBezTo>
                      <a:pt x="249" y="1"/>
                      <a:pt x="226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57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5186658" y="2706025"/>
                <a:ext cx="12337" cy="2283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657" extrusionOk="0">
                    <a:moveTo>
                      <a:pt x="273" y="1"/>
                    </a:moveTo>
                    <a:cubicBezTo>
                      <a:pt x="252" y="1"/>
                      <a:pt x="231" y="21"/>
                      <a:pt x="206" y="41"/>
                    </a:cubicBezTo>
                    <a:lnTo>
                      <a:pt x="1" y="571"/>
                    </a:lnTo>
                    <a:cubicBezTo>
                      <a:pt x="1" y="599"/>
                      <a:pt x="1" y="656"/>
                      <a:pt x="29" y="656"/>
                    </a:cubicBezTo>
                    <a:lnTo>
                      <a:pt x="64" y="656"/>
                    </a:lnTo>
                    <a:cubicBezTo>
                      <a:pt x="93" y="656"/>
                      <a:pt x="121" y="656"/>
                      <a:pt x="121" y="628"/>
                    </a:cubicBezTo>
                    <a:lnTo>
                      <a:pt x="326" y="69"/>
                    </a:lnTo>
                    <a:cubicBezTo>
                      <a:pt x="354" y="41"/>
                      <a:pt x="326" y="12"/>
                      <a:pt x="298" y="12"/>
                    </a:cubicBezTo>
                    <a:cubicBezTo>
                      <a:pt x="289" y="4"/>
                      <a:pt x="281" y="1"/>
                      <a:pt x="2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4856959" y="2667345"/>
                <a:ext cx="51399" cy="46256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331" extrusionOk="0">
                    <a:moveTo>
                      <a:pt x="0" y="0"/>
                    </a:moveTo>
                    <a:lnTo>
                      <a:pt x="0" y="1330"/>
                    </a:lnTo>
                    <a:lnTo>
                      <a:pt x="1479" y="1330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963441" y="2633670"/>
                <a:ext cx="22624" cy="116803"/>
              </a:xfrm>
              <a:custGeom>
                <a:avLst/>
                <a:gdLst/>
                <a:ahLst/>
                <a:cxnLst/>
                <a:rect l="l" t="t" r="r" b="b"/>
                <a:pathLst>
                  <a:path w="651" h="3361" extrusionOk="0">
                    <a:moveTo>
                      <a:pt x="587" y="0"/>
                    </a:moveTo>
                    <a:cubicBezTo>
                      <a:pt x="559" y="0"/>
                      <a:pt x="531" y="0"/>
                      <a:pt x="531" y="29"/>
                    </a:cubicBezTo>
                    <a:cubicBezTo>
                      <a:pt x="0" y="1033"/>
                      <a:pt x="0" y="2299"/>
                      <a:pt x="502" y="3332"/>
                    </a:cubicBezTo>
                    <a:cubicBezTo>
                      <a:pt x="502" y="3361"/>
                      <a:pt x="531" y="3361"/>
                      <a:pt x="559" y="3361"/>
                    </a:cubicBezTo>
                    <a:lnTo>
                      <a:pt x="587" y="3361"/>
                    </a:lnTo>
                    <a:cubicBezTo>
                      <a:pt x="616" y="3332"/>
                      <a:pt x="616" y="3304"/>
                      <a:pt x="616" y="3269"/>
                    </a:cubicBezTo>
                    <a:cubicBezTo>
                      <a:pt x="120" y="2299"/>
                      <a:pt x="120" y="1061"/>
                      <a:pt x="616" y="85"/>
                    </a:cubicBezTo>
                    <a:cubicBezTo>
                      <a:pt x="651" y="57"/>
                      <a:pt x="616" y="29"/>
                      <a:pt x="5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989993" y="2675686"/>
                <a:ext cx="103528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2978" y="942"/>
                    </a:lnTo>
                    <a:lnTo>
                      <a:pt x="29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5122261" y="2675686"/>
                <a:ext cx="48202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387" y="9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5001287" y="2696121"/>
                <a:ext cx="7576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92"/>
                      <a:pt x="29" y="120"/>
                      <a:pt x="57" y="120"/>
                    </a:cubicBezTo>
                    <a:lnTo>
                      <a:pt x="2123" y="120"/>
                    </a:lnTo>
                    <a:cubicBezTo>
                      <a:pt x="2151" y="120"/>
                      <a:pt x="2179" y="92"/>
                      <a:pt x="2179" y="57"/>
                    </a:cubicBezTo>
                    <a:cubicBezTo>
                      <a:pt x="2179" y="28"/>
                      <a:pt x="2151" y="0"/>
                      <a:pt x="21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892858" y="2675686"/>
                <a:ext cx="4205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4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8"/>
                    </a:cubicBezTo>
                    <a:lnTo>
                      <a:pt x="0" y="885"/>
                    </a:lnTo>
                    <a:cubicBezTo>
                      <a:pt x="0" y="914"/>
                      <a:pt x="28" y="942"/>
                      <a:pt x="64" y="942"/>
                    </a:cubicBezTo>
                    <a:cubicBezTo>
                      <a:pt x="92" y="942"/>
                      <a:pt x="120" y="914"/>
                      <a:pt x="120" y="885"/>
                    </a:cubicBezTo>
                    <a:lnTo>
                      <a:pt x="120" y="58"/>
                    </a:lnTo>
                    <a:cubicBezTo>
                      <a:pt x="120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5180507" y="2670543"/>
                <a:ext cx="34961" cy="27559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793" extrusionOk="0">
                    <a:moveTo>
                      <a:pt x="121" y="0"/>
                    </a:moveTo>
                    <a:lnTo>
                      <a:pt x="1" y="651"/>
                    </a:lnTo>
                    <a:lnTo>
                      <a:pt x="913" y="793"/>
                    </a:lnTo>
                    <a:lnTo>
                      <a:pt x="1005" y="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4825021" y="2875340"/>
                <a:ext cx="33953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746" extrusionOk="0">
                    <a:moveTo>
                      <a:pt x="884" y="0"/>
                    </a:moveTo>
                    <a:cubicBezTo>
                      <a:pt x="594" y="0"/>
                      <a:pt x="326" y="241"/>
                      <a:pt x="326" y="559"/>
                    </a:cubicBezTo>
                    <a:lnTo>
                      <a:pt x="326" y="913"/>
                    </a:lnTo>
                    <a:cubicBezTo>
                      <a:pt x="326" y="1033"/>
                      <a:pt x="269" y="1125"/>
                      <a:pt x="212" y="1210"/>
                    </a:cubicBezTo>
                    <a:lnTo>
                      <a:pt x="0" y="1415"/>
                    </a:lnTo>
                    <a:lnTo>
                      <a:pt x="149" y="1564"/>
                    </a:lnTo>
                    <a:cubicBezTo>
                      <a:pt x="241" y="1656"/>
                      <a:pt x="269" y="1741"/>
                      <a:pt x="269" y="1861"/>
                    </a:cubicBezTo>
                    <a:lnTo>
                      <a:pt x="269" y="2186"/>
                    </a:lnTo>
                    <a:cubicBezTo>
                      <a:pt x="269" y="2476"/>
                      <a:pt x="531" y="2745"/>
                      <a:pt x="828" y="2745"/>
                    </a:cubicBezTo>
                    <a:lnTo>
                      <a:pt x="920" y="2745"/>
                    </a:lnTo>
                    <a:cubicBezTo>
                      <a:pt x="948" y="2745"/>
                      <a:pt x="976" y="2717"/>
                      <a:pt x="976" y="2682"/>
                    </a:cubicBezTo>
                    <a:cubicBezTo>
                      <a:pt x="976" y="2625"/>
                      <a:pt x="948" y="2625"/>
                      <a:pt x="920" y="2625"/>
                    </a:cubicBezTo>
                    <a:lnTo>
                      <a:pt x="828" y="2625"/>
                    </a:lnTo>
                    <a:cubicBezTo>
                      <a:pt x="594" y="2625"/>
                      <a:pt x="389" y="2420"/>
                      <a:pt x="389" y="2186"/>
                    </a:cubicBezTo>
                    <a:lnTo>
                      <a:pt x="389" y="1861"/>
                    </a:lnTo>
                    <a:cubicBezTo>
                      <a:pt x="389" y="1712"/>
                      <a:pt x="326" y="1592"/>
                      <a:pt x="241" y="1479"/>
                    </a:cubicBezTo>
                    <a:lnTo>
                      <a:pt x="177" y="1415"/>
                    </a:lnTo>
                    <a:lnTo>
                      <a:pt x="269" y="1302"/>
                    </a:lnTo>
                    <a:cubicBezTo>
                      <a:pt x="389" y="1210"/>
                      <a:pt x="446" y="1062"/>
                      <a:pt x="446" y="913"/>
                    </a:cubicBezTo>
                    <a:lnTo>
                      <a:pt x="446" y="559"/>
                    </a:lnTo>
                    <a:cubicBezTo>
                      <a:pt x="446" y="297"/>
                      <a:pt x="651" y="121"/>
                      <a:pt x="884" y="121"/>
                    </a:cubicBezTo>
                    <a:cubicBezTo>
                      <a:pt x="920" y="121"/>
                      <a:pt x="948" y="92"/>
                      <a:pt x="948" y="64"/>
                    </a:cubicBezTo>
                    <a:cubicBezTo>
                      <a:pt x="948" y="29"/>
                      <a:pt x="920" y="0"/>
                      <a:pt x="8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4974736" y="2875340"/>
                <a:ext cx="33710" cy="9543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2746" extrusionOk="0">
                    <a:moveTo>
                      <a:pt x="114" y="0"/>
                    </a:moveTo>
                    <a:cubicBezTo>
                      <a:pt x="57" y="0"/>
                      <a:pt x="57" y="29"/>
                      <a:pt x="57" y="64"/>
                    </a:cubicBezTo>
                    <a:cubicBezTo>
                      <a:pt x="57" y="92"/>
                      <a:pt x="57" y="121"/>
                      <a:pt x="114" y="121"/>
                    </a:cubicBezTo>
                    <a:cubicBezTo>
                      <a:pt x="354" y="121"/>
                      <a:pt x="559" y="297"/>
                      <a:pt x="559" y="559"/>
                    </a:cubicBezTo>
                    <a:lnTo>
                      <a:pt x="559" y="913"/>
                    </a:lnTo>
                    <a:cubicBezTo>
                      <a:pt x="559" y="1062"/>
                      <a:pt x="588" y="1210"/>
                      <a:pt x="708" y="1302"/>
                    </a:cubicBezTo>
                    <a:lnTo>
                      <a:pt x="821" y="1415"/>
                    </a:lnTo>
                    <a:lnTo>
                      <a:pt x="765" y="1479"/>
                    </a:lnTo>
                    <a:cubicBezTo>
                      <a:pt x="644" y="1564"/>
                      <a:pt x="588" y="1712"/>
                      <a:pt x="588" y="1861"/>
                    </a:cubicBezTo>
                    <a:lnTo>
                      <a:pt x="588" y="2186"/>
                    </a:lnTo>
                    <a:cubicBezTo>
                      <a:pt x="588" y="2420"/>
                      <a:pt x="382" y="2625"/>
                      <a:pt x="149" y="2625"/>
                    </a:cubicBezTo>
                    <a:lnTo>
                      <a:pt x="57" y="2625"/>
                    </a:lnTo>
                    <a:cubicBezTo>
                      <a:pt x="29" y="2625"/>
                      <a:pt x="0" y="2625"/>
                      <a:pt x="0" y="2682"/>
                    </a:cubicBezTo>
                    <a:cubicBezTo>
                      <a:pt x="0" y="2717"/>
                      <a:pt x="29" y="2745"/>
                      <a:pt x="57" y="2745"/>
                    </a:cubicBezTo>
                    <a:lnTo>
                      <a:pt x="149" y="2745"/>
                    </a:lnTo>
                    <a:cubicBezTo>
                      <a:pt x="467" y="2745"/>
                      <a:pt x="708" y="2476"/>
                      <a:pt x="708" y="2186"/>
                    </a:cubicBezTo>
                    <a:lnTo>
                      <a:pt x="708" y="1861"/>
                    </a:lnTo>
                    <a:cubicBezTo>
                      <a:pt x="708" y="1741"/>
                      <a:pt x="765" y="1656"/>
                      <a:pt x="821" y="1564"/>
                    </a:cubicBezTo>
                    <a:lnTo>
                      <a:pt x="970" y="1415"/>
                    </a:lnTo>
                    <a:lnTo>
                      <a:pt x="793" y="1210"/>
                    </a:lnTo>
                    <a:cubicBezTo>
                      <a:pt x="708" y="1125"/>
                      <a:pt x="680" y="1033"/>
                      <a:pt x="680" y="913"/>
                    </a:cubicBezTo>
                    <a:lnTo>
                      <a:pt x="680" y="559"/>
                    </a:lnTo>
                    <a:cubicBezTo>
                      <a:pt x="680" y="241"/>
                      <a:pt x="411" y="0"/>
                      <a:pt x="1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4858940" y="2899910"/>
                <a:ext cx="51156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360" extrusionOk="0">
                    <a:moveTo>
                      <a:pt x="0" y="1"/>
                    </a:moveTo>
                    <a:lnTo>
                      <a:pt x="0" y="1359"/>
                    </a:lnTo>
                    <a:lnTo>
                      <a:pt x="1472" y="1359"/>
                    </a:lnTo>
                    <a:lnTo>
                      <a:pt x="147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5042330" y="2867208"/>
                <a:ext cx="23666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81" h="3362" extrusionOk="0">
                    <a:moveTo>
                      <a:pt x="616" y="1"/>
                    </a:moveTo>
                    <a:cubicBezTo>
                      <a:pt x="588" y="1"/>
                      <a:pt x="560" y="1"/>
                      <a:pt x="560" y="29"/>
                    </a:cubicBezTo>
                    <a:cubicBezTo>
                      <a:pt x="29" y="1034"/>
                      <a:pt x="1" y="2300"/>
                      <a:pt x="532" y="3333"/>
                    </a:cubicBezTo>
                    <a:cubicBezTo>
                      <a:pt x="532" y="3361"/>
                      <a:pt x="560" y="3361"/>
                      <a:pt x="588" y="3361"/>
                    </a:cubicBezTo>
                    <a:lnTo>
                      <a:pt x="616" y="3361"/>
                    </a:lnTo>
                    <a:cubicBezTo>
                      <a:pt x="645" y="3333"/>
                      <a:pt x="645" y="3305"/>
                      <a:pt x="645" y="3269"/>
                    </a:cubicBezTo>
                    <a:cubicBezTo>
                      <a:pt x="149" y="2300"/>
                      <a:pt x="149" y="1062"/>
                      <a:pt x="645" y="86"/>
                    </a:cubicBezTo>
                    <a:cubicBezTo>
                      <a:pt x="680" y="58"/>
                      <a:pt x="645" y="29"/>
                      <a:pt x="6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296303" y="2867208"/>
                <a:ext cx="22659" cy="1168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3362" extrusionOk="0">
                    <a:moveTo>
                      <a:pt x="29" y="1"/>
                    </a:moveTo>
                    <a:cubicBezTo>
                      <a:pt x="1" y="29"/>
                      <a:pt x="1" y="58"/>
                      <a:pt x="1" y="86"/>
                    </a:cubicBezTo>
                    <a:cubicBezTo>
                      <a:pt x="531" y="1062"/>
                      <a:pt x="531" y="2300"/>
                      <a:pt x="29" y="3269"/>
                    </a:cubicBezTo>
                    <a:cubicBezTo>
                      <a:pt x="29" y="3305"/>
                      <a:pt x="29" y="3333"/>
                      <a:pt x="57" y="3361"/>
                    </a:cubicBezTo>
                    <a:lnTo>
                      <a:pt x="93" y="3361"/>
                    </a:lnTo>
                    <a:cubicBezTo>
                      <a:pt x="121" y="3361"/>
                      <a:pt x="121" y="3361"/>
                      <a:pt x="149" y="3333"/>
                    </a:cubicBezTo>
                    <a:cubicBezTo>
                      <a:pt x="652" y="2300"/>
                      <a:pt x="652" y="1034"/>
                      <a:pt x="121" y="29"/>
                    </a:cubicBezTo>
                    <a:cubicBezTo>
                      <a:pt x="121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069889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245182" y="2909259"/>
                <a:ext cx="49210" cy="32737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942" extrusionOk="0">
                    <a:moveTo>
                      <a:pt x="0" y="1"/>
                    </a:moveTo>
                    <a:lnTo>
                      <a:pt x="0" y="942"/>
                    </a:lnTo>
                    <a:lnTo>
                      <a:pt x="1415" y="942"/>
                    </a:lnTo>
                    <a:lnTo>
                      <a:pt x="1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142661" y="2908286"/>
                <a:ext cx="50183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70" extrusionOk="0">
                    <a:moveTo>
                      <a:pt x="0" y="0"/>
                    </a:moveTo>
                    <a:lnTo>
                      <a:pt x="0" y="970"/>
                    </a:lnTo>
                    <a:lnTo>
                      <a:pt x="1443" y="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175363" y="2908286"/>
                <a:ext cx="50426" cy="33710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970" extrusionOk="0">
                    <a:moveTo>
                      <a:pt x="0" y="0"/>
                    </a:moveTo>
                    <a:lnTo>
                      <a:pt x="1450" y="970"/>
                    </a:lnTo>
                    <a:lnTo>
                      <a:pt x="1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5081184" y="2929659"/>
                <a:ext cx="31764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57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857" y="121"/>
                    </a:lnTo>
                    <a:cubicBezTo>
                      <a:pt x="885" y="121"/>
                      <a:pt x="913" y="93"/>
                      <a:pt x="913" y="57"/>
                    </a:cubicBezTo>
                    <a:cubicBezTo>
                      <a:pt x="913" y="29"/>
                      <a:pt x="885" y="1"/>
                      <a:pt x="8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5254287" y="2929659"/>
                <a:ext cx="32945" cy="4240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22" extrusionOk="0">
                    <a:moveTo>
                      <a:pt x="64" y="1"/>
                    </a:moveTo>
                    <a:cubicBezTo>
                      <a:pt x="28" y="1"/>
                      <a:pt x="0" y="29"/>
                      <a:pt x="0" y="57"/>
                    </a:cubicBezTo>
                    <a:cubicBezTo>
                      <a:pt x="0" y="93"/>
                      <a:pt x="28" y="121"/>
                      <a:pt x="64" y="121"/>
                    </a:cubicBezTo>
                    <a:lnTo>
                      <a:pt x="884" y="121"/>
                    </a:lnTo>
                    <a:cubicBezTo>
                      <a:pt x="913" y="121"/>
                      <a:pt x="948" y="93"/>
                      <a:pt x="948" y="57"/>
                    </a:cubicBezTo>
                    <a:cubicBezTo>
                      <a:pt x="948" y="29"/>
                      <a:pt x="913" y="1"/>
                      <a:pt x="8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94840" y="2909259"/>
                <a:ext cx="3962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14" h="914" extrusionOk="0">
                    <a:moveTo>
                      <a:pt x="57" y="1"/>
                    </a:moveTo>
                    <a:cubicBezTo>
                      <a:pt x="29" y="1"/>
                      <a:pt x="0" y="1"/>
                      <a:pt x="0" y="57"/>
                    </a:cubicBezTo>
                    <a:lnTo>
                      <a:pt x="0" y="857"/>
                    </a:lnTo>
                    <a:cubicBezTo>
                      <a:pt x="0" y="885"/>
                      <a:pt x="29" y="913"/>
                      <a:pt x="57" y="913"/>
                    </a:cubicBezTo>
                    <a:cubicBezTo>
                      <a:pt x="85" y="913"/>
                      <a:pt x="114" y="885"/>
                      <a:pt x="114" y="857"/>
                    </a:cubicBezTo>
                    <a:lnTo>
                      <a:pt x="114" y="57"/>
                    </a:lnTo>
                    <a:cubicBezTo>
                      <a:pt x="114" y="1"/>
                      <a:pt x="85" y="1"/>
                      <a:pt x="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923337" y="2899910"/>
                <a:ext cx="51434" cy="47263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360" extrusionOk="0">
                    <a:moveTo>
                      <a:pt x="1" y="1"/>
                    </a:moveTo>
                    <a:lnTo>
                      <a:pt x="1" y="1359"/>
                    </a:lnTo>
                    <a:lnTo>
                      <a:pt x="1479" y="1359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59236" y="2909259"/>
                <a:ext cx="4240" cy="3176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14" extrusionOk="0">
                    <a:moveTo>
                      <a:pt x="64" y="1"/>
                    </a:moveTo>
                    <a:cubicBezTo>
                      <a:pt x="29" y="1"/>
                      <a:pt x="1" y="1"/>
                      <a:pt x="1" y="57"/>
                    </a:cubicBezTo>
                    <a:lnTo>
                      <a:pt x="1" y="857"/>
                    </a:lnTo>
                    <a:cubicBezTo>
                      <a:pt x="1" y="885"/>
                      <a:pt x="29" y="913"/>
                      <a:pt x="64" y="913"/>
                    </a:cubicBezTo>
                    <a:cubicBezTo>
                      <a:pt x="121" y="913"/>
                      <a:pt x="121" y="885"/>
                      <a:pt x="121" y="857"/>
                    </a:cubicBezTo>
                    <a:lnTo>
                      <a:pt x="121" y="57"/>
                    </a:lnTo>
                    <a:cubicBezTo>
                      <a:pt x="121" y="1"/>
                      <a:pt x="121" y="1"/>
                      <a:pt x="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805595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9" y="1725"/>
                    </a:lnTo>
                    <a:cubicBezTo>
                      <a:pt x="0" y="1725"/>
                      <a:pt x="0" y="1782"/>
                      <a:pt x="29" y="1782"/>
                    </a:cubicBezTo>
                    <a:lnTo>
                      <a:pt x="64" y="1810"/>
                    </a:lnTo>
                    <a:cubicBezTo>
                      <a:pt x="92" y="1810"/>
                      <a:pt x="121" y="1782"/>
                      <a:pt x="121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841494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8" y="1"/>
                      <a:pt x="1349" y="13"/>
                      <a:pt x="1330" y="13"/>
                    </a:cubicBezTo>
                    <a:lnTo>
                      <a:pt x="28" y="1725"/>
                    </a:lnTo>
                    <a:cubicBezTo>
                      <a:pt x="0" y="1725"/>
                      <a:pt x="0" y="1782"/>
                      <a:pt x="28" y="1782"/>
                    </a:cubicBezTo>
                    <a:cubicBezTo>
                      <a:pt x="28" y="1810"/>
                      <a:pt x="57" y="1810"/>
                      <a:pt x="57" y="1810"/>
                    </a:cubicBezTo>
                    <a:cubicBezTo>
                      <a:pt x="92" y="1810"/>
                      <a:pt x="92" y="1782"/>
                      <a:pt x="120" y="1782"/>
                    </a:cubicBezTo>
                    <a:lnTo>
                      <a:pt x="1415" y="105"/>
                    </a:lnTo>
                    <a:cubicBezTo>
                      <a:pt x="1443" y="70"/>
                      <a:pt x="1443" y="41"/>
                      <a:pt x="1415" y="13"/>
                    </a:cubicBezTo>
                    <a:cubicBezTo>
                      <a:pt x="1406" y="4"/>
                      <a:pt x="1396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996109" y="2781716"/>
                <a:ext cx="50217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5" h="1811" extrusionOk="0">
                    <a:moveTo>
                      <a:pt x="1388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cubicBezTo>
                      <a:pt x="65" y="1810"/>
                      <a:pt x="65" y="1810"/>
                      <a:pt x="93" y="1810"/>
                    </a:cubicBezTo>
                    <a:lnTo>
                      <a:pt x="121" y="1782"/>
                    </a:lnTo>
                    <a:lnTo>
                      <a:pt x="1444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5032009" y="2781716"/>
                <a:ext cx="50183" cy="6293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811" extrusionOk="0">
                    <a:moveTo>
                      <a:pt x="1387" y="1"/>
                    </a:moveTo>
                    <a:cubicBezTo>
                      <a:pt x="1369" y="1"/>
                      <a:pt x="1350" y="13"/>
                      <a:pt x="1331" y="13"/>
                    </a:cubicBezTo>
                    <a:lnTo>
                      <a:pt x="29" y="1725"/>
                    </a:lnTo>
                    <a:cubicBezTo>
                      <a:pt x="1" y="1725"/>
                      <a:pt x="1" y="1782"/>
                      <a:pt x="29" y="1782"/>
                    </a:cubicBezTo>
                    <a:lnTo>
                      <a:pt x="57" y="1810"/>
                    </a:lnTo>
                    <a:cubicBezTo>
                      <a:pt x="93" y="1810"/>
                      <a:pt x="121" y="1782"/>
                      <a:pt x="121" y="1782"/>
                    </a:cubicBezTo>
                    <a:lnTo>
                      <a:pt x="1416" y="105"/>
                    </a:lnTo>
                    <a:cubicBezTo>
                      <a:pt x="1444" y="70"/>
                      <a:pt x="1444" y="41"/>
                      <a:pt x="1416" y="13"/>
                    </a:cubicBezTo>
                    <a:cubicBezTo>
                      <a:pt x="1406" y="4"/>
                      <a:pt x="1397" y="1"/>
                      <a:pt x="13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5070862" y="2818068"/>
                <a:ext cx="36907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121" extrusionOk="0">
                    <a:moveTo>
                      <a:pt x="64" y="0"/>
                    </a:moveTo>
                    <a:cubicBezTo>
                      <a:pt x="36" y="0"/>
                      <a:pt x="1" y="28"/>
                      <a:pt x="1" y="57"/>
                    </a:cubicBezTo>
                    <a:cubicBezTo>
                      <a:pt x="1" y="85"/>
                      <a:pt x="36" y="120"/>
                      <a:pt x="64" y="120"/>
                    </a:cubicBezTo>
                    <a:lnTo>
                      <a:pt x="1005" y="120"/>
                    </a:lnTo>
                    <a:cubicBezTo>
                      <a:pt x="1033" y="120"/>
                      <a:pt x="1062" y="85"/>
                      <a:pt x="1062" y="57"/>
                    </a:cubicBezTo>
                    <a:cubicBezTo>
                      <a:pt x="1062" y="28"/>
                      <a:pt x="1033" y="0"/>
                      <a:pt x="10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4956282" y="2818068"/>
                <a:ext cx="36942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21" extrusionOk="0">
                    <a:moveTo>
                      <a:pt x="57" y="0"/>
                    </a:moveTo>
                    <a:cubicBezTo>
                      <a:pt x="29" y="0"/>
                      <a:pt x="1" y="28"/>
                      <a:pt x="1" y="57"/>
                    </a:cubicBezTo>
                    <a:cubicBezTo>
                      <a:pt x="1" y="85"/>
                      <a:pt x="29" y="120"/>
                      <a:pt x="57" y="120"/>
                    </a:cubicBezTo>
                    <a:lnTo>
                      <a:pt x="998" y="120"/>
                    </a:lnTo>
                    <a:cubicBezTo>
                      <a:pt x="1034" y="120"/>
                      <a:pt x="1062" y="85"/>
                      <a:pt x="1062" y="57"/>
                    </a:cubicBezTo>
                    <a:cubicBezTo>
                      <a:pt x="1062" y="28"/>
                      <a:pt x="1034" y="0"/>
                      <a:pt x="9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4879340" y="2790995"/>
                <a:ext cx="43058" cy="59774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720" extrusionOk="0">
                    <a:moveTo>
                      <a:pt x="1179" y="0"/>
                    </a:moveTo>
                    <a:cubicBezTo>
                      <a:pt x="1171" y="0"/>
                      <a:pt x="1162" y="4"/>
                      <a:pt x="1154" y="15"/>
                    </a:cubicBezTo>
                    <a:lnTo>
                      <a:pt x="1" y="807"/>
                    </a:lnTo>
                    <a:lnTo>
                      <a:pt x="1005" y="1692"/>
                    </a:lnTo>
                    <a:lnTo>
                      <a:pt x="1033" y="1720"/>
                    </a:lnTo>
                    <a:cubicBezTo>
                      <a:pt x="1062" y="1720"/>
                      <a:pt x="1062" y="1692"/>
                      <a:pt x="1090" y="1692"/>
                    </a:cubicBezTo>
                    <a:cubicBezTo>
                      <a:pt x="1090" y="1663"/>
                      <a:pt x="1090" y="1635"/>
                      <a:pt x="1062" y="1607"/>
                    </a:cubicBezTo>
                    <a:lnTo>
                      <a:pt x="177" y="807"/>
                    </a:lnTo>
                    <a:lnTo>
                      <a:pt x="1210" y="100"/>
                    </a:lnTo>
                    <a:cubicBezTo>
                      <a:pt x="1239" y="100"/>
                      <a:pt x="1239" y="72"/>
                      <a:pt x="1239" y="43"/>
                    </a:cubicBezTo>
                    <a:cubicBezTo>
                      <a:pt x="1219" y="23"/>
                      <a:pt x="1199" y="0"/>
                      <a:pt x="11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4914266" y="2797633"/>
                <a:ext cx="31729" cy="5021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445" extrusionOk="0">
                    <a:moveTo>
                      <a:pt x="913" y="1"/>
                    </a:moveTo>
                    <a:lnTo>
                      <a:pt x="0" y="616"/>
                    </a:lnTo>
                    <a:lnTo>
                      <a:pt x="913" y="1444"/>
                    </a:lnTo>
                    <a:lnTo>
                      <a:pt x="9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4922364" y="2807329"/>
                <a:ext cx="19461" cy="13692"/>
              </a:xfrm>
              <a:custGeom>
                <a:avLst/>
                <a:gdLst/>
                <a:ahLst/>
                <a:cxnLst/>
                <a:rect l="l" t="t" r="r" b="b"/>
                <a:pathLst>
                  <a:path w="560" h="394" extrusionOk="0">
                    <a:moveTo>
                      <a:pt x="499" y="0"/>
                    </a:moveTo>
                    <a:cubicBezTo>
                      <a:pt x="491" y="0"/>
                      <a:pt x="483" y="4"/>
                      <a:pt x="475" y="12"/>
                    </a:cubicBezTo>
                    <a:lnTo>
                      <a:pt x="64" y="281"/>
                    </a:lnTo>
                    <a:cubicBezTo>
                      <a:pt x="29" y="281"/>
                      <a:pt x="1" y="337"/>
                      <a:pt x="29" y="366"/>
                    </a:cubicBezTo>
                    <a:cubicBezTo>
                      <a:pt x="29" y="366"/>
                      <a:pt x="64" y="394"/>
                      <a:pt x="93" y="394"/>
                    </a:cubicBezTo>
                    <a:cubicBezTo>
                      <a:pt x="93" y="394"/>
                      <a:pt x="93" y="366"/>
                      <a:pt x="121" y="366"/>
                    </a:cubicBezTo>
                    <a:lnTo>
                      <a:pt x="531" y="104"/>
                    </a:lnTo>
                    <a:cubicBezTo>
                      <a:pt x="560" y="104"/>
                      <a:pt x="560" y="76"/>
                      <a:pt x="560" y="40"/>
                    </a:cubicBezTo>
                    <a:cubicBezTo>
                      <a:pt x="540" y="20"/>
                      <a:pt x="519" y="0"/>
                      <a:pt x="4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5120037" y="2800587"/>
                <a:ext cx="65682" cy="36907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1062" extrusionOk="0">
                    <a:moveTo>
                      <a:pt x="0" y="1"/>
                    </a:moveTo>
                    <a:lnTo>
                      <a:pt x="0" y="1062"/>
                    </a:lnTo>
                    <a:lnTo>
                      <a:pt x="1889" y="1062"/>
                    </a:lnTo>
                    <a:lnTo>
                      <a:pt x="1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5133556" y="2826165"/>
                <a:ext cx="49210" cy="420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121" extrusionOk="0">
                    <a:moveTo>
                      <a:pt x="57" y="0"/>
                    </a:moveTo>
                    <a:cubicBezTo>
                      <a:pt x="29" y="0"/>
                      <a:pt x="1" y="29"/>
                      <a:pt x="1" y="64"/>
                    </a:cubicBezTo>
                    <a:cubicBezTo>
                      <a:pt x="1" y="92"/>
                      <a:pt x="29" y="121"/>
                      <a:pt x="57" y="121"/>
                    </a:cubicBezTo>
                    <a:lnTo>
                      <a:pt x="1352" y="121"/>
                    </a:lnTo>
                    <a:cubicBezTo>
                      <a:pt x="1380" y="121"/>
                      <a:pt x="1415" y="92"/>
                      <a:pt x="1415" y="64"/>
                    </a:cubicBezTo>
                    <a:cubicBezTo>
                      <a:pt x="1415" y="29"/>
                      <a:pt x="1380" y="0"/>
                      <a:pt x="13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4106FC0-9BE9-4731-BCE5-E92085589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23142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9807-FD14-4F27-9F8C-4279CE21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94418"/>
            <a:ext cx="7710900" cy="572700"/>
          </a:xfrm>
        </p:spPr>
        <p:txBody>
          <a:bodyPr/>
          <a:lstStyle/>
          <a:p>
            <a:pPr algn="ctr"/>
            <a:r>
              <a:rPr lang="en-US" dirty="0"/>
              <a:t>INPUT AND OUTPUT FROM KEYBOARD 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25336-D042-4EE6-A45B-5077B4CFA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947266"/>
            <a:ext cx="7982936" cy="2298300"/>
          </a:xfrm>
        </p:spPr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variable = input(prompt)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 the general format, prompt is a string that is displayed on the screen. The string’s purpose is to instruct the user to enter a value; variable is the name of a variable that references the data that was entered on the keyboard. Here is an example of a statement that </a:t>
            </a:r>
          </a:p>
          <a:p>
            <a:r>
              <a:rPr lang="en-US" dirty="0"/>
              <a:t>name = input('What is your name? ')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When this statement executes, the following things happen: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• The string 'What is your name? ' is displayed on the screen.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• The program pauses and waits for the user to type something on the keyboard and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then to press the Enter key.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• When the Enter key is pressed, the data that was typed is returned as a string and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assigned to the name variable.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028876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A9807-FD14-4F27-9F8C-4279CE21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94418"/>
            <a:ext cx="7710900" cy="572700"/>
          </a:xfrm>
        </p:spPr>
        <p:txBody>
          <a:bodyPr/>
          <a:lstStyle/>
          <a:p>
            <a:pPr algn="ctr"/>
            <a:r>
              <a:rPr lang="en-US" dirty="0"/>
              <a:t>INPUT AND OUTPUT FROM KEYBOARD 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D7E42-93AD-4B1B-9C35-08A1C5B585D7}"/>
              </a:ext>
            </a:extLst>
          </p:cNvPr>
          <p:cNvSpPr txBox="1"/>
          <p:nvPr/>
        </p:nvSpPr>
        <p:spPr>
          <a:xfrm>
            <a:off x="865536" y="838475"/>
            <a:ext cx="3706464" cy="3975384"/>
          </a:xfrm>
          <a:prstGeom prst="rect">
            <a:avLst/>
          </a:prstGeom>
          <a:solidFill>
            <a:srgbClr val="FFFF99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1 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# Get the user's first name.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2 </a:t>
            </a:r>
            <a:r>
              <a:rPr lang="en-MY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first_name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 = input('Enter your first name: ')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3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4 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# Get the user's last name.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5 </a:t>
            </a:r>
            <a:r>
              <a:rPr lang="en-MY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last_name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 = input('Enter your last name: ')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6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7 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# Print a greeting to the user.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1473FF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8 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print('Hello', </a:t>
            </a:r>
            <a:r>
              <a:rPr lang="en-MY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first_name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, </a:t>
            </a:r>
            <a:r>
              <a:rPr lang="en-MY" kern="0" dirty="0" err="1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last_name</a:t>
            </a: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)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b="1" kern="0" dirty="0">
                <a:solidFill>
                  <a:srgbClr val="000000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Program Output </a:t>
            </a:r>
            <a:r>
              <a:rPr lang="en-MY" kern="0" dirty="0">
                <a:solidFill>
                  <a:srgbClr val="000000"/>
                </a:solidFill>
                <a:effectLst/>
                <a:latin typeface="StoneSansITCStd-Medium"/>
                <a:ea typeface="Calibri" panose="020F0502020204030204" pitchFamily="34" charset="0"/>
                <a:cs typeface="StoneSansITCStd-Medium"/>
              </a:rPr>
              <a:t>(with input shown in bold)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Enter your first name: </a:t>
            </a:r>
            <a:r>
              <a:rPr lang="en-MY" b="1" kern="0" dirty="0">
                <a:solidFill>
                  <a:srgbClr val="000000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Vinny </a:t>
            </a:r>
            <a:r>
              <a:rPr lang="en-MY" b="1" kern="0" dirty="0">
                <a:solidFill>
                  <a:srgbClr val="000000"/>
                </a:solidFill>
                <a:effectLst/>
                <a:latin typeface="ArialMonoMTPro-Bold"/>
                <a:ea typeface="Calibri" panose="020F0502020204030204" pitchFamily="34" charset="0"/>
                <a:cs typeface="ArialMonoMTPro-Bold"/>
              </a:rPr>
              <a:t>Enter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Enter your last name: </a:t>
            </a:r>
            <a:r>
              <a:rPr lang="en-MY" b="1" kern="0" dirty="0">
                <a:solidFill>
                  <a:srgbClr val="000000"/>
                </a:solidFill>
                <a:effectLst/>
                <a:latin typeface="StoneSansITCStd-Bold"/>
                <a:ea typeface="Calibri" panose="020F0502020204030204" pitchFamily="34" charset="0"/>
                <a:cs typeface="StoneSansITCStd-Bold"/>
              </a:rPr>
              <a:t>Brown </a:t>
            </a:r>
            <a:r>
              <a:rPr lang="en-MY" b="1" kern="0" dirty="0">
                <a:solidFill>
                  <a:srgbClr val="000000"/>
                </a:solidFill>
                <a:effectLst/>
                <a:latin typeface="ArialMonoMTPro-Bold"/>
                <a:ea typeface="Calibri" panose="020F0502020204030204" pitchFamily="34" charset="0"/>
                <a:cs typeface="ArialMonoMTPro-Bold"/>
              </a:rPr>
              <a:t>Enter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MY" kern="0" dirty="0">
                <a:solidFill>
                  <a:srgbClr val="000000"/>
                </a:solidFill>
                <a:effectLst/>
                <a:latin typeface="ArialMonoMTPro"/>
                <a:ea typeface="Calibri" panose="020F0502020204030204" pitchFamily="34" charset="0"/>
                <a:cs typeface="ArialMonoMTPro"/>
              </a:rPr>
              <a:t>Hello Vinny Brown</a:t>
            </a:r>
            <a:endParaRPr lang="en-MY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8C375-2D41-425D-9253-D74A58320A8C}"/>
              </a:ext>
            </a:extLst>
          </p:cNvPr>
          <p:cNvSpPr txBox="1"/>
          <p:nvPr/>
        </p:nvSpPr>
        <p:spPr>
          <a:xfrm>
            <a:off x="4717536" y="838475"/>
            <a:ext cx="3916457" cy="3970318"/>
          </a:xfrm>
          <a:prstGeom prst="rect">
            <a:avLst/>
          </a:prstGeom>
          <a:solidFill>
            <a:srgbClr val="CCCCFF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 # Get the user's name, age, and income.</a:t>
            </a:r>
          </a:p>
          <a:p>
            <a:r>
              <a:rPr lang="en-US" dirty="0"/>
              <a:t>2 name = input('What is your name? ')</a:t>
            </a:r>
          </a:p>
          <a:p>
            <a:r>
              <a:rPr lang="en-US" dirty="0"/>
              <a:t>3 age = int(input('What is your age? '))</a:t>
            </a:r>
          </a:p>
          <a:p>
            <a:r>
              <a:rPr lang="en-US" dirty="0"/>
              <a:t>4 income = float(input('What is your income? '))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 # Display the data.</a:t>
            </a:r>
          </a:p>
          <a:p>
            <a:r>
              <a:rPr lang="en-US" dirty="0"/>
              <a:t>7 print('Here is the data you entered:')</a:t>
            </a:r>
          </a:p>
          <a:p>
            <a:r>
              <a:rPr lang="en-US" dirty="0"/>
              <a:t>8 print('Name:', name)</a:t>
            </a:r>
          </a:p>
          <a:p>
            <a:r>
              <a:rPr lang="en-US" dirty="0"/>
              <a:t>9 print('Age:', age)</a:t>
            </a:r>
          </a:p>
          <a:p>
            <a:r>
              <a:rPr lang="en-US" dirty="0"/>
              <a:t>10 print('Income:', income)</a:t>
            </a:r>
          </a:p>
          <a:p>
            <a:r>
              <a:rPr lang="en-US" dirty="0"/>
              <a:t>Program Output (with input shown in bold)</a:t>
            </a:r>
          </a:p>
          <a:p>
            <a:r>
              <a:rPr lang="en-US" dirty="0"/>
              <a:t>What is your name? Chris Enter</a:t>
            </a:r>
          </a:p>
          <a:p>
            <a:r>
              <a:rPr lang="en-US" dirty="0"/>
              <a:t>What is your age? 25 Enter</a:t>
            </a:r>
          </a:p>
          <a:p>
            <a:r>
              <a:rPr lang="en-US" dirty="0"/>
              <a:t>What is your income? 75000.0</a:t>
            </a:r>
          </a:p>
          <a:p>
            <a:r>
              <a:rPr lang="en-US" b="1" dirty="0">
                <a:solidFill>
                  <a:schemeClr val="tx1"/>
                </a:solidFill>
              </a:rPr>
              <a:t>Here is the data you entered:</a:t>
            </a:r>
          </a:p>
          <a:p>
            <a:r>
              <a:rPr lang="en-US" b="1" dirty="0">
                <a:solidFill>
                  <a:schemeClr val="tx1"/>
                </a:solidFill>
              </a:rPr>
              <a:t>Name: Chris</a:t>
            </a:r>
          </a:p>
          <a:p>
            <a:r>
              <a:rPr lang="en-US" b="1" dirty="0">
                <a:solidFill>
                  <a:schemeClr val="tx1"/>
                </a:solidFill>
              </a:rPr>
              <a:t>Age: 25</a:t>
            </a:r>
          </a:p>
          <a:p>
            <a:r>
              <a:rPr lang="en-US" b="1" dirty="0">
                <a:solidFill>
                  <a:schemeClr val="tx1"/>
                </a:solidFill>
              </a:rPr>
              <a:t>Income: 75000.0</a:t>
            </a:r>
          </a:p>
        </p:txBody>
      </p:sp>
    </p:spTree>
    <p:extLst>
      <p:ext uri="{BB962C8B-B14F-4D97-AF65-F5344CB8AC3E}">
        <p14:creationId xmlns:p14="http://schemas.microsoft.com/office/powerpoint/2010/main" val="268013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71"/>
          <p:cNvSpPr txBox="1">
            <a:spLocks noGrp="1"/>
          </p:cNvSpPr>
          <p:nvPr>
            <p:ph type="title"/>
          </p:nvPr>
        </p:nvSpPr>
        <p:spPr>
          <a:xfrm>
            <a:off x="4785032" y="1150110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br>
              <a:rPr lang="en" dirty="0"/>
            </a:br>
            <a:br>
              <a:rPr lang="en" dirty="0"/>
            </a:br>
            <a:r>
              <a:rPr lang="en" sz="4800" dirty="0"/>
              <a:t>Any Questions?</a:t>
            </a:r>
            <a:endParaRPr dirty="0"/>
          </a:p>
        </p:txBody>
      </p:sp>
      <p:grpSp>
        <p:nvGrpSpPr>
          <p:cNvPr id="2612" name="Google Shape;2612;p71"/>
          <p:cNvGrpSpPr/>
          <p:nvPr/>
        </p:nvGrpSpPr>
        <p:grpSpPr>
          <a:xfrm>
            <a:off x="615103" y="2089035"/>
            <a:ext cx="3956755" cy="4128030"/>
            <a:chOff x="2770216" y="1172311"/>
            <a:chExt cx="3514928" cy="3667079"/>
          </a:xfrm>
        </p:grpSpPr>
        <p:sp>
          <p:nvSpPr>
            <p:cNvPr id="2613" name="Google Shape;2613;p71"/>
            <p:cNvSpPr/>
            <p:nvPr/>
          </p:nvSpPr>
          <p:spPr>
            <a:xfrm>
              <a:off x="2770216" y="1172311"/>
              <a:ext cx="3514928" cy="2228226"/>
            </a:xfrm>
            <a:custGeom>
              <a:avLst/>
              <a:gdLst/>
              <a:ahLst/>
              <a:cxnLst/>
              <a:rect l="l" t="t" r="r" b="b"/>
              <a:pathLst>
                <a:path w="47371" h="30030" extrusionOk="0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4" name="Google Shape;2614;p71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2615" name="Google Shape;2615;p71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73" h="1090" extrusionOk="0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71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90" extrusionOk="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71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1026" extrusionOk="0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71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3" h="949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71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949" extrusionOk="0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71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49" extrusionOk="0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71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98" h="949" extrusionOk="0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71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1781" extrusionOk="0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71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71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71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781" extrusionOk="0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71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71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854" extrusionOk="0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8" name="Google Shape;2628;p71"/>
            <p:cNvGrpSpPr/>
            <p:nvPr/>
          </p:nvGrpSpPr>
          <p:grpSpPr>
            <a:xfrm>
              <a:off x="3039177" y="1582153"/>
              <a:ext cx="1761889" cy="1511082"/>
              <a:chOff x="4014029" y="2295956"/>
              <a:chExt cx="578826" cy="496429"/>
            </a:xfrm>
          </p:grpSpPr>
          <p:sp>
            <p:nvSpPr>
              <p:cNvPr id="2629" name="Google Shape;2629;p71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3237" extrusionOk="0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71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624" extrusionOk="0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71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8702" extrusionOk="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71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172" extrusionOk="0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71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1239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71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508" extrusionOk="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71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8" extrusionOk="0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71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2123" extrusionOk="0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71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09" extrusionOk="0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71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765" extrusionOk="0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71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1" extrusionOk="0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71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21" extrusionOk="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71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801" extrusionOk="0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71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85" extrusionOk="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71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885" extrusionOk="0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71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6785" extrusionOk="0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71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avLst/>
                <a:gdLst/>
                <a:ahLst/>
                <a:cxnLst/>
                <a:rect l="l" t="t" r="r" b="b"/>
                <a:pathLst>
                  <a:path w="2682" h="122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71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178" extrusionOk="0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7" name="Google Shape;2647;p71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2648" name="Google Shape;2648;p71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avLst/>
                <a:gdLst/>
                <a:ahLst/>
                <a:cxnLst/>
                <a:rect l="l" t="t" r="r" b="b"/>
                <a:pathLst>
                  <a:path w="21903" h="16803" extrusionOk="0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71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13266" extrusionOk="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71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3266" extrusionOk="0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71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avLst/>
                <a:gdLst/>
                <a:ahLst/>
                <a:cxnLst/>
                <a:rect l="l" t="t" r="r" b="b"/>
                <a:pathLst>
                  <a:path w="10111" h="13294" extrusionOk="0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71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13209" extrusionOk="0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71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71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65" extrusionOk="0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71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71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623" extrusionOk="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71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23" extrusionOk="0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71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93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71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3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71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71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71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765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71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765" extrusionOk="0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71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71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71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8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71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71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71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71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71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71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71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71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71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71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71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71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71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71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71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71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71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71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71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71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71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71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71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71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71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71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71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65" extrusionOk="0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71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0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71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16" extrusionOk="0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71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71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71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71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71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71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71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71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71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71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72" extrusionOk="0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71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71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71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71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71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71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71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1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9" extrusionOk="0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1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1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1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1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1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4" h="559" extrusionOk="0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1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1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1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59" extrusionOk="0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1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1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1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559" extrusionOk="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1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1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1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1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1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0" name="Google Shape;2730;p71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2731" name="Google Shape;2731;p71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avLst/>
                <a:gdLst/>
                <a:ahLst/>
                <a:cxnLst/>
                <a:rect l="l" t="t" r="r" b="b"/>
                <a:pathLst>
                  <a:path w="20870" h="28438" extrusionOk="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1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3736" extrusionOk="0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1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771" extrusionOk="0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1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411" extrusionOk="0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1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87" extrusionOk="0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1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581" extrusionOk="0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1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31" extrusionOk="0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1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8" extrusionOk="0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71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571" extrusionOk="0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71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1308" extrusionOk="0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1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1633" extrusionOk="0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1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03" extrusionOk="0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1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1" extrusionOk="0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1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00" extrusionOk="0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1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53" extrusionOk="0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1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489" extrusionOk="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1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794" h="326" extrusionOk="0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1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45" extrusionOk="0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1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90" extrusionOk="0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1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47" extrusionOk="0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1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218" extrusionOk="0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1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9" extrusionOk="0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3" name="Google Shape;2753;p71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2754" name="Google Shape;2754;p71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avLst/>
                <a:gdLst/>
                <a:ahLst/>
                <a:cxnLst/>
                <a:rect l="l" t="t" r="r" b="b"/>
                <a:pathLst>
                  <a:path w="9997" h="2180" extrusionOk="0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1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05" extrusionOk="0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1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005" extrusionOk="0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1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668" extrusionOk="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1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501" extrusionOk="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1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668" extrusionOk="0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0" name="Google Shape;2760;p71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2761" name="Google Shape;2761;p71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1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1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785" extrusionOk="0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1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1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1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785" extrusionOk="0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1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1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854" extrusionOk="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69" name="Google Shape;2769;p71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2770" name="Google Shape;2770;p7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7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3" name="Google Shape;2773;p71"/>
          <p:cNvGrpSpPr/>
          <p:nvPr/>
        </p:nvGrpSpPr>
        <p:grpSpPr>
          <a:xfrm>
            <a:off x="5151797" y="479071"/>
            <a:ext cx="1511971" cy="626735"/>
            <a:chOff x="3889166" y="1636096"/>
            <a:chExt cx="633844" cy="262738"/>
          </a:xfrm>
        </p:grpSpPr>
        <p:sp>
          <p:nvSpPr>
            <p:cNvPr id="2774" name="Google Shape;2774;p71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71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71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71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8" name="Google Shape;2778;p71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1247</Words>
  <Application>Microsoft Office PowerPoint</Application>
  <PresentationFormat>On-screen Show (16:9)</PresentationFormat>
  <Paragraphs>189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8" baseType="lpstr">
      <vt:lpstr>Poppins</vt:lpstr>
      <vt:lpstr>Anaheim</vt:lpstr>
      <vt:lpstr>Arial</vt:lpstr>
      <vt:lpstr>SimSun</vt:lpstr>
      <vt:lpstr>SabonLTPro-Roman</vt:lpstr>
      <vt:lpstr>Nunito Light</vt:lpstr>
      <vt:lpstr>ArialMonoMTPro-Bold</vt:lpstr>
      <vt:lpstr>StoneSansITCStd-Medium</vt:lpstr>
      <vt:lpstr>StoneSansITCStd-Bold</vt:lpstr>
      <vt:lpstr>Times New Roman</vt:lpstr>
      <vt:lpstr>SabonLTPro-Bold</vt:lpstr>
      <vt:lpstr>Wingdings</vt:lpstr>
      <vt:lpstr>DM Sans</vt:lpstr>
      <vt:lpstr>ArialMonoMTPro</vt:lpstr>
      <vt:lpstr>Lato</vt:lpstr>
      <vt:lpstr>Bebas Neue</vt:lpstr>
      <vt:lpstr>Calibri</vt:lpstr>
      <vt:lpstr>Brackets Lesson for Coding and Programming by Slidesgo</vt:lpstr>
      <vt:lpstr>Topic 2: Programming Development and its Elements</vt:lpstr>
      <vt:lpstr>Table of contents</vt:lpstr>
      <vt:lpstr>Software development process !</vt:lpstr>
      <vt:lpstr>PowerPoint Presentation</vt:lpstr>
      <vt:lpstr>Pseudocode and flowchart </vt:lpstr>
      <vt:lpstr>FLOWCHART</vt:lpstr>
      <vt:lpstr>PowerPoint Presentation</vt:lpstr>
      <vt:lpstr>PowerPoint Presentation</vt:lpstr>
      <vt:lpstr>ELEMENTS OF PROGRAM</vt:lpstr>
      <vt:lpstr>TYPES OF ELEMENTS OF PROGRAM</vt:lpstr>
      <vt:lpstr>COMMENTS</vt:lpstr>
      <vt:lpstr>STATEMENTS</vt:lpstr>
      <vt:lpstr>VARIABLES</vt:lpstr>
      <vt:lpstr>VARIABLES</vt:lpstr>
      <vt:lpstr>DATA TYPES</vt:lpstr>
      <vt:lpstr>FUNCTIONS</vt:lpstr>
      <vt:lpstr>INPUT AND OUTPUT FROM KEYBOARD </vt:lpstr>
      <vt:lpstr>INPUT AND OUTPUT FROM KEYBOARD </vt:lpstr>
      <vt:lpstr>INPUT AND OUTPUT FROM KEYBOARD </vt:lpstr>
      <vt:lpstr>Thanks!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2: Programming Development and its Elements</dc:title>
  <dc:creator>admin</dc:creator>
  <cp:lastModifiedBy>Navitha A/P Gunalan</cp:lastModifiedBy>
  <cp:revision>18</cp:revision>
  <dcterms:modified xsi:type="dcterms:W3CDTF">2024-04-04T05:31:48Z</dcterms:modified>
</cp:coreProperties>
</file>