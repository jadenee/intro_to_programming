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990033"/>
    <a:srgbClr val="CCCC00"/>
    <a:srgbClr val="A432A4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tha A/P. Gunalan" userId="ea7bfe52-eb47-41e4-a145-3fc04b43606e" providerId="ADAL" clId="{A248244B-BCEE-4B48-8E9E-40986DC52067}"/>
    <pc:docChg chg="undo redo custSel addSld delSld modSld sldOrd">
      <pc:chgData name="Navitha A/P. Gunalan" userId="ea7bfe52-eb47-41e4-a145-3fc04b43606e" providerId="ADAL" clId="{A248244B-BCEE-4B48-8E9E-40986DC52067}" dt="2023-09-11T14:51:40.908" v="361" actId="2696"/>
      <pc:docMkLst>
        <pc:docMk/>
      </pc:docMkLst>
      <pc:sldChg chg="modSp">
        <pc:chgData name="Navitha A/P. Gunalan" userId="ea7bfe52-eb47-41e4-a145-3fc04b43606e" providerId="ADAL" clId="{A248244B-BCEE-4B48-8E9E-40986DC52067}" dt="2023-09-11T14:09:54.591" v="176" actId="1076"/>
        <pc:sldMkLst>
          <pc:docMk/>
          <pc:sldMk cId="2425684900" sldId="261"/>
        </pc:sldMkLst>
        <pc:spChg chg="mod">
          <ac:chgData name="Navitha A/P. Gunalan" userId="ea7bfe52-eb47-41e4-a145-3fc04b43606e" providerId="ADAL" clId="{A248244B-BCEE-4B48-8E9E-40986DC52067}" dt="2023-09-11T14:09:54.591" v="176" actId="1076"/>
          <ac:spMkLst>
            <pc:docMk/>
            <pc:sldMk cId="2425684900" sldId="261"/>
            <ac:spMk id="2" creationId="{B4DDDA26-1048-4D52-857C-1AAA4BD63C26}"/>
          </ac:spMkLst>
        </pc:spChg>
      </pc:sldChg>
      <pc:sldChg chg="addSp delSp modSp add">
        <pc:chgData name="Navitha A/P. Gunalan" userId="ea7bfe52-eb47-41e4-a145-3fc04b43606e" providerId="ADAL" clId="{A248244B-BCEE-4B48-8E9E-40986DC52067}" dt="2023-09-11T13:24:27.941" v="25" actId="122"/>
        <pc:sldMkLst>
          <pc:docMk/>
          <pc:sldMk cId="2473124225" sldId="262"/>
        </pc:sldMkLst>
        <pc:spChg chg="mod">
          <ac:chgData name="Navitha A/P. Gunalan" userId="ea7bfe52-eb47-41e4-a145-3fc04b43606e" providerId="ADAL" clId="{A248244B-BCEE-4B48-8E9E-40986DC52067}" dt="2023-09-11T13:24:27.941" v="25" actId="122"/>
          <ac:spMkLst>
            <pc:docMk/>
            <pc:sldMk cId="2473124225" sldId="262"/>
            <ac:spMk id="2" creationId="{27619E91-40E5-4A7E-B571-3B5C8C96E887}"/>
          </ac:spMkLst>
        </pc:spChg>
        <pc:spChg chg="del">
          <ac:chgData name="Navitha A/P. Gunalan" userId="ea7bfe52-eb47-41e4-a145-3fc04b43606e" providerId="ADAL" clId="{A248244B-BCEE-4B48-8E9E-40986DC52067}" dt="2023-09-11T13:24:00.348" v="1"/>
          <ac:spMkLst>
            <pc:docMk/>
            <pc:sldMk cId="2473124225" sldId="262"/>
            <ac:spMk id="3" creationId="{02D2FA90-7DF2-4372-94D1-FD38A8A5EFD7}"/>
          </ac:spMkLst>
        </pc:spChg>
        <pc:picChg chg="add mod">
          <ac:chgData name="Navitha A/P. Gunalan" userId="ea7bfe52-eb47-41e4-a145-3fc04b43606e" providerId="ADAL" clId="{A248244B-BCEE-4B48-8E9E-40986DC52067}" dt="2023-09-11T13:24:10.671" v="4" actId="14100"/>
          <ac:picMkLst>
            <pc:docMk/>
            <pc:sldMk cId="2473124225" sldId="262"/>
            <ac:picMk id="4" creationId="{9BA2FB43-BDA8-4A79-BB4D-394607D0FF18}"/>
          </ac:picMkLst>
        </pc:picChg>
      </pc:sldChg>
      <pc:sldChg chg="addSp delSp modSp add ord">
        <pc:chgData name="Navitha A/P. Gunalan" userId="ea7bfe52-eb47-41e4-a145-3fc04b43606e" providerId="ADAL" clId="{A248244B-BCEE-4B48-8E9E-40986DC52067}" dt="2023-09-11T14:07:58.949" v="173" actId="1076"/>
        <pc:sldMkLst>
          <pc:docMk/>
          <pc:sldMk cId="3464868600" sldId="263"/>
        </pc:sldMkLst>
        <pc:spChg chg="del">
          <ac:chgData name="Navitha A/P. Gunalan" userId="ea7bfe52-eb47-41e4-a145-3fc04b43606e" providerId="ADAL" clId="{A248244B-BCEE-4B48-8E9E-40986DC52067}" dt="2023-09-11T13:33:40.710" v="41"/>
          <ac:spMkLst>
            <pc:docMk/>
            <pc:sldMk cId="3464868600" sldId="263"/>
            <ac:spMk id="2" creationId="{ECBA9A4E-E226-49CA-8421-C0CA52CCA8DA}"/>
          </ac:spMkLst>
        </pc:spChg>
        <pc:spChg chg="mod">
          <ac:chgData name="Navitha A/P. Gunalan" userId="ea7bfe52-eb47-41e4-a145-3fc04b43606e" providerId="ADAL" clId="{A248244B-BCEE-4B48-8E9E-40986DC52067}" dt="2023-09-11T14:07:58.949" v="173" actId="1076"/>
          <ac:spMkLst>
            <pc:docMk/>
            <pc:sldMk cId="3464868600" sldId="263"/>
            <ac:spMk id="3" creationId="{595BAAA7-55E4-460B-B6F1-43FEE5FDCF0F}"/>
          </ac:spMkLst>
        </pc:spChg>
        <pc:spChg chg="add mod">
          <ac:chgData name="Navitha A/P. Gunalan" userId="ea7bfe52-eb47-41e4-a145-3fc04b43606e" providerId="ADAL" clId="{A248244B-BCEE-4B48-8E9E-40986DC52067}" dt="2023-09-11T13:39:07.325" v="101" actId="207"/>
          <ac:spMkLst>
            <pc:docMk/>
            <pc:sldMk cId="3464868600" sldId="263"/>
            <ac:spMk id="4" creationId="{502444A5-3789-45C0-86C1-54A3C899CEA4}"/>
          </ac:spMkLst>
        </pc:spChg>
      </pc:sldChg>
      <pc:sldChg chg="modSp add">
        <pc:chgData name="Navitha A/P. Gunalan" userId="ea7bfe52-eb47-41e4-a145-3fc04b43606e" providerId="ADAL" clId="{A248244B-BCEE-4B48-8E9E-40986DC52067}" dt="2023-09-11T14:02:57.088" v="136" actId="207"/>
        <pc:sldMkLst>
          <pc:docMk/>
          <pc:sldMk cId="1831279282" sldId="264"/>
        </pc:sldMkLst>
        <pc:spChg chg="mod">
          <ac:chgData name="Navitha A/P. Gunalan" userId="ea7bfe52-eb47-41e4-a145-3fc04b43606e" providerId="ADAL" clId="{A248244B-BCEE-4B48-8E9E-40986DC52067}" dt="2023-09-11T14:01:06.133" v="135" actId="1076"/>
          <ac:spMkLst>
            <pc:docMk/>
            <pc:sldMk cId="1831279282" sldId="264"/>
            <ac:spMk id="3" creationId="{595BAAA7-55E4-460B-B6F1-43FEE5FDCF0F}"/>
          </ac:spMkLst>
        </pc:spChg>
        <pc:spChg chg="mod">
          <ac:chgData name="Navitha A/P. Gunalan" userId="ea7bfe52-eb47-41e4-a145-3fc04b43606e" providerId="ADAL" clId="{A248244B-BCEE-4B48-8E9E-40986DC52067}" dt="2023-09-11T14:02:57.088" v="136" actId="207"/>
          <ac:spMkLst>
            <pc:docMk/>
            <pc:sldMk cId="1831279282" sldId="264"/>
            <ac:spMk id="4" creationId="{502444A5-3789-45C0-86C1-54A3C899CEA4}"/>
          </ac:spMkLst>
        </pc:spChg>
      </pc:sldChg>
      <pc:sldChg chg="delSp modSp add">
        <pc:chgData name="Navitha A/P. Gunalan" userId="ea7bfe52-eb47-41e4-a145-3fc04b43606e" providerId="ADAL" clId="{A248244B-BCEE-4B48-8E9E-40986DC52067}" dt="2023-09-11T14:11:03.933" v="177" actId="1076"/>
        <pc:sldMkLst>
          <pc:docMk/>
          <pc:sldMk cId="450440537" sldId="265"/>
        </pc:sldMkLst>
        <pc:spChg chg="del">
          <ac:chgData name="Navitha A/P. Gunalan" userId="ea7bfe52-eb47-41e4-a145-3fc04b43606e" providerId="ADAL" clId="{A248244B-BCEE-4B48-8E9E-40986DC52067}" dt="2023-09-11T14:03:48.269" v="140"/>
          <ac:spMkLst>
            <pc:docMk/>
            <pc:sldMk cId="450440537" sldId="265"/>
            <ac:spMk id="2" creationId="{4D76F8ED-5684-4A14-8693-FCFF4AD9697C}"/>
          </ac:spMkLst>
        </pc:spChg>
        <pc:spChg chg="mod">
          <ac:chgData name="Navitha A/P. Gunalan" userId="ea7bfe52-eb47-41e4-a145-3fc04b43606e" providerId="ADAL" clId="{A248244B-BCEE-4B48-8E9E-40986DC52067}" dt="2023-09-11T14:11:03.933" v="177" actId="1076"/>
          <ac:spMkLst>
            <pc:docMk/>
            <pc:sldMk cId="450440537" sldId="265"/>
            <ac:spMk id="3" creationId="{6796F9D6-B4AF-4D5B-998E-470F05A6AD9E}"/>
          </ac:spMkLst>
        </pc:spChg>
      </pc:sldChg>
      <pc:sldChg chg="delSp modSp add">
        <pc:chgData name="Navitha A/P. Gunalan" userId="ea7bfe52-eb47-41e4-a145-3fc04b43606e" providerId="ADAL" clId="{A248244B-BCEE-4B48-8E9E-40986DC52067}" dt="2023-09-11T14:14:04.859" v="191" actId="27636"/>
        <pc:sldMkLst>
          <pc:docMk/>
          <pc:sldMk cId="688803831" sldId="266"/>
        </pc:sldMkLst>
        <pc:spChg chg="del">
          <ac:chgData name="Navitha A/P. Gunalan" userId="ea7bfe52-eb47-41e4-a145-3fc04b43606e" providerId="ADAL" clId="{A248244B-BCEE-4B48-8E9E-40986DC52067}" dt="2023-09-11T14:11:15.113" v="181"/>
          <ac:spMkLst>
            <pc:docMk/>
            <pc:sldMk cId="688803831" sldId="266"/>
            <ac:spMk id="2" creationId="{A6699021-FAB7-44BC-BB82-E5BA076BD8EE}"/>
          </ac:spMkLst>
        </pc:spChg>
        <pc:spChg chg="mod">
          <ac:chgData name="Navitha A/P. Gunalan" userId="ea7bfe52-eb47-41e4-a145-3fc04b43606e" providerId="ADAL" clId="{A248244B-BCEE-4B48-8E9E-40986DC52067}" dt="2023-09-11T14:14:04.859" v="191" actId="27636"/>
          <ac:spMkLst>
            <pc:docMk/>
            <pc:sldMk cId="688803831" sldId="266"/>
            <ac:spMk id="3" creationId="{EE31A97E-11DF-45BC-B317-1951E702532E}"/>
          </ac:spMkLst>
        </pc:spChg>
      </pc:sldChg>
      <pc:sldChg chg="addSp modSp add">
        <pc:chgData name="Navitha A/P. Gunalan" userId="ea7bfe52-eb47-41e4-a145-3fc04b43606e" providerId="ADAL" clId="{A248244B-BCEE-4B48-8E9E-40986DC52067}" dt="2023-09-11T14:28:00.251" v="212" actId="1076"/>
        <pc:sldMkLst>
          <pc:docMk/>
          <pc:sldMk cId="2300135347" sldId="267"/>
        </pc:sldMkLst>
        <pc:spChg chg="mod">
          <ac:chgData name="Navitha A/P. Gunalan" userId="ea7bfe52-eb47-41e4-a145-3fc04b43606e" providerId="ADAL" clId="{A248244B-BCEE-4B48-8E9E-40986DC52067}" dt="2023-09-11T14:27:54.477" v="209" actId="1076"/>
          <ac:spMkLst>
            <pc:docMk/>
            <pc:sldMk cId="2300135347" sldId="267"/>
            <ac:spMk id="2" creationId="{960A2750-7E76-42CF-9591-B7EB917A5B80}"/>
          </ac:spMkLst>
        </pc:spChg>
        <pc:spChg chg="mod">
          <ac:chgData name="Navitha A/P. Gunalan" userId="ea7bfe52-eb47-41e4-a145-3fc04b43606e" providerId="ADAL" clId="{A248244B-BCEE-4B48-8E9E-40986DC52067}" dt="2023-09-11T14:27:43.916" v="205" actId="27636"/>
          <ac:spMkLst>
            <pc:docMk/>
            <pc:sldMk cId="2300135347" sldId="267"/>
            <ac:spMk id="3" creationId="{F6CB9A5B-11FE-4143-BE7A-A4F27A97CFC2}"/>
          </ac:spMkLst>
        </pc:spChg>
        <pc:picChg chg="add mod">
          <ac:chgData name="Navitha A/P. Gunalan" userId="ea7bfe52-eb47-41e4-a145-3fc04b43606e" providerId="ADAL" clId="{A248244B-BCEE-4B48-8E9E-40986DC52067}" dt="2023-09-11T14:28:00.251" v="212" actId="1076"/>
          <ac:picMkLst>
            <pc:docMk/>
            <pc:sldMk cId="2300135347" sldId="267"/>
            <ac:picMk id="4" creationId="{3C9D1853-C8B1-4D70-9BD9-700C35981058}"/>
          </ac:picMkLst>
        </pc:picChg>
      </pc:sldChg>
      <pc:sldChg chg="addSp delSp modSp add">
        <pc:chgData name="Navitha A/P. Gunalan" userId="ea7bfe52-eb47-41e4-a145-3fc04b43606e" providerId="ADAL" clId="{A248244B-BCEE-4B48-8E9E-40986DC52067}" dt="2023-09-11T14:32:54.302" v="268" actId="1076"/>
        <pc:sldMkLst>
          <pc:docMk/>
          <pc:sldMk cId="4043139913" sldId="268"/>
        </pc:sldMkLst>
        <pc:spChg chg="del">
          <ac:chgData name="Navitha A/P. Gunalan" userId="ea7bfe52-eb47-41e4-a145-3fc04b43606e" providerId="ADAL" clId="{A248244B-BCEE-4B48-8E9E-40986DC52067}" dt="2023-09-11T14:29:50.976" v="216"/>
          <ac:spMkLst>
            <pc:docMk/>
            <pc:sldMk cId="4043139913" sldId="268"/>
            <ac:spMk id="2" creationId="{51B5ABE2-46C5-43D9-B810-2B364F6DEE5B}"/>
          </ac:spMkLst>
        </pc:spChg>
        <pc:spChg chg="mod">
          <ac:chgData name="Navitha A/P. Gunalan" userId="ea7bfe52-eb47-41e4-a145-3fc04b43606e" providerId="ADAL" clId="{A248244B-BCEE-4B48-8E9E-40986DC52067}" dt="2023-09-11T14:32:12.010" v="261" actId="20577"/>
          <ac:spMkLst>
            <pc:docMk/>
            <pc:sldMk cId="4043139913" sldId="268"/>
            <ac:spMk id="3" creationId="{A139E5B9-B791-40FD-89FE-1F182590F615}"/>
          </ac:spMkLst>
        </pc:spChg>
        <pc:spChg chg="add mod">
          <ac:chgData name="Navitha A/P. Gunalan" userId="ea7bfe52-eb47-41e4-a145-3fc04b43606e" providerId="ADAL" clId="{A248244B-BCEE-4B48-8E9E-40986DC52067}" dt="2023-09-11T14:32:54.302" v="268" actId="1076"/>
          <ac:spMkLst>
            <pc:docMk/>
            <pc:sldMk cId="4043139913" sldId="268"/>
            <ac:spMk id="4" creationId="{4F82C13B-AA96-464E-B0A2-C32E76155309}"/>
          </ac:spMkLst>
        </pc:spChg>
      </pc:sldChg>
      <pc:sldChg chg="addSp delSp modSp add">
        <pc:chgData name="Navitha A/P. Gunalan" userId="ea7bfe52-eb47-41e4-a145-3fc04b43606e" providerId="ADAL" clId="{A248244B-BCEE-4B48-8E9E-40986DC52067}" dt="2023-09-11T14:37:42.318" v="313" actId="14100"/>
        <pc:sldMkLst>
          <pc:docMk/>
          <pc:sldMk cId="1878061436" sldId="269"/>
        </pc:sldMkLst>
        <pc:spChg chg="mod">
          <ac:chgData name="Navitha A/P. Gunalan" userId="ea7bfe52-eb47-41e4-a145-3fc04b43606e" providerId="ADAL" clId="{A248244B-BCEE-4B48-8E9E-40986DC52067}" dt="2023-09-11T14:35:49.997" v="290" actId="1076"/>
          <ac:spMkLst>
            <pc:docMk/>
            <pc:sldMk cId="1878061436" sldId="269"/>
            <ac:spMk id="2" creationId="{93E3E581-77FD-4E5F-AC7B-CFC00FA643AD}"/>
          </ac:spMkLst>
        </pc:spChg>
        <pc:spChg chg="mod">
          <ac:chgData name="Navitha A/P. Gunalan" userId="ea7bfe52-eb47-41e4-a145-3fc04b43606e" providerId="ADAL" clId="{A248244B-BCEE-4B48-8E9E-40986DC52067}" dt="2023-09-11T14:36:57.724" v="296" actId="14100"/>
          <ac:spMkLst>
            <pc:docMk/>
            <pc:sldMk cId="1878061436" sldId="269"/>
            <ac:spMk id="3" creationId="{F5351E02-B48B-4CBF-8CA4-753A7F8DB3C4}"/>
          </ac:spMkLst>
        </pc:spChg>
        <pc:spChg chg="add del">
          <ac:chgData name="Navitha A/P. Gunalan" userId="ea7bfe52-eb47-41e4-a145-3fc04b43606e" providerId="ADAL" clId="{A248244B-BCEE-4B48-8E9E-40986DC52067}" dt="2023-09-11T14:37:03.063" v="300"/>
          <ac:spMkLst>
            <pc:docMk/>
            <pc:sldMk cId="1878061436" sldId="269"/>
            <ac:spMk id="5" creationId="{435E161B-DD95-46EE-9C20-73DAF5C0F75D}"/>
          </ac:spMkLst>
        </pc:spChg>
        <pc:spChg chg="add mod">
          <ac:chgData name="Navitha A/P. Gunalan" userId="ea7bfe52-eb47-41e4-a145-3fc04b43606e" providerId="ADAL" clId="{A248244B-BCEE-4B48-8E9E-40986DC52067}" dt="2023-09-11T14:37:42.318" v="313" actId="14100"/>
          <ac:spMkLst>
            <pc:docMk/>
            <pc:sldMk cId="1878061436" sldId="269"/>
            <ac:spMk id="6" creationId="{D9F5E8C4-664B-47CE-B33E-87B15EC4251C}"/>
          </ac:spMkLst>
        </pc:spChg>
        <pc:picChg chg="add mod">
          <ac:chgData name="Navitha A/P. Gunalan" userId="ea7bfe52-eb47-41e4-a145-3fc04b43606e" providerId="ADAL" clId="{A248244B-BCEE-4B48-8E9E-40986DC52067}" dt="2023-09-11T14:37:26.589" v="309" actId="1076"/>
          <ac:picMkLst>
            <pc:docMk/>
            <pc:sldMk cId="1878061436" sldId="269"/>
            <ac:picMk id="4" creationId="{361B7C9E-6F10-411D-AD77-871A420DBA74}"/>
          </ac:picMkLst>
        </pc:picChg>
      </pc:sldChg>
      <pc:sldChg chg="addSp delSp modSp add">
        <pc:chgData name="Navitha A/P. Gunalan" userId="ea7bfe52-eb47-41e4-a145-3fc04b43606e" providerId="ADAL" clId="{A248244B-BCEE-4B48-8E9E-40986DC52067}" dt="2023-09-11T14:39:03.325" v="319" actId="1076"/>
        <pc:sldMkLst>
          <pc:docMk/>
          <pc:sldMk cId="1058263736" sldId="270"/>
        </pc:sldMkLst>
        <pc:spChg chg="del">
          <ac:chgData name="Navitha A/P. Gunalan" userId="ea7bfe52-eb47-41e4-a145-3fc04b43606e" providerId="ADAL" clId="{A248244B-BCEE-4B48-8E9E-40986DC52067}" dt="2023-09-11T14:37:58.525" v="315"/>
          <ac:spMkLst>
            <pc:docMk/>
            <pc:sldMk cId="1058263736" sldId="270"/>
            <ac:spMk id="2" creationId="{05C1CC29-7F73-4F95-9F4A-2B1656A7FD33}"/>
          </ac:spMkLst>
        </pc:spChg>
        <pc:spChg chg="del">
          <ac:chgData name="Navitha A/P. Gunalan" userId="ea7bfe52-eb47-41e4-a145-3fc04b43606e" providerId="ADAL" clId="{A248244B-BCEE-4B48-8E9E-40986DC52067}" dt="2023-09-11T14:38:58.318" v="316"/>
          <ac:spMkLst>
            <pc:docMk/>
            <pc:sldMk cId="1058263736" sldId="270"/>
            <ac:spMk id="3" creationId="{2AB1A35D-DA34-437B-B60D-5C610F291BE2}"/>
          </ac:spMkLst>
        </pc:spChg>
        <pc:picChg chg="add mod">
          <ac:chgData name="Navitha A/P. Gunalan" userId="ea7bfe52-eb47-41e4-a145-3fc04b43606e" providerId="ADAL" clId="{A248244B-BCEE-4B48-8E9E-40986DC52067}" dt="2023-09-11T14:39:03.325" v="319" actId="1076"/>
          <ac:picMkLst>
            <pc:docMk/>
            <pc:sldMk cId="1058263736" sldId="270"/>
            <ac:picMk id="4" creationId="{BB875624-4CE7-47A5-B0BF-60D2599FCC64}"/>
          </ac:picMkLst>
        </pc:picChg>
      </pc:sldChg>
      <pc:sldChg chg="addSp delSp modSp add">
        <pc:chgData name="Navitha A/P. Gunalan" userId="ea7bfe52-eb47-41e4-a145-3fc04b43606e" providerId="ADAL" clId="{A248244B-BCEE-4B48-8E9E-40986DC52067}" dt="2023-09-11T14:45:26.172" v="359" actId="1076"/>
        <pc:sldMkLst>
          <pc:docMk/>
          <pc:sldMk cId="629749695" sldId="271"/>
        </pc:sldMkLst>
        <pc:spChg chg="del">
          <ac:chgData name="Navitha A/P. Gunalan" userId="ea7bfe52-eb47-41e4-a145-3fc04b43606e" providerId="ADAL" clId="{A248244B-BCEE-4B48-8E9E-40986DC52067}" dt="2023-09-11T14:39:53.495" v="326"/>
          <ac:spMkLst>
            <pc:docMk/>
            <pc:sldMk cId="629749695" sldId="271"/>
            <ac:spMk id="2" creationId="{069AC6BB-E576-42A9-AB78-92108677CE50}"/>
          </ac:spMkLst>
        </pc:spChg>
        <pc:spChg chg="mod">
          <ac:chgData name="Navitha A/P. Gunalan" userId="ea7bfe52-eb47-41e4-a145-3fc04b43606e" providerId="ADAL" clId="{A248244B-BCEE-4B48-8E9E-40986DC52067}" dt="2023-09-11T14:41:44.286" v="340" actId="27636"/>
          <ac:spMkLst>
            <pc:docMk/>
            <pc:sldMk cId="629749695" sldId="271"/>
            <ac:spMk id="3" creationId="{79A59AD0-6568-4E97-AC60-F129082899CD}"/>
          </ac:spMkLst>
        </pc:spChg>
        <pc:spChg chg="add mod">
          <ac:chgData name="Navitha A/P. Gunalan" userId="ea7bfe52-eb47-41e4-a145-3fc04b43606e" providerId="ADAL" clId="{A248244B-BCEE-4B48-8E9E-40986DC52067}" dt="2023-09-11T14:45:26.172" v="359" actId="1076"/>
          <ac:spMkLst>
            <pc:docMk/>
            <pc:sldMk cId="629749695" sldId="271"/>
            <ac:spMk id="4" creationId="{D4023D57-C275-44B4-9824-B9C426557BDC}"/>
          </ac:spMkLst>
        </pc:spChg>
      </pc:sldChg>
      <pc:sldChg chg="add del">
        <pc:chgData name="Navitha A/P. Gunalan" userId="ea7bfe52-eb47-41e4-a145-3fc04b43606e" providerId="ADAL" clId="{A248244B-BCEE-4B48-8E9E-40986DC52067}" dt="2023-09-11T14:51:40.908" v="361" actId="2696"/>
        <pc:sldMkLst>
          <pc:docMk/>
          <pc:sldMk cId="882489885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09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7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25400" ty="6350" sx="71000" sy="71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75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3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5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9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0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/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39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7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10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A97CACF-DCE1-44AA-9C9F-24AC3127689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62EA10E-EBED-4A4A-B4F6-952823CEE25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877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F038-EBBB-46E9-9400-12B09CF947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4: Decision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F0B11-C78B-43D6-92C7-F9C9FB141A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59BF-BD5B-4D92-A909-C003F6C5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/>
              <a:t>Learning 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47F02-68D6-4144-9F22-A0BCF98E9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4.1 Python if statement </a:t>
            </a:r>
          </a:p>
          <a:p>
            <a:r>
              <a:rPr lang="en-US" dirty="0"/>
              <a:t>4.2 Python if-else statement </a:t>
            </a:r>
          </a:p>
          <a:p>
            <a:r>
              <a:rPr lang="en-US" dirty="0"/>
              <a:t>4.3 Python if-</a:t>
            </a:r>
            <a:r>
              <a:rPr lang="en-US" dirty="0" err="1"/>
              <a:t>elif</a:t>
            </a:r>
            <a:r>
              <a:rPr lang="en-US" dirty="0"/>
              <a:t>-else statement </a:t>
            </a:r>
          </a:p>
          <a:p>
            <a:r>
              <a:rPr lang="en-US" dirty="0"/>
              <a:t>4.4 Exception handling </a:t>
            </a:r>
          </a:p>
          <a:p>
            <a:r>
              <a:rPr lang="en-US" dirty="0"/>
              <a:t>4.5 Boolean expressions and data type </a:t>
            </a:r>
          </a:p>
          <a:p>
            <a:r>
              <a:rPr lang="en-US" dirty="0"/>
              <a:t>4.6 Sequences of decisions and nested decision </a:t>
            </a:r>
          </a:p>
          <a:p>
            <a:r>
              <a:rPr lang="en-US" dirty="0"/>
              <a:t>structures</a:t>
            </a:r>
          </a:p>
        </p:txBody>
      </p:sp>
    </p:spTree>
    <p:extLst>
      <p:ext uri="{BB962C8B-B14F-4D97-AF65-F5344CB8AC3E}">
        <p14:creationId xmlns:p14="http://schemas.microsoft.com/office/powerpoint/2010/main" val="298569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61B9-D9D9-4A42-83F5-18A3E2D8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4.1 Python if statement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6BA63-0526-441C-8288-054A962C7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01906"/>
            <a:ext cx="9975566" cy="4507454"/>
          </a:xfrm>
        </p:spPr>
        <p:txBody>
          <a:bodyPr/>
          <a:lstStyle/>
          <a:p>
            <a:r>
              <a:rPr lang="en-MY" dirty="0"/>
              <a:t>A </a:t>
            </a:r>
            <a:r>
              <a:rPr lang="en-MY" i="1" dirty="0"/>
              <a:t>control structure </a:t>
            </a:r>
            <a:r>
              <a:rPr lang="en-MY" dirty="0"/>
              <a:t>is a logical design that controls the order in which a set of statements execute.</a:t>
            </a:r>
          </a:p>
          <a:p>
            <a:r>
              <a:rPr lang="en-MY" dirty="0"/>
              <a:t>An if statement is used as a form of conditional programming; something you probably do every day in the real world. That is, you need to </a:t>
            </a:r>
            <a:r>
              <a:rPr lang="en-MY" u="sng" dirty="0">
                <a:solidFill>
                  <a:srgbClr val="FF0000"/>
                </a:solidFill>
              </a:rPr>
              <a:t>decide whether </a:t>
            </a:r>
            <a:r>
              <a:rPr lang="en-MY" u="sng" dirty="0"/>
              <a:t>you are going to have tea or coffee or to decide if you will have toast or a muffin for breakfast etc.</a:t>
            </a:r>
            <a:r>
              <a:rPr lang="en-MY" dirty="0"/>
              <a:t> In each of these cases you are </a:t>
            </a:r>
            <a:r>
              <a:rPr lang="en-MY" u="sng" dirty="0">
                <a:solidFill>
                  <a:srgbClr val="FF0000"/>
                </a:solidFill>
              </a:rPr>
              <a:t>making a choice</a:t>
            </a:r>
            <a:r>
              <a:rPr lang="en-MY" u="sng" dirty="0"/>
              <a:t>, usually based on some information such as I had coffee yesterday, so I will have tea today. </a:t>
            </a: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2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D7EBAD-702B-4715-9042-DA36479EDAC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107" y="2026305"/>
            <a:ext cx="4101352" cy="37828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7733A2-D0DB-402B-9C6A-AD78100561E0}"/>
              </a:ext>
            </a:extLst>
          </p:cNvPr>
          <p:cNvSpPr/>
          <p:nvPr/>
        </p:nvSpPr>
        <p:spPr>
          <a:xfrm>
            <a:off x="5334000" y="2501053"/>
            <a:ext cx="6217024" cy="1855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MY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flowchart, the diamond symbol indicates some condition that must be tested. In this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MY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case, we are determining whether the condition Cold outside is true or false. If this condition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true, the action Wear a coat is performed. If the condition is false, the action is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MY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skipped. The action is </a:t>
            </a:r>
            <a:r>
              <a:rPr lang="en-MY" i="1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conditionally executed </a:t>
            </a:r>
            <a:r>
              <a:rPr lang="en-MY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because it is performed only when a certain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MY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 is true.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E84B3A-4974-4351-A288-97B63687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325" y="411163"/>
            <a:ext cx="9720263" cy="906462"/>
          </a:xfrm>
        </p:spPr>
        <p:txBody>
          <a:bodyPr/>
          <a:lstStyle/>
          <a:p>
            <a:pPr algn="ctr"/>
            <a:r>
              <a:rPr lang="en-US" dirty="0"/>
              <a:t>4.2 Python if-else statement</a:t>
            </a:r>
          </a:p>
        </p:txBody>
      </p:sp>
    </p:spTree>
    <p:extLst>
      <p:ext uri="{BB962C8B-B14F-4D97-AF65-F5344CB8AC3E}">
        <p14:creationId xmlns:p14="http://schemas.microsoft.com/office/powerpoint/2010/main" val="353498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001B-4AF7-48E2-949A-94F5170D9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422" y="578224"/>
            <a:ext cx="7460966" cy="2017059"/>
          </a:xfrm>
          <a:solidFill>
            <a:schemeClr val="accent3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b="1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condition: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b="1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# code block to execute if the condition is true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b="1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else: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b="1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# code block to execute if the condition is false (optional)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1E96E-A898-4813-BEE8-15A2F609A3DB}"/>
              </a:ext>
            </a:extLst>
          </p:cNvPr>
          <p:cNvSpPr/>
          <p:nvPr/>
        </p:nvSpPr>
        <p:spPr>
          <a:xfrm>
            <a:off x="977154" y="3100064"/>
            <a:ext cx="4334434" cy="230832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x = 10</a:t>
            </a:r>
          </a:p>
          <a:p>
            <a:endParaRPr lang="en-US" sz="2400" dirty="0"/>
          </a:p>
          <a:p>
            <a:r>
              <a:rPr lang="en-US" sz="2400" dirty="0"/>
              <a:t>if x &gt; 5:</a:t>
            </a:r>
          </a:p>
          <a:p>
            <a:r>
              <a:rPr lang="en-US" sz="2400" dirty="0"/>
              <a:t>    print("x is greater than 5")</a:t>
            </a:r>
          </a:p>
          <a:p>
            <a:r>
              <a:rPr lang="en-US" sz="2400" dirty="0"/>
              <a:t>else:</a:t>
            </a:r>
          </a:p>
          <a:p>
            <a:r>
              <a:rPr lang="en-US" sz="2400" dirty="0"/>
              <a:t>    print("x is not greater than 5")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DBB1BB-10C5-4174-B6EB-22371579E6ED}"/>
              </a:ext>
            </a:extLst>
          </p:cNvPr>
          <p:cNvSpPr/>
          <p:nvPr/>
        </p:nvSpPr>
        <p:spPr>
          <a:xfrm>
            <a:off x="5695905" y="3108556"/>
            <a:ext cx="4846589" cy="230832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age = 18</a:t>
            </a:r>
          </a:p>
          <a:p>
            <a:endParaRPr lang="en-US" sz="2400" dirty="0"/>
          </a:p>
          <a:p>
            <a:r>
              <a:rPr lang="en-US" sz="2400" dirty="0"/>
              <a:t>if age &gt;= 18:</a:t>
            </a:r>
          </a:p>
          <a:p>
            <a:r>
              <a:rPr lang="en-US" sz="2400" dirty="0"/>
              <a:t>    print("You are eligible to vote.")</a:t>
            </a:r>
          </a:p>
          <a:p>
            <a:r>
              <a:rPr lang="en-US" sz="2400" dirty="0"/>
              <a:t>else:</a:t>
            </a:r>
          </a:p>
          <a:p>
            <a:r>
              <a:rPr lang="en-US" sz="2400" dirty="0"/>
              <a:t>    print("You are not eligible to vote.")</a:t>
            </a:r>
          </a:p>
        </p:txBody>
      </p:sp>
    </p:spTree>
    <p:extLst>
      <p:ext uri="{BB962C8B-B14F-4D97-AF65-F5344CB8AC3E}">
        <p14:creationId xmlns:p14="http://schemas.microsoft.com/office/powerpoint/2010/main" val="2868274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9E91-40E5-4A7E-B571-3B5C8C96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RELATIONAL OPERATORS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A2FB43-BDA8-4A79-BB4D-394607D0F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628" y="2708068"/>
            <a:ext cx="9322577" cy="298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2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BAAA7-55E4-460B-B6F1-43FEE5FDC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975" y="100852"/>
            <a:ext cx="5470802" cy="6656295"/>
          </a:xfrm>
          <a:solidFill>
            <a:schemeClr val="accent1">
              <a:lumMod val="75000"/>
            </a:schemeClr>
          </a:solidFill>
        </p:spPr>
        <p:txBody>
          <a:bodyPr>
            <a:normAutofit fontScale="77500" lnSpcReduction="20000"/>
          </a:bodyPr>
          <a:lstStyle/>
          <a:p>
            <a:r>
              <a:rPr lang="en-US" dirty="0"/>
              <a:t>1 # This program gets three test scores and displays</a:t>
            </a:r>
          </a:p>
          <a:p>
            <a:r>
              <a:rPr lang="en-US" dirty="0"/>
              <a:t>2 # their average. It congratulates the user if the</a:t>
            </a:r>
          </a:p>
          <a:p>
            <a:r>
              <a:rPr lang="en-US" dirty="0"/>
              <a:t>3 # average is a high score.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 # The HIGH_SCORE named constant holds the value that is</a:t>
            </a:r>
          </a:p>
          <a:p>
            <a:r>
              <a:rPr lang="en-US" dirty="0"/>
              <a:t>6 # considered a high score.</a:t>
            </a:r>
          </a:p>
          <a:p>
            <a:r>
              <a:rPr lang="en-US" dirty="0"/>
              <a:t>7 HIGH_SCORE = 95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9 # Get the three test scores.</a:t>
            </a:r>
          </a:p>
          <a:p>
            <a:r>
              <a:rPr lang="en-US" dirty="0"/>
              <a:t>10 test1 = int(input('Enter the score for test 1: ' ))</a:t>
            </a:r>
          </a:p>
          <a:p>
            <a:r>
              <a:rPr lang="en-US" dirty="0"/>
              <a:t>11 test2 = int(input('Enter the score for test 2: ' ))</a:t>
            </a:r>
          </a:p>
          <a:p>
            <a:r>
              <a:rPr lang="en-US" dirty="0"/>
              <a:t>12 test3 = int(input('Enter the score for test 3: ' ))</a:t>
            </a:r>
          </a:p>
          <a:p>
            <a:r>
              <a:rPr lang="en-US" dirty="0"/>
              <a:t>13</a:t>
            </a:r>
          </a:p>
          <a:p>
            <a:r>
              <a:rPr lang="en-US" dirty="0"/>
              <a:t>14 # Calculate the average test score.</a:t>
            </a:r>
          </a:p>
          <a:p>
            <a:r>
              <a:rPr lang="en-US" dirty="0"/>
              <a:t>15 average = (test1 + test2 + test3) / 3</a:t>
            </a:r>
          </a:p>
          <a:p>
            <a:r>
              <a:rPr lang="en-US" dirty="0"/>
              <a:t>16</a:t>
            </a:r>
          </a:p>
          <a:p>
            <a:r>
              <a:rPr lang="en-US" dirty="0"/>
              <a:t>17 # Print the average.</a:t>
            </a:r>
          </a:p>
          <a:p>
            <a:r>
              <a:rPr lang="en-US" dirty="0"/>
              <a:t>18 print(</a:t>
            </a:r>
            <a:r>
              <a:rPr lang="en-US" dirty="0" err="1"/>
              <a:t>f'The</a:t>
            </a:r>
            <a:r>
              <a:rPr lang="en-US" dirty="0"/>
              <a:t> average score is {average}.')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444A5-3789-45C0-86C1-54A3C899CEA4}"/>
              </a:ext>
            </a:extLst>
          </p:cNvPr>
          <p:cNvSpPr txBox="1"/>
          <p:nvPr/>
        </p:nvSpPr>
        <p:spPr>
          <a:xfrm>
            <a:off x="6508375" y="753035"/>
            <a:ext cx="4733365" cy="507831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20 # If the average is a high score, </a:t>
            </a:r>
          </a:p>
          <a:p>
            <a:r>
              <a:rPr lang="en-US" dirty="0"/>
              <a:t>21 # congratulate the user. </a:t>
            </a:r>
          </a:p>
          <a:p>
            <a:r>
              <a:rPr lang="en-US" dirty="0"/>
              <a:t>22 if average &gt;= HIGH_SCORE: </a:t>
            </a:r>
          </a:p>
          <a:p>
            <a:r>
              <a:rPr lang="en-US" dirty="0"/>
              <a:t>23 print('Congratulations!’) </a:t>
            </a:r>
          </a:p>
          <a:p>
            <a:r>
              <a:rPr lang="en-US" dirty="0"/>
              <a:t>24 print('That is a great average!’) </a:t>
            </a:r>
          </a:p>
          <a:p>
            <a:endParaRPr lang="en-US" dirty="0"/>
          </a:p>
          <a:p>
            <a:r>
              <a:rPr lang="en-US" dirty="0"/>
              <a:t>Program Output (with input shown in bold) </a:t>
            </a:r>
          </a:p>
          <a:p>
            <a:r>
              <a:rPr lang="en-US" dirty="0"/>
              <a:t>Enter the score for test 1: 82 </a:t>
            </a:r>
          </a:p>
          <a:p>
            <a:r>
              <a:rPr lang="en-US" dirty="0"/>
              <a:t>Enter the score for test 2: 76 </a:t>
            </a:r>
          </a:p>
          <a:p>
            <a:r>
              <a:rPr lang="en-US" dirty="0"/>
              <a:t>Enter the score for test 3: 91 </a:t>
            </a:r>
          </a:p>
          <a:p>
            <a:r>
              <a:rPr lang="en-US" dirty="0"/>
              <a:t>The average score is 83.0. </a:t>
            </a:r>
          </a:p>
          <a:p>
            <a:endParaRPr lang="en-US" dirty="0"/>
          </a:p>
          <a:p>
            <a:r>
              <a:rPr lang="en-US" dirty="0"/>
              <a:t>Program Output (with input shown in bold) </a:t>
            </a:r>
          </a:p>
          <a:p>
            <a:r>
              <a:rPr lang="en-US" dirty="0"/>
              <a:t>Enter the score for test 1: 93 </a:t>
            </a:r>
          </a:p>
          <a:p>
            <a:r>
              <a:rPr lang="en-US" dirty="0"/>
              <a:t>Enter the score for test 2: 99 </a:t>
            </a:r>
          </a:p>
          <a:p>
            <a:r>
              <a:rPr lang="en-US" dirty="0"/>
              <a:t>Enter the score for test 3: 96 </a:t>
            </a:r>
          </a:p>
          <a:p>
            <a:r>
              <a:rPr lang="en-US" dirty="0"/>
              <a:t>Enter The average score is 96.0. Congratulations! That is a great average!</a:t>
            </a:r>
          </a:p>
        </p:txBody>
      </p:sp>
    </p:spTree>
    <p:extLst>
      <p:ext uri="{BB962C8B-B14F-4D97-AF65-F5344CB8AC3E}">
        <p14:creationId xmlns:p14="http://schemas.microsoft.com/office/powerpoint/2010/main" val="346486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BAAA7-55E4-460B-B6F1-43FEE5FDC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080" y="80682"/>
            <a:ext cx="5470802" cy="6696635"/>
          </a:xfrm>
          <a:solidFill>
            <a:schemeClr val="accent3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1 # Named constants to represent the base hours and</a:t>
            </a:r>
          </a:p>
          <a:p>
            <a:r>
              <a:rPr lang="en-US" sz="1800" dirty="0"/>
              <a:t>2 # the overtime multiplier.</a:t>
            </a:r>
          </a:p>
          <a:p>
            <a:r>
              <a:rPr lang="en-US" sz="1800" dirty="0"/>
              <a:t>3 BASE_HOURS = 40 # Base hours per week</a:t>
            </a:r>
          </a:p>
          <a:p>
            <a:r>
              <a:rPr lang="en-US" sz="1800" dirty="0"/>
              <a:t>4 OT_MULTIPLIER = 1.5 # Overtime multiplier</a:t>
            </a:r>
          </a:p>
          <a:p>
            <a:r>
              <a:rPr lang="en-US" sz="1800" dirty="0"/>
              <a:t>5</a:t>
            </a:r>
          </a:p>
          <a:p>
            <a:r>
              <a:rPr lang="en-US" sz="1800" dirty="0"/>
              <a:t>6 # Get the hours worked and the hourly pay rate.</a:t>
            </a:r>
          </a:p>
          <a:p>
            <a:r>
              <a:rPr lang="en-US" sz="1800" dirty="0"/>
              <a:t>7 hours = float(input('Enter the number of hours worked: '))</a:t>
            </a:r>
          </a:p>
          <a:p>
            <a:r>
              <a:rPr lang="en-US" sz="1800" dirty="0"/>
              <a:t>8 </a:t>
            </a:r>
            <a:r>
              <a:rPr lang="en-US" sz="1800" dirty="0" err="1"/>
              <a:t>pay_rate</a:t>
            </a:r>
            <a:r>
              <a:rPr lang="en-US" sz="1800" dirty="0"/>
              <a:t> = float(input('Enter the hourly pay rate: '))</a:t>
            </a:r>
          </a:p>
          <a:p>
            <a:r>
              <a:rPr lang="en-US" sz="1800" dirty="0"/>
              <a:t>9</a:t>
            </a:r>
          </a:p>
          <a:p>
            <a:r>
              <a:rPr lang="en-US" sz="1800" dirty="0"/>
              <a:t>10 # Calculate and display the gross pay.</a:t>
            </a:r>
          </a:p>
          <a:p>
            <a:r>
              <a:rPr lang="en-US" sz="1800" dirty="0"/>
              <a:t>11 if hours &gt; BASE_HOURS:</a:t>
            </a:r>
          </a:p>
          <a:p>
            <a:r>
              <a:rPr lang="en-US" sz="1800" dirty="0"/>
              <a:t>12 # Calculate the gross pay with overtime.</a:t>
            </a:r>
          </a:p>
          <a:p>
            <a:r>
              <a:rPr lang="en-US" sz="1800" dirty="0"/>
              <a:t>13 # First, get the number of overtime hours worked.</a:t>
            </a:r>
          </a:p>
          <a:p>
            <a:r>
              <a:rPr lang="en-US" sz="1800" dirty="0"/>
              <a:t>14 </a:t>
            </a:r>
            <a:r>
              <a:rPr lang="en-US" sz="1800" dirty="0" err="1"/>
              <a:t>overtime_hours</a:t>
            </a:r>
            <a:r>
              <a:rPr lang="en-US" sz="1800" dirty="0"/>
              <a:t> = hours − BASE_HOURS</a:t>
            </a:r>
          </a:p>
          <a:p>
            <a:r>
              <a:rPr lang="en-US" sz="1800" dirty="0"/>
              <a:t>15</a:t>
            </a:r>
          </a:p>
          <a:p>
            <a:r>
              <a:rPr lang="en-US" sz="1800" dirty="0"/>
              <a:t>16 # Calculate the amount of overtime pay.</a:t>
            </a:r>
          </a:p>
          <a:p>
            <a:r>
              <a:rPr lang="en-US" sz="1800" dirty="0"/>
              <a:t>17 </a:t>
            </a:r>
            <a:r>
              <a:rPr lang="en-US" sz="1800" dirty="0" err="1"/>
              <a:t>overtime_pay</a:t>
            </a:r>
            <a:r>
              <a:rPr lang="en-US" sz="1800" dirty="0"/>
              <a:t> = </a:t>
            </a:r>
            <a:r>
              <a:rPr lang="en-US" sz="1800" dirty="0" err="1"/>
              <a:t>overtime_hours</a:t>
            </a:r>
            <a:r>
              <a:rPr lang="en-US" sz="1800" dirty="0"/>
              <a:t> * </a:t>
            </a:r>
            <a:r>
              <a:rPr lang="en-US" sz="1800" dirty="0" err="1"/>
              <a:t>pay_rate</a:t>
            </a:r>
            <a:r>
              <a:rPr lang="en-US" sz="1800" dirty="0"/>
              <a:t> * OT_MULTIPLIE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444A5-3789-45C0-86C1-54A3C899CEA4}"/>
              </a:ext>
            </a:extLst>
          </p:cNvPr>
          <p:cNvSpPr txBox="1"/>
          <p:nvPr/>
        </p:nvSpPr>
        <p:spPr>
          <a:xfrm>
            <a:off x="6508375" y="753035"/>
            <a:ext cx="4733365" cy="535531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# Calculate the gross pay.</a:t>
            </a:r>
          </a:p>
          <a:p>
            <a:r>
              <a:rPr lang="en-US" dirty="0"/>
              <a:t>20 </a:t>
            </a:r>
            <a:r>
              <a:rPr lang="en-US" dirty="0" err="1"/>
              <a:t>gross_pay</a:t>
            </a:r>
            <a:r>
              <a:rPr lang="en-US" dirty="0"/>
              <a:t> = BASE_HOURS * </a:t>
            </a:r>
            <a:r>
              <a:rPr lang="en-US" dirty="0" err="1"/>
              <a:t>pay_rate</a:t>
            </a:r>
            <a:r>
              <a:rPr lang="en-US" dirty="0"/>
              <a:t> + </a:t>
            </a:r>
            <a:r>
              <a:rPr lang="en-US" dirty="0" err="1"/>
              <a:t>overtime_pay</a:t>
            </a:r>
            <a:endParaRPr lang="en-US" dirty="0"/>
          </a:p>
          <a:p>
            <a:r>
              <a:rPr lang="en-US" dirty="0"/>
              <a:t>21 else:</a:t>
            </a:r>
          </a:p>
          <a:p>
            <a:r>
              <a:rPr lang="en-US" dirty="0"/>
              <a:t>22 # Calculate the gross pay without overtime.</a:t>
            </a:r>
          </a:p>
          <a:p>
            <a:r>
              <a:rPr lang="en-US" dirty="0"/>
              <a:t>23 </a:t>
            </a:r>
            <a:r>
              <a:rPr lang="en-US" dirty="0" err="1"/>
              <a:t>gross_pay</a:t>
            </a:r>
            <a:r>
              <a:rPr lang="en-US" dirty="0"/>
              <a:t> = hours * </a:t>
            </a:r>
            <a:r>
              <a:rPr lang="en-US" dirty="0" err="1"/>
              <a:t>pay_rate</a:t>
            </a:r>
            <a:endParaRPr lang="en-US" dirty="0"/>
          </a:p>
          <a:p>
            <a:r>
              <a:rPr lang="en-US" dirty="0"/>
              <a:t>24</a:t>
            </a:r>
          </a:p>
          <a:p>
            <a:r>
              <a:rPr lang="en-US" dirty="0"/>
              <a:t>25 # Display the gross pay.</a:t>
            </a:r>
          </a:p>
          <a:p>
            <a:r>
              <a:rPr lang="en-US" dirty="0"/>
              <a:t>26 print(</a:t>
            </a:r>
            <a:r>
              <a:rPr lang="en-US" dirty="0" err="1"/>
              <a:t>f'The</a:t>
            </a:r>
            <a:r>
              <a:rPr lang="en-US" dirty="0"/>
              <a:t> gross pay is RM{gross_pay:,.2f}.’)</a:t>
            </a:r>
          </a:p>
          <a:p>
            <a:endParaRPr lang="en-US" dirty="0"/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the number of hours worked: 40</a:t>
            </a:r>
          </a:p>
          <a:p>
            <a:r>
              <a:rPr lang="en-US" dirty="0"/>
              <a:t>Enter the hourly pay rate: 20 </a:t>
            </a:r>
          </a:p>
          <a:p>
            <a:r>
              <a:rPr lang="en-US" dirty="0"/>
              <a:t>The gross pay is RM800.00.</a:t>
            </a:r>
          </a:p>
          <a:p>
            <a:endParaRPr lang="en-US" dirty="0"/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the number of hours worked: 50 </a:t>
            </a:r>
          </a:p>
          <a:p>
            <a:r>
              <a:rPr lang="en-US" dirty="0"/>
              <a:t>Enter the hourly pay rate: 20</a:t>
            </a:r>
          </a:p>
          <a:p>
            <a:r>
              <a:rPr lang="en-US" dirty="0"/>
              <a:t>The gross pay is RM1,100.00.</a:t>
            </a:r>
          </a:p>
        </p:txBody>
      </p:sp>
    </p:spTree>
    <p:extLst>
      <p:ext uri="{BB962C8B-B14F-4D97-AF65-F5344CB8AC3E}">
        <p14:creationId xmlns:p14="http://schemas.microsoft.com/office/powerpoint/2010/main" val="1831279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6F9D6-B4AF-4D5B-998E-470F05A6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4634" y="181535"/>
            <a:ext cx="5340814" cy="6494930"/>
          </a:xfrm>
          <a:solidFill>
            <a:srgbClr val="008000"/>
          </a:solidFill>
        </p:spPr>
        <p:txBody>
          <a:bodyPr>
            <a:normAutofit fontScale="77500" lnSpcReduction="20000"/>
          </a:bodyPr>
          <a:lstStyle/>
          <a:p>
            <a:r>
              <a:rPr lang="en-US" dirty="0"/>
              <a:t>1 # This program compares two strings.</a:t>
            </a:r>
          </a:p>
          <a:p>
            <a:r>
              <a:rPr lang="en-US" dirty="0"/>
              <a:t>2 # Get a password from the user.</a:t>
            </a:r>
          </a:p>
          <a:p>
            <a:r>
              <a:rPr lang="en-US" dirty="0"/>
              <a:t>3 password = input('Enter the password: ')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 # Determine whether the correct password</a:t>
            </a:r>
          </a:p>
          <a:p>
            <a:r>
              <a:rPr lang="en-US" dirty="0"/>
              <a:t>6 # was entered.</a:t>
            </a:r>
          </a:p>
          <a:p>
            <a:r>
              <a:rPr lang="en-US" dirty="0"/>
              <a:t>7 if password == '</a:t>
            </a:r>
            <a:r>
              <a:rPr lang="en-US" dirty="0" err="1"/>
              <a:t>prospero</a:t>
            </a:r>
            <a:r>
              <a:rPr lang="en-US" dirty="0"/>
              <a:t>':</a:t>
            </a:r>
          </a:p>
          <a:p>
            <a:r>
              <a:rPr lang="en-US" dirty="0"/>
              <a:t>8 print('Password accepted.')</a:t>
            </a:r>
          </a:p>
          <a:p>
            <a:r>
              <a:rPr lang="en-US" dirty="0"/>
              <a:t>9 else:</a:t>
            </a:r>
          </a:p>
          <a:p>
            <a:r>
              <a:rPr lang="en-US" dirty="0"/>
              <a:t>10 print('Sorry, that is the wrong password.’)</a:t>
            </a:r>
          </a:p>
          <a:p>
            <a:endParaRPr lang="en-US" dirty="0"/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the password: </a:t>
            </a:r>
            <a:r>
              <a:rPr lang="en-US" dirty="0" err="1"/>
              <a:t>ferdinand</a:t>
            </a:r>
            <a:endParaRPr lang="en-US" dirty="0"/>
          </a:p>
          <a:p>
            <a:r>
              <a:rPr lang="en-US" dirty="0"/>
              <a:t>Sorry, that is the wrong password.</a:t>
            </a:r>
          </a:p>
          <a:p>
            <a:endParaRPr lang="en-US" dirty="0"/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the password: </a:t>
            </a:r>
            <a:r>
              <a:rPr lang="en-US" dirty="0" err="1"/>
              <a:t>prospero</a:t>
            </a:r>
            <a:r>
              <a:rPr lang="en-US" dirty="0"/>
              <a:t> Enter</a:t>
            </a:r>
          </a:p>
          <a:p>
            <a:r>
              <a:rPr lang="en-US" dirty="0"/>
              <a:t>Password accepted.</a:t>
            </a:r>
          </a:p>
        </p:txBody>
      </p:sp>
    </p:spTree>
    <p:extLst>
      <p:ext uri="{BB962C8B-B14F-4D97-AF65-F5344CB8AC3E}">
        <p14:creationId xmlns:p14="http://schemas.microsoft.com/office/powerpoint/2010/main" val="450440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DDA26-1048-4D52-857C-1AAA4BD63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448459"/>
            <a:ext cx="9720072" cy="1499616"/>
          </a:xfrm>
        </p:spPr>
        <p:txBody>
          <a:bodyPr/>
          <a:lstStyle/>
          <a:p>
            <a:pPr algn="ctr"/>
            <a:r>
              <a:rPr lang="en-US" dirty="0"/>
              <a:t>4.3 Python if-</a:t>
            </a:r>
            <a:r>
              <a:rPr lang="en-US" dirty="0" err="1"/>
              <a:t>elif</a:t>
            </a:r>
            <a:r>
              <a:rPr lang="en-US" dirty="0"/>
              <a:t>-else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8A4A3-B300-46E1-A9BA-157C29E5D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860074"/>
          </a:xfrm>
        </p:spPr>
        <p:txBody>
          <a:bodyPr/>
          <a:lstStyle/>
          <a:p>
            <a:r>
              <a:rPr lang="en-US" dirty="0"/>
              <a:t>You can also have multiple </a:t>
            </a:r>
            <a:r>
              <a:rPr lang="en-US" dirty="0" err="1"/>
              <a:t>elif</a:t>
            </a:r>
            <a:r>
              <a:rPr lang="en-US" dirty="0"/>
              <a:t> (short for "else if") statements to check additional conditions: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6BBF9C-B46D-453E-B228-FA0BF28A5D2F}"/>
              </a:ext>
            </a:extLst>
          </p:cNvPr>
          <p:cNvSpPr/>
          <p:nvPr/>
        </p:nvSpPr>
        <p:spPr>
          <a:xfrm>
            <a:off x="2836164" y="3081663"/>
            <a:ext cx="6096000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just"/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x = 10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 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if x &gt; 20: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   print("x is greater than 20")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MY" b="1" dirty="0" err="1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elif</a:t>
            </a:r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x &gt; 10: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   print("x is greater than 10 but not greater than 20")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else: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    print("x is 10 or less")</a:t>
            </a:r>
            <a:endParaRPr lang="en-US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5684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1A97E-11DF-45BC-B317-1951E7025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3774" y="900953"/>
            <a:ext cx="6926401" cy="4316506"/>
          </a:xfrm>
          <a:solidFill>
            <a:srgbClr val="A432A4"/>
          </a:solidFill>
        </p:spPr>
        <p:txBody>
          <a:bodyPr>
            <a:normAutofit fontScale="92500" lnSpcReduction="10000"/>
          </a:bodyPr>
          <a:lstStyle/>
          <a:p>
            <a:r>
              <a:rPr lang="en-US" dirty="0"/>
              <a:t># Get the user's age as input</a:t>
            </a:r>
          </a:p>
          <a:p>
            <a:r>
              <a:rPr lang="en-US" dirty="0"/>
              <a:t>age = int(input("Please enter your age: "))</a:t>
            </a:r>
          </a:p>
          <a:p>
            <a:endParaRPr lang="en-US" dirty="0"/>
          </a:p>
          <a:p>
            <a:r>
              <a:rPr lang="en-US" dirty="0"/>
              <a:t># Check the age and provide a message based on it</a:t>
            </a:r>
          </a:p>
          <a:p>
            <a:r>
              <a:rPr lang="en-US" dirty="0"/>
              <a:t>if age &lt; 18:</a:t>
            </a:r>
          </a:p>
          <a:p>
            <a:r>
              <a:rPr lang="en-US" dirty="0"/>
              <a:t>    print("You are a minor.")</a:t>
            </a:r>
          </a:p>
          <a:p>
            <a:r>
              <a:rPr lang="en-US" dirty="0" err="1"/>
              <a:t>elif</a:t>
            </a:r>
            <a:r>
              <a:rPr lang="en-US" dirty="0"/>
              <a:t> age &gt;= 18 and age &lt; 65:</a:t>
            </a:r>
          </a:p>
          <a:p>
            <a:r>
              <a:rPr lang="en-US" dirty="0"/>
              <a:t>    print("You are an adult.")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    print("You are a senior citizen.")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03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2750-7E76-42CF-9591-B7EB917A5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70" y="128016"/>
            <a:ext cx="9720072" cy="1499616"/>
          </a:xfrm>
        </p:spPr>
        <p:txBody>
          <a:bodyPr/>
          <a:lstStyle/>
          <a:p>
            <a:r>
              <a:rPr lang="en-US" dirty="0"/>
              <a:t>Nested Decision Structures and the </a:t>
            </a:r>
            <a:br>
              <a:rPr lang="en-US" dirty="0"/>
            </a:br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B9A5B-11FE-4143-BE7A-A4F27A97C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220225" cy="12371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test more than one condition, a decision structure can be nested inside another decision structure.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D1853-C8B1-4D70-9BD9-700C3598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885" y="885229"/>
            <a:ext cx="4509245" cy="597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35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9E5B9-B791-40FD-89FE-1F182590F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057" y="510988"/>
            <a:ext cx="5874214" cy="5836024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This program determines whether a bank customer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qualifies for a loan.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3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4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MIN_SALARY = 30000.0 # The minimum annual salary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5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MIN_YEARS = 2 # The minimum years on the job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6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7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Get the customer's annual salary.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8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salary = float(input('Enter your annual salary: '))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9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10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Get the number of years on the current job.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11 </a:t>
            </a:r>
            <a:r>
              <a:rPr lang="en-MY" sz="24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years_on_job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= int(input('Enter the number of ' +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12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'years employed: '))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13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14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Determine whether the customer qualifies.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15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if salary &gt;= MIN_SALARY: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16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if </a:t>
            </a:r>
            <a:r>
              <a:rPr lang="en-MY" sz="24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years_on_job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&gt;= MIN_YEARS: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17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print('You qualify for the loan.')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18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else: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19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print(</a:t>
            </a:r>
            <a:r>
              <a:rPr lang="en-MY" sz="24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f'You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must have been employed '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20 </a:t>
            </a:r>
            <a:r>
              <a:rPr lang="en-MY" sz="24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f'for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at least {MIN_YEARS} '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21 </a:t>
            </a:r>
            <a:r>
              <a:rPr lang="en-MY" sz="24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f'years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to qualify.')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22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else: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23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print(</a:t>
            </a:r>
            <a:r>
              <a:rPr lang="en-MY" sz="24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f'You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must earn at least RM'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24 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f'{MIN_SALARY:,.2f} '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MY" sz="24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25 </a:t>
            </a:r>
            <a:r>
              <a:rPr lang="en-MY" sz="24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f'per</a:t>
            </a:r>
            <a:r>
              <a:rPr lang="en-MY" sz="24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year to qualify.')</a:t>
            </a:r>
            <a:endParaRPr lang="en-US" sz="3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82C13B-AA96-464E-B0A2-C32E76155309}"/>
              </a:ext>
            </a:extLst>
          </p:cNvPr>
          <p:cNvSpPr/>
          <p:nvPr/>
        </p:nvSpPr>
        <p:spPr>
          <a:xfrm>
            <a:off x="6629401" y="1166842"/>
            <a:ext cx="5217458" cy="45243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your annual salary: 35000 </a:t>
            </a:r>
          </a:p>
          <a:p>
            <a:r>
              <a:rPr lang="en-US" dirty="0"/>
              <a:t>Enter the number of years employed: 1 </a:t>
            </a:r>
          </a:p>
          <a:p>
            <a:r>
              <a:rPr lang="en-US" dirty="0"/>
              <a:t>You must have been employed for at least 2 years to qualify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your annual salary: 25000 </a:t>
            </a:r>
          </a:p>
          <a:p>
            <a:r>
              <a:rPr lang="en-US" dirty="0"/>
              <a:t>Enter the number of years employed: 5 </a:t>
            </a:r>
          </a:p>
          <a:p>
            <a:r>
              <a:rPr lang="en-US" dirty="0"/>
              <a:t>You must earn at least RM 30,000.00 per year to qualify.</a:t>
            </a:r>
          </a:p>
          <a:p>
            <a:endParaRPr lang="en-US" dirty="0"/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your annual salary: 35000 </a:t>
            </a:r>
          </a:p>
          <a:p>
            <a:r>
              <a:rPr lang="en-US" dirty="0"/>
              <a:t>Enter the number of years employed: 5 </a:t>
            </a:r>
          </a:p>
          <a:p>
            <a:r>
              <a:rPr lang="en-US" dirty="0"/>
              <a:t>You qualify for the loan.</a:t>
            </a:r>
          </a:p>
        </p:txBody>
      </p:sp>
    </p:spTree>
    <p:extLst>
      <p:ext uri="{BB962C8B-B14F-4D97-AF65-F5344CB8AC3E}">
        <p14:creationId xmlns:p14="http://schemas.microsoft.com/office/powerpoint/2010/main" val="4043139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E581-77FD-4E5F-AC7B-CFC00FA6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0"/>
            <a:ext cx="9720072" cy="826725"/>
          </a:xfrm>
        </p:spPr>
        <p:txBody>
          <a:bodyPr/>
          <a:lstStyle/>
          <a:p>
            <a:pPr algn="ctr"/>
            <a:r>
              <a:rPr lang="en-US" dirty="0" err="1"/>
              <a:t>eXercise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51E02-B48B-4CBF-8CA4-753A7F8DB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712694"/>
            <a:ext cx="9720073" cy="712694"/>
          </a:xfrm>
        </p:spPr>
        <p:txBody>
          <a:bodyPr/>
          <a:lstStyle/>
          <a:p>
            <a:r>
              <a:rPr lang="en-US" dirty="0"/>
              <a:t>Dr. Suarez teaches a literature class and uses the following 10-point grading scale for all of his exams: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B7C9E-6F10-411D-AD77-871A420DB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7" y="2241348"/>
            <a:ext cx="4862060" cy="27609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F5E8C4-664B-47CE-B33E-87B15EC4251C}"/>
              </a:ext>
            </a:extLst>
          </p:cNvPr>
          <p:cNvSpPr/>
          <p:nvPr/>
        </p:nvSpPr>
        <p:spPr>
          <a:xfrm>
            <a:off x="5173395" y="1869141"/>
            <a:ext cx="65927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 has asked you to write a program that will allow a student to enter a test score and then display the grade for that score. Here is the algorithm that you will use:</a:t>
            </a:r>
          </a:p>
          <a:p>
            <a:endParaRPr lang="en-US" dirty="0"/>
          </a:p>
          <a:p>
            <a:r>
              <a:rPr lang="en-US" dirty="0"/>
              <a:t>1. Ask the user to enter a test score.</a:t>
            </a:r>
          </a:p>
          <a:p>
            <a:r>
              <a:rPr lang="en-US" dirty="0"/>
              <a:t>2. Determine the grade in the following manner:</a:t>
            </a:r>
          </a:p>
          <a:p>
            <a:endParaRPr lang="en-US" dirty="0"/>
          </a:p>
          <a:p>
            <a:r>
              <a:rPr lang="en-US" i="1" dirty="0"/>
              <a:t>If the score is greater than or equal to 90, then the grade is A.</a:t>
            </a:r>
          </a:p>
          <a:p>
            <a:r>
              <a:rPr lang="en-US" i="1" dirty="0"/>
              <a:t>Else, if the score is greater than or equal to 80, then the grade is B.</a:t>
            </a:r>
          </a:p>
          <a:p>
            <a:r>
              <a:rPr lang="en-US" i="1" dirty="0"/>
              <a:t>Else, if the score is greater than or equal to 70, then the grade is C.</a:t>
            </a:r>
          </a:p>
          <a:p>
            <a:r>
              <a:rPr lang="en-US" i="1" dirty="0"/>
              <a:t>Else, if the score is greater than or equal to 60, then the grade is D.</a:t>
            </a:r>
          </a:p>
          <a:p>
            <a:r>
              <a:rPr lang="en-US" i="1" dirty="0"/>
              <a:t>Else, the grade is F</a:t>
            </a:r>
          </a:p>
        </p:txBody>
      </p:sp>
    </p:spTree>
    <p:extLst>
      <p:ext uri="{BB962C8B-B14F-4D97-AF65-F5344CB8AC3E}">
        <p14:creationId xmlns:p14="http://schemas.microsoft.com/office/powerpoint/2010/main" val="187806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875624-4CE7-47A5-B0BF-60D2599FC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4588" y="758317"/>
            <a:ext cx="7459718" cy="534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6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59AD0-6568-4E97-AC60-F12908289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335" y="242046"/>
            <a:ext cx="4913922" cy="6615954"/>
          </a:xfrm>
          <a:solidFill>
            <a:srgbClr val="990033"/>
          </a:solidFill>
        </p:spPr>
        <p:txBody>
          <a:bodyPr>
            <a:normAutofit fontScale="77500" lnSpcReduction="20000"/>
          </a:bodyPr>
          <a:lstStyle/>
          <a:p>
            <a:r>
              <a:rPr lang="en-US" dirty="0"/>
              <a:t>1 # This program gets a numeric test score from the</a:t>
            </a:r>
          </a:p>
          <a:p>
            <a:r>
              <a:rPr lang="en-US" dirty="0"/>
              <a:t>2 # user and displays the corresponding letter grade.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4 # Named constants to represent the grade thresholds</a:t>
            </a:r>
          </a:p>
          <a:p>
            <a:r>
              <a:rPr lang="en-US" dirty="0"/>
              <a:t>5 A_SCORE = 90</a:t>
            </a:r>
          </a:p>
          <a:p>
            <a:r>
              <a:rPr lang="en-US" dirty="0"/>
              <a:t>6 B_SCORE = 80</a:t>
            </a:r>
          </a:p>
          <a:p>
            <a:r>
              <a:rPr lang="en-US" dirty="0"/>
              <a:t>7 C_SCORE = 70</a:t>
            </a:r>
          </a:p>
          <a:p>
            <a:r>
              <a:rPr lang="en-US" dirty="0"/>
              <a:t>8 D_SCORE = 60</a:t>
            </a:r>
          </a:p>
          <a:p>
            <a:r>
              <a:rPr lang="en-US" dirty="0"/>
              <a:t>9</a:t>
            </a:r>
          </a:p>
          <a:p>
            <a:r>
              <a:rPr lang="en-US" dirty="0"/>
              <a:t>10 # Get a test score from the user.</a:t>
            </a:r>
          </a:p>
          <a:p>
            <a:r>
              <a:rPr lang="en-US" dirty="0"/>
              <a:t>11 score = int(input('Enter your test score: '))</a:t>
            </a:r>
          </a:p>
          <a:p>
            <a:r>
              <a:rPr lang="en-US" dirty="0"/>
              <a:t>12</a:t>
            </a:r>
          </a:p>
          <a:p>
            <a:r>
              <a:rPr lang="en-US" dirty="0"/>
              <a:t>13 # Determine the grade.</a:t>
            </a:r>
          </a:p>
          <a:p>
            <a:r>
              <a:rPr lang="en-US" dirty="0"/>
              <a:t>14 if score &gt;= A_SCORE:</a:t>
            </a:r>
          </a:p>
          <a:p>
            <a:r>
              <a:rPr lang="en-US" dirty="0"/>
              <a:t>15 print('Your grade is A.')</a:t>
            </a:r>
          </a:p>
          <a:p>
            <a:r>
              <a:rPr lang="en-US" dirty="0"/>
              <a:t>16 else:</a:t>
            </a:r>
          </a:p>
          <a:p>
            <a:r>
              <a:rPr lang="en-US" dirty="0"/>
              <a:t>17 if score &gt;= B_SCORE:</a:t>
            </a:r>
          </a:p>
          <a:p>
            <a:r>
              <a:rPr lang="en-US" dirty="0"/>
              <a:t>18 print('Your grade is B.')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23D57-C275-44B4-9824-B9C426557BDC}"/>
              </a:ext>
            </a:extLst>
          </p:cNvPr>
          <p:cNvSpPr/>
          <p:nvPr/>
        </p:nvSpPr>
        <p:spPr>
          <a:xfrm>
            <a:off x="6096000" y="721809"/>
            <a:ext cx="5283198" cy="4524315"/>
          </a:xfrm>
          <a:prstGeom prst="rect">
            <a:avLst/>
          </a:prstGeom>
          <a:solidFill>
            <a:srgbClr val="006666"/>
          </a:solidFill>
        </p:spPr>
        <p:txBody>
          <a:bodyPr wrap="square">
            <a:spAutoFit/>
          </a:bodyPr>
          <a:lstStyle/>
          <a:p>
            <a:r>
              <a:rPr lang="en-US" dirty="0"/>
              <a:t>19 else:</a:t>
            </a:r>
          </a:p>
          <a:p>
            <a:r>
              <a:rPr lang="en-US" dirty="0"/>
              <a:t>20 if score &gt;= C_SCORE:</a:t>
            </a:r>
          </a:p>
          <a:p>
            <a:r>
              <a:rPr lang="en-US" dirty="0"/>
              <a:t>21 print('Your grade is C.')</a:t>
            </a:r>
          </a:p>
          <a:p>
            <a:r>
              <a:rPr lang="en-US" dirty="0"/>
              <a:t>22 else:</a:t>
            </a:r>
          </a:p>
          <a:p>
            <a:r>
              <a:rPr lang="en-US" dirty="0"/>
              <a:t>23 if score &gt;= D_SCORE:</a:t>
            </a:r>
          </a:p>
          <a:p>
            <a:r>
              <a:rPr lang="en-US" dirty="0"/>
              <a:t>24 print('Your grade is D.')</a:t>
            </a:r>
          </a:p>
          <a:p>
            <a:r>
              <a:rPr lang="en-US" dirty="0"/>
              <a:t>25 else:</a:t>
            </a:r>
          </a:p>
          <a:p>
            <a:r>
              <a:rPr lang="en-US" dirty="0"/>
              <a:t>26 print('Your grade is F.’)</a:t>
            </a:r>
          </a:p>
          <a:p>
            <a:endParaRPr lang="en-US" dirty="0"/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your test score: 78 </a:t>
            </a:r>
          </a:p>
          <a:p>
            <a:r>
              <a:rPr lang="en-US" dirty="0"/>
              <a:t>Your grade is C.</a:t>
            </a:r>
          </a:p>
          <a:p>
            <a:endParaRPr lang="en-US" dirty="0"/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Enter your test score: 84 </a:t>
            </a:r>
          </a:p>
          <a:p>
            <a:r>
              <a:rPr lang="en-US" dirty="0"/>
              <a:t>Your grade is B.</a:t>
            </a:r>
          </a:p>
        </p:txBody>
      </p:sp>
    </p:spTree>
    <p:extLst>
      <p:ext uri="{BB962C8B-B14F-4D97-AF65-F5344CB8AC3E}">
        <p14:creationId xmlns:p14="http://schemas.microsoft.com/office/powerpoint/2010/main" val="629749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A41AC481-B287-49C8-90EF-C669597D2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195</TotalTime>
  <Words>1805</Words>
  <Application>Microsoft Office PowerPoint</Application>
  <PresentationFormat>Widescreen</PresentationFormat>
  <Paragraphs>227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SimSun</vt:lpstr>
      <vt:lpstr>Arial</vt:lpstr>
      <vt:lpstr>ArialMonoMTPro</vt:lpstr>
      <vt:lpstr>Calibri</vt:lpstr>
      <vt:lpstr>Times New Roman</vt:lpstr>
      <vt:lpstr>Tw Cen MT</vt:lpstr>
      <vt:lpstr>Tw Cen MT Condensed</vt:lpstr>
      <vt:lpstr>Wingdings</vt:lpstr>
      <vt:lpstr>Wingdings 3</vt:lpstr>
      <vt:lpstr>Integral</vt:lpstr>
      <vt:lpstr>TOPIC 4: Decision Structures</vt:lpstr>
      <vt:lpstr>Learning outcome </vt:lpstr>
      <vt:lpstr>4.1 Python if statement  </vt:lpstr>
      <vt:lpstr>4.2 Python if-else statement</vt:lpstr>
      <vt:lpstr>PowerPoint Presentation</vt:lpstr>
      <vt:lpstr>RELATIONAL OPERATORS</vt:lpstr>
      <vt:lpstr>PowerPoint Presentation</vt:lpstr>
      <vt:lpstr>PowerPoint Presentation</vt:lpstr>
      <vt:lpstr>PowerPoint Presentation</vt:lpstr>
      <vt:lpstr>4.3 Python if-elif-else statement </vt:lpstr>
      <vt:lpstr>PowerPoint Presentation</vt:lpstr>
      <vt:lpstr>Nested Decision Structures and the  if-elif-else Statement</vt:lpstr>
      <vt:lpstr>PowerPoint Presentation</vt:lpstr>
      <vt:lpstr>eXercise: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4: Decision Structures</dc:title>
  <dc:creator>Navitha A/P. Gunalan</dc:creator>
  <cp:lastModifiedBy>Navitha A/P. Gunalan</cp:lastModifiedBy>
  <cp:revision>12</cp:revision>
  <dcterms:created xsi:type="dcterms:W3CDTF">2023-09-08T01:09:39Z</dcterms:created>
  <dcterms:modified xsi:type="dcterms:W3CDTF">2023-09-11T14:56:32Z</dcterms:modified>
</cp:coreProperties>
</file>