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80008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tha A/P. Gunalan" userId="ea7bfe52-eb47-41e4-a145-3fc04b43606e" providerId="ADAL" clId="{E3C444BC-7388-4EC5-9019-F2594590705A}"/>
    <pc:docChg chg="undo custSel addSld modSld">
      <pc:chgData name="Navitha A/P. Gunalan" userId="ea7bfe52-eb47-41e4-a145-3fc04b43606e" providerId="ADAL" clId="{E3C444BC-7388-4EC5-9019-F2594590705A}" dt="2023-10-13T05:24:44.746" v="261" actId="113"/>
      <pc:docMkLst>
        <pc:docMk/>
      </pc:docMkLst>
      <pc:sldChg chg="addSp modSp add">
        <pc:chgData name="Navitha A/P. Gunalan" userId="ea7bfe52-eb47-41e4-a145-3fc04b43606e" providerId="ADAL" clId="{E3C444BC-7388-4EC5-9019-F2594590705A}" dt="2023-10-13T05:05:05.048" v="67" actId="1076"/>
        <pc:sldMkLst>
          <pc:docMk/>
          <pc:sldMk cId="976428223" sldId="261"/>
        </pc:sldMkLst>
        <pc:spChg chg="mod">
          <ac:chgData name="Navitha A/P. Gunalan" userId="ea7bfe52-eb47-41e4-a145-3fc04b43606e" providerId="ADAL" clId="{E3C444BC-7388-4EC5-9019-F2594590705A}" dt="2023-10-13T04:53:23.425" v="3" actId="122"/>
          <ac:spMkLst>
            <pc:docMk/>
            <pc:sldMk cId="976428223" sldId="261"/>
            <ac:spMk id="2" creationId="{06DDAF30-7431-43AB-A667-4DDDC2EFB942}"/>
          </ac:spMkLst>
        </pc:spChg>
        <pc:spChg chg="mod">
          <ac:chgData name="Navitha A/P. Gunalan" userId="ea7bfe52-eb47-41e4-a145-3fc04b43606e" providerId="ADAL" clId="{E3C444BC-7388-4EC5-9019-F2594590705A}" dt="2023-10-13T04:53:58.445" v="6" actId="1076"/>
          <ac:spMkLst>
            <pc:docMk/>
            <pc:sldMk cId="976428223" sldId="261"/>
            <ac:spMk id="3" creationId="{95F52140-7C3A-4B25-B583-6910E1F03C18}"/>
          </ac:spMkLst>
        </pc:spChg>
        <pc:spChg chg="add mod">
          <ac:chgData name="Navitha A/P. Gunalan" userId="ea7bfe52-eb47-41e4-a145-3fc04b43606e" providerId="ADAL" clId="{E3C444BC-7388-4EC5-9019-F2594590705A}" dt="2023-10-13T05:02:01.617" v="28" actId="207"/>
          <ac:spMkLst>
            <pc:docMk/>
            <pc:sldMk cId="976428223" sldId="261"/>
            <ac:spMk id="4" creationId="{50AD3B46-030F-4C5E-8087-78FE2093FC6A}"/>
          </ac:spMkLst>
        </pc:spChg>
        <pc:spChg chg="add mod">
          <ac:chgData name="Navitha A/P. Gunalan" userId="ea7bfe52-eb47-41e4-a145-3fc04b43606e" providerId="ADAL" clId="{E3C444BC-7388-4EC5-9019-F2594590705A}" dt="2023-10-13T05:05:05.048" v="67" actId="1076"/>
          <ac:spMkLst>
            <pc:docMk/>
            <pc:sldMk cId="976428223" sldId="261"/>
            <ac:spMk id="5" creationId="{2E0FA36D-4A60-4A06-ADF5-03515DDDF9FC}"/>
          </ac:spMkLst>
        </pc:spChg>
      </pc:sldChg>
      <pc:sldChg chg="addSp delSp modSp add">
        <pc:chgData name="Navitha A/P. Gunalan" userId="ea7bfe52-eb47-41e4-a145-3fc04b43606e" providerId="ADAL" clId="{E3C444BC-7388-4EC5-9019-F2594590705A}" dt="2023-10-13T05:14:13.223" v="169" actId="14100"/>
        <pc:sldMkLst>
          <pc:docMk/>
          <pc:sldMk cId="745687422" sldId="262"/>
        </pc:sldMkLst>
        <pc:spChg chg="mod">
          <ac:chgData name="Navitha A/P. Gunalan" userId="ea7bfe52-eb47-41e4-a145-3fc04b43606e" providerId="ADAL" clId="{E3C444BC-7388-4EC5-9019-F2594590705A}" dt="2023-10-13T05:09:48.722" v="87" actId="120"/>
          <ac:spMkLst>
            <pc:docMk/>
            <pc:sldMk cId="745687422" sldId="262"/>
            <ac:spMk id="2" creationId="{309E98D0-98B0-4D05-BEA1-7E15E9ADBFEC}"/>
          </ac:spMkLst>
        </pc:spChg>
        <pc:spChg chg="mod">
          <ac:chgData name="Navitha A/P. Gunalan" userId="ea7bfe52-eb47-41e4-a145-3fc04b43606e" providerId="ADAL" clId="{E3C444BC-7388-4EC5-9019-F2594590705A}" dt="2023-10-13T05:14:13.223" v="169" actId="14100"/>
          <ac:spMkLst>
            <pc:docMk/>
            <pc:sldMk cId="745687422" sldId="262"/>
            <ac:spMk id="3" creationId="{BDAAAD02-A489-4598-9D10-FC50550485B7}"/>
          </ac:spMkLst>
        </pc:spChg>
        <pc:spChg chg="add del mod">
          <ac:chgData name="Navitha A/P. Gunalan" userId="ea7bfe52-eb47-41e4-a145-3fc04b43606e" providerId="ADAL" clId="{E3C444BC-7388-4EC5-9019-F2594590705A}" dt="2023-10-13T05:11:02.231" v="102"/>
          <ac:spMkLst>
            <pc:docMk/>
            <pc:sldMk cId="745687422" sldId="262"/>
            <ac:spMk id="4" creationId="{6259BE2F-47C2-44A5-93BF-2039ABC256FD}"/>
          </ac:spMkLst>
        </pc:spChg>
      </pc:sldChg>
      <pc:sldChg chg="addSp delSp modSp add">
        <pc:chgData name="Navitha A/P. Gunalan" userId="ea7bfe52-eb47-41e4-a145-3fc04b43606e" providerId="ADAL" clId="{E3C444BC-7388-4EC5-9019-F2594590705A}" dt="2023-10-13T05:12:18.857" v="125" actId="1076"/>
        <pc:sldMkLst>
          <pc:docMk/>
          <pc:sldMk cId="3672472595" sldId="263"/>
        </pc:sldMkLst>
        <pc:spChg chg="mod">
          <ac:chgData name="Navitha A/P. Gunalan" userId="ea7bfe52-eb47-41e4-a145-3fc04b43606e" providerId="ADAL" clId="{E3C444BC-7388-4EC5-9019-F2594590705A}" dt="2023-10-13T05:12:18.857" v="125" actId="1076"/>
          <ac:spMkLst>
            <pc:docMk/>
            <pc:sldMk cId="3672472595" sldId="263"/>
            <ac:spMk id="3" creationId="{46C61694-9276-4BE3-87E2-78B2B2C9BDC7}"/>
          </ac:spMkLst>
        </pc:spChg>
        <pc:spChg chg="add mod">
          <ac:chgData name="Navitha A/P. Gunalan" userId="ea7bfe52-eb47-41e4-a145-3fc04b43606e" providerId="ADAL" clId="{E3C444BC-7388-4EC5-9019-F2594590705A}" dt="2023-10-13T05:11:12.806" v="106" actId="1076"/>
          <ac:spMkLst>
            <pc:docMk/>
            <pc:sldMk cId="3672472595" sldId="263"/>
            <ac:spMk id="5" creationId="{74CF8447-F591-4510-923F-94B912F9EC48}"/>
          </ac:spMkLst>
        </pc:spChg>
        <pc:picChg chg="add del">
          <ac:chgData name="Navitha A/P. Gunalan" userId="ea7bfe52-eb47-41e4-a145-3fc04b43606e" providerId="ADAL" clId="{E3C444BC-7388-4EC5-9019-F2594590705A}" dt="2023-10-13T05:11:07.659" v="104"/>
          <ac:picMkLst>
            <pc:docMk/>
            <pc:sldMk cId="3672472595" sldId="263"/>
            <ac:picMk id="4" creationId="{33391875-D293-4DFE-A026-AF1747D55460}"/>
          </ac:picMkLst>
        </pc:picChg>
      </pc:sldChg>
      <pc:sldChg chg="modSp add">
        <pc:chgData name="Navitha A/P. Gunalan" userId="ea7bfe52-eb47-41e4-a145-3fc04b43606e" providerId="ADAL" clId="{E3C444BC-7388-4EC5-9019-F2594590705A}" dt="2023-10-13T05:13:38.841" v="166" actId="2085"/>
        <pc:sldMkLst>
          <pc:docMk/>
          <pc:sldMk cId="622926551" sldId="264"/>
        </pc:sldMkLst>
        <pc:spChg chg="mod">
          <ac:chgData name="Navitha A/P. Gunalan" userId="ea7bfe52-eb47-41e4-a145-3fc04b43606e" providerId="ADAL" clId="{E3C444BC-7388-4EC5-9019-F2594590705A}" dt="2023-10-13T05:13:38.841" v="166" actId="2085"/>
          <ac:spMkLst>
            <pc:docMk/>
            <pc:sldMk cId="622926551" sldId="264"/>
            <ac:spMk id="3" creationId="{1ABA3BD4-0850-42D7-9B6F-72C00951B23A}"/>
          </ac:spMkLst>
        </pc:spChg>
      </pc:sldChg>
      <pc:sldChg chg="modSp add">
        <pc:chgData name="Navitha A/P. Gunalan" userId="ea7bfe52-eb47-41e4-a145-3fc04b43606e" providerId="ADAL" clId="{E3C444BC-7388-4EC5-9019-F2594590705A}" dt="2023-10-13T05:15:48.757" v="183" actId="1076"/>
        <pc:sldMkLst>
          <pc:docMk/>
          <pc:sldMk cId="3255499886" sldId="265"/>
        </pc:sldMkLst>
        <pc:spChg chg="mod">
          <ac:chgData name="Navitha A/P. Gunalan" userId="ea7bfe52-eb47-41e4-a145-3fc04b43606e" providerId="ADAL" clId="{E3C444BC-7388-4EC5-9019-F2594590705A}" dt="2023-10-13T05:14:55" v="172" actId="122"/>
          <ac:spMkLst>
            <pc:docMk/>
            <pc:sldMk cId="3255499886" sldId="265"/>
            <ac:spMk id="2" creationId="{EAF2848D-B842-4987-9613-CFFA94721EE4}"/>
          </ac:spMkLst>
        </pc:spChg>
        <pc:spChg chg="mod">
          <ac:chgData name="Navitha A/P. Gunalan" userId="ea7bfe52-eb47-41e4-a145-3fc04b43606e" providerId="ADAL" clId="{E3C444BC-7388-4EC5-9019-F2594590705A}" dt="2023-10-13T05:15:48.757" v="183" actId="1076"/>
          <ac:spMkLst>
            <pc:docMk/>
            <pc:sldMk cId="3255499886" sldId="265"/>
            <ac:spMk id="3" creationId="{7348137F-5EEF-4632-A28E-9078E89AB173}"/>
          </ac:spMkLst>
        </pc:spChg>
      </pc:sldChg>
      <pc:sldChg chg="addSp modSp add">
        <pc:chgData name="Navitha A/P. Gunalan" userId="ea7bfe52-eb47-41e4-a145-3fc04b43606e" providerId="ADAL" clId="{E3C444BC-7388-4EC5-9019-F2594590705A}" dt="2023-10-13T05:18:43.890" v="220" actId="20577"/>
        <pc:sldMkLst>
          <pc:docMk/>
          <pc:sldMk cId="2891918674" sldId="266"/>
        </pc:sldMkLst>
        <pc:spChg chg="mod">
          <ac:chgData name="Navitha A/P. Gunalan" userId="ea7bfe52-eb47-41e4-a145-3fc04b43606e" providerId="ADAL" clId="{E3C444BC-7388-4EC5-9019-F2594590705A}" dt="2023-10-13T05:18:43.890" v="220" actId="20577"/>
          <ac:spMkLst>
            <pc:docMk/>
            <pc:sldMk cId="2891918674" sldId="266"/>
            <ac:spMk id="3" creationId="{A78C281F-7627-4E1E-B5E0-499AE8D96DB0}"/>
          </ac:spMkLst>
        </pc:spChg>
        <pc:spChg chg="add mod">
          <ac:chgData name="Navitha A/P. Gunalan" userId="ea7bfe52-eb47-41e4-a145-3fc04b43606e" providerId="ADAL" clId="{E3C444BC-7388-4EC5-9019-F2594590705A}" dt="2023-10-13T05:18:37.672" v="214" actId="207"/>
          <ac:spMkLst>
            <pc:docMk/>
            <pc:sldMk cId="2891918674" sldId="266"/>
            <ac:spMk id="4" creationId="{6D759869-8C2E-4828-B8F2-FC7759CBC3FE}"/>
          </ac:spMkLst>
        </pc:spChg>
      </pc:sldChg>
      <pc:sldChg chg="modSp add">
        <pc:chgData name="Navitha A/P. Gunalan" userId="ea7bfe52-eb47-41e4-a145-3fc04b43606e" providerId="ADAL" clId="{E3C444BC-7388-4EC5-9019-F2594590705A}" dt="2023-10-13T05:24:44.746" v="261" actId="113"/>
        <pc:sldMkLst>
          <pc:docMk/>
          <pc:sldMk cId="750179119" sldId="267"/>
        </pc:sldMkLst>
        <pc:spChg chg="mod">
          <ac:chgData name="Navitha A/P. Gunalan" userId="ea7bfe52-eb47-41e4-a145-3fc04b43606e" providerId="ADAL" clId="{E3C444BC-7388-4EC5-9019-F2594590705A}" dt="2023-10-13T05:24:44.746" v="261" actId="113"/>
          <ac:spMkLst>
            <pc:docMk/>
            <pc:sldMk cId="750179119" sldId="267"/>
            <ac:spMk id="3" creationId="{C8967B45-A168-4CFB-946D-5D2F8671E7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5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5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7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9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19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7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8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8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88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4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16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21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91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9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FDBBEF0-50CA-482D-AC69-02F5DDF9AC1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19E9582-6905-4329-BDE7-9BD0084B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16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FE187-893A-449F-88D3-FDE43CE575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TOPIC 7 STRINGS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E7974-5BA7-4D8F-8C4C-6B8B2F2B9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47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7DB9-6F16-4443-AB52-38AA4DA4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C0A11-63B7-40E7-B8B0-AF567CC6F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7.1 How strings are represented in the computer </a:t>
            </a:r>
          </a:p>
          <a:p>
            <a:r>
              <a:rPr lang="en-US" sz="2400" dirty="0"/>
              <a:t>7.2 Built-in functions and string methods </a:t>
            </a:r>
          </a:p>
          <a:p>
            <a:r>
              <a:rPr lang="en-US" sz="2400" dirty="0"/>
              <a:t>7.3 Sequences and indexing as they apply to Python strings and lists </a:t>
            </a:r>
          </a:p>
          <a:p>
            <a:r>
              <a:rPr lang="en-US" sz="2400" dirty="0"/>
              <a:t>7.4 String formatting </a:t>
            </a:r>
          </a:p>
        </p:txBody>
      </p:sp>
    </p:spTree>
    <p:extLst>
      <p:ext uri="{BB962C8B-B14F-4D97-AF65-F5344CB8AC3E}">
        <p14:creationId xmlns:p14="http://schemas.microsoft.com/office/powerpoint/2010/main" val="78979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AB9F-0240-48F8-918A-13448DB3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06847"/>
            <a:ext cx="10571998" cy="970450"/>
          </a:xfrm>
        </p:spPr>
        <p:txBody>
          <a:bodyPr/>
          <a:lstStyle/>
          <a:p>
            <a:pPr algn="ctr"/>
            <a:r>
              <a:rPr lang="en-US" dirty="0"/>
              <a:t>7.1 How strings are represented in the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CA031-D283-4CD5-890E-9018D581E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provides several ways to access the individual characters in a string. Strings also have methods that allow you to perform operations on them.</a:t>
            </a:r>
          </a:p>
        </p:txBody>
      </p:sp>
    </p:spTree>
    <p:extLst>
      <p:ext uri="{BB962C8B-B14F-4D97-AF65-F5344CB8AC3E}">
        <p14:creationId xmlns:p14="http://schemas.microsoft.com/office/powerpoint/2010/main" val="217017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89A7-1D17-4A28-A857-56A227E9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4" y="702683"/>
            <a:ext cx="10571998" cy="970450"/>
          </a:xfrm>
        </p:spPr>
        <p:txBody>
          <a:bodyPr/>
          <a:lstStyle/>
          <a:p>
            <a:pPr algn="ctr"/>
            <a:r>
              <a:rPr lang="en-US" dirty="0"/>
              <a:t>Accessing the Individual Characters in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51755-8F54-40AD-880A-17FF9BFC2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3269194" cy="3636511"/>
          </a:xfrm>
        </p:spPr>
        <p:txBody>
          <a:bodyPr/>
          <a:lstStyle/>
          <a:p>
            <a:r>
              <a:rPr lang="en-US" dirty="0"/>
              <a:t>for variable in string:</a:t>
            </a:r>
          </a:p>
          <a:p>
            <a:r>
              <a:rPr lang="en-US" dirty="0"/>
              <a:t> statement</a:t>
            </a:r>
          </a:p>
          <a:p>
            <a:r>
              <a:rPr lang="en-US" dirty="0"/>
              <a:t> statement</a:t>
            </a:r>
          </a:p>
          <a:p>
            <a:r>
              <a:rPr lang="en-US" dirty="0"/>
              <a:t> etc.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774D55-34CB-4043-87DE-81F78E1D5427}"/>
              </a:ext>
            </a:extLst>
          </p:cNvPr>
          <p:cNvSpPr/>
          <p:nvPr/>
        </p:nvSpPr>
        <p:spPr>
          <a:xfrm>
            <a:off x="1264708" y="5484622"/>
            <a:ext cx="3269194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name = 'Juliet'</a:t>
            </a:r>
          </a:p>
          <a:p>
            <a:r>
              <a:rPr lang="en-US" dirty="0"/>
              <a:t>for </a:t>
            </a:r>
            <a:r>
              <a:rPr lang="en-US" dirty="0" err="1"/>
              <a:t>ch</a:t>
            </a:r>
            <a:r>
              <a:rPr lang="en-US" dirty="0"/>
              <a:t> in name:</a:t>
            </a:r>
          </a:p>
          <a:p>
            <a:r>
              <a:rPr lang="en-US" dirty="0"/>
              <a:t> print(</a:t>
            </a:r>
            <a:r>
              <a:rPr lang="en-US" dirty="0" err="1"/>
              <a:t>ch</a:t>
            </a:r>
            <a:r>
              <a:rPr lang="en-U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23EE51-1DEE-42EC-BE18-A0CEA866437A}"/>
              </a:ext>
            </a:extLst>
          </p:cNvPr>
          <p:cNvSpPr/>
          <p:nvPr/>
        </p:nvSpPr>
        <p:spPr>
          <a:xfrm>
            <a:off x="3695702" y="4981635"/>
            <a:ext cx="838200" cy="1754326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pl-PL" dirty="0"/>
              <a:t>J</a:t>
            </a:r>
          </a:p>
          <a:p>
            <a:r>
              <a:rPr lang="pl-PL" dirty="0"/>
              <a:t>u</a:t>
            </a:r>
          </a:p>
          <a:p>
            <a:r>
              <a:rPr lang="pl-PL" dirty="0"/>
              <a:t>l</a:t>
            </a:r>
          </a:p>
          <a:p>
            <a:r>
              <a:rPr lang="pl-PL" dirty="0"/>
              <a:t>i</a:t>
            </a:r>
          </a:p>
          <a:p>
            <a:r>
              <a:rPr lang="pl-PL" dirty="0"/>
              <a:t>e</a:t>
            </a:r>
          </a:p>
          <a:p>
            <a:r>
              <a:rPr lang="pl-PL" dirty="0"/>
              <a:t>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AA726-CF21-4235-8B8B-1B2F1190E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560" y="1964281"/>
            <a:ext cx="6277801" cy="479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9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8B0F-C02A-4189-853C-A1AF29DAC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065" y="0"/>
            <a:ext cx="5286253" cy="6963517"/>
          </a:xfrm>
          <a:solidFill>
            <a:schemeClr val="accent5">
              <a:lumMod val="5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/>
              <a:t>1 # This program counts the number of times</a:t>
            </a:r>
          </a:p>
          <a:p>
            <a:r>
              <a:rPr lang="en-US" dirty="0"/>
              <a:t> 2 # the letter T (uppercase or lowercase)</a:t>
            </a:r>
          </a:p>
          <a:p>
            <a:r>
              <a:rPr lang="en-US" dirty="0"/>
              <a:t> 3 # appears in a string.</a:t>
            </a:r>
          </a:p>
          <a:p>
            <a:r>
              <a:rPr lang="en-US" dirty="0"/>
              <a:t> 4</a:t>
            </a:r>
          </a:p>
          <a:p>
            <a:r>
              <a:rPr lang="en-US" dirty="0"/>
              <a:t> 5 def main():</a:t>
            </a:r>
          </a:p>
          <a:p>
            <a:r>
              <a:rPr lang="en-US" dirty="0"/>
              <a:t> 6 # Create a variable to use to hold the count.</a:t>
            </a:r>
          </a:p>
          <a:p>
            <a:r>
              <a:rPr lang="en-US" dirty="0"/>
              <a:t> 7 # The variable must start with 0.</a:t>
            </a:r>
          </a:p>
          <a:p>
            <a:r>
              <a:rPr lang="en-US" dirty="0"/>
              <a:t> 8 count = 0</a:t>
            </a:r>
          </a:p>
          <a:p>
            <a:r>
              <a:rPr lang="en-US" dirty="0"/>
              <a:t> 9</a:t>
            </a:r>
          </a:p>
          <a:p>
            <a:r>
              <a:rPr lang="en-US" dirty="0"/>
              <a:t>10 # Get a string from the user.</a:t>
            </a:r>
          </a:p>
          <a:p>
            <a:r>
              <a:rPr lang="en-US" dirty="0"/>
              <a:t>11 </a:t>
            </a:r>
            <a:r>
              <a:rPr lang="en-US" dirty="0" err="1"/>
              <a:t>my_string</a:t>
            </a:r>
            <a:r>
              <a:rPr lang="en-US" dirty="0"/>
              <a:t> = input('Enter a sentence: ')</a:t>
            </a:r>
          </a:p>
          <a:p>
            <a:r>
              <a:rPr lang="en-US" dirty="0"/>
              <a:t>12</a:t>
            </a:r>
          </a:p>
          <a:p>
            <a:r>
              <a:rPr lang="en-US" dirty="0"/>
              <a:t>13 # Count the Ts.</a:t>
            </a:r>
          </a:p>
          <a:p>
            <a:r>
              <a:rPr lang="en-US" dirty="0"/>
              <a:t>14 for </a:t>
            </a:r>
            <a:r>
              <a:rPr lang="en-US" dirty="0" err="1"/>
              <a:t>ch</a:t>
            </a:r>
            <a:r>
              <a:rPr lang="en-US" dirty="0"/>
              <a:t> in </a:t>
            </a:r>
            <a:r>
              <a:rPr lang="en-US" dirty="0" err="1"/>
              <a:t>my_string</a:t>
            </a:r>
            <a:r>
              <a:rPr lang="en-US" dirty="0"/>
              <a:t>:</a:t>
            </a:r>
          </a:p>
          <a:p>
            <a:r>
              <a:rPr lang="en-US" dirty="0"/>
              <a:t>15 if </a:t>
            </a:r>
            <a:r>
              <a:rPr lang="en-US" dirty="0" err="1"/>
              <a:t>ch</a:t>
            </a:r>
            <a:r>
              <a:rPr lang="en-US" dirty="0"/>
              <a:t> == 'T' or </a:t>
            </a:r>
            <a:r>
              <a:rPr lang="en-US" dirty="0" err="1"/>
              <a:t>ch</a:t>
            </a:r>
            <a:r>
              <a:rPr lang="en-US" dirty="0"/>
              <a:t> == 't':</a:t>
            </a:r>
          </a:p>
          <a:p>
            <a:r>
              <a:rPr lang="en-US" dirty="0"/>
              <a:t>16 count += 1</a:t>
            </a:r>
          </a:p>
          <a:p>
            <a:r>
              <a:rPr lang="en-US" dirty="0"/>
              <a:t>17</a:t>
            </a:r>
          </a:p>
          <a:p>
            <a:r>
              <a:rPr lang="en-US" dirty="0"/>
              <a:t>18 # Print the result.</a:t>
            </a:r>
          </a:p>
          <a:p>
            <a:r>
              <a:rPr lang="en-US" dirty="0"/>
              <a:t>19 print(</a:t>
            </a:r>
            <a:r>
              <a:rPr lang="en-US" dirty="0" err="1"/>
              <a:t>f’The</a:t>
            </a:r>
            <a:r>
              <a:rPr lang="en-US" dirty="0"/>
              <a:t> letter T appears {count} times.’)</a:t>
            </a:r>
          </a:p>
          <a:p>
            <a:r>
              <a:rPr lang="en-US" dirty="0"/>
              <a:t>20</a:t>
            </a:r>
          </a:p>
          <a:p>
            <a:r>
              <a:rPr lang="en-US" dirty="0"/>
              <a:t>21 # Call the main function.</a:t>
            </a:r>
          </a:p>
          <a:p>
            <a:r>
              <a:rPr lang="en-US" dirty="0"/>
              <a:t>22 if _ _name_ _ == '_ _main_ _':</a:t>
            </a:r>
          </a:p>
          <a:p>
            <a:r>
              <a:rPr lang="en-US" dirty="0"/>
              <a:t>23 main()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00432-1F89-4D24-AA82-4A487EED7783}"/>
              </a:ext>
            </a:extLst>
          </p:cNvPr>
          <p:cNvSpPr/>
          <p:nvPr/>
        </p:nvSpPr>
        <p:spPr>
          <a:xfrm>
            <a:off x="4607859" y="2881593"/>
            <a:ext cx="6096000" cy="92333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>
            <a:spAutoFit/>
          </a:bodyPr>
          <a:lstStyle/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a sentence: Today we sold twenty-two toys. The letter T appears 5 times</a:t>
            </a:r>
          </a:p>
        </p:txBody>
      </p:sp>
    </p:spTree>
    <p:extLst>
      <p:ext uri="{BB962C8B-B14F-4D97-AF65-F5344CB8AC3E}">
        <p14:creationId xmlns:p14="http://schemas.microsoft.com/office/powerpoint/2010/main" val="1620864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DAF30-7431-43AB-A667-4DDDC2EF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String Concatenation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52140-7C3A-4B25-B583-6910E1F03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47" y="2043953"/>
            <a:ext cx="10554574" cy="1528845"/>
          </a:xfrm>
        </p:spPr>
        <p:txBody>
          <a:bodyPr/>
          <a:lstStyle/>
          <a:p>
            <a:r>
              <a:rPr lang="en-US" dirty="0"/>
              <a:t>A common operation that performed on strings is concatenation, or appending one string to the end of another string.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AD3B46-030F-4C5E-8087-78FE2093FC6A}"/>
              </a:ext>
            </a:extLst>
          </p:cNvPr>
          <p:cNvSpPr/>
          <p:nvPr/>
        </p:nvSpPr>
        <p:spPr>
          <a:xfrm>
            <a:off x="923365" y="3271491"/>
            <a:ext cx="4926106" cy="313932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1 # This program concatenates strings.</a:t>
            </a:r>
          </a:p>
          <a:p>
            <a:r>
              <a:rPr lang="en-US" dirty="0"/>
              <a:t> 2</a:t>
            </a:r>
          </a:p>
          <a:p>
            <a:r>
              <a:rPr lang="en-US" dirty="0"/>
              <a:t> 3 def main():</a:t>
            </a:r>
          </a:p>
          <a:p>
            <a:r>
              <a:rPr lang="en-US" dirty="0"/>
              <a:t> 4 name = ‘Navitha'</a:t>
            </a:r>
          </a:p>
          <a:p>
            <a:r>
              <a:rPr lang="en-US" dirty="0"/>
              <a:t> 5 print(</a:t>
            </a:r>
            <a:r>
              <a:rPr lang="en-US" dirty="0" err="1"/>
              <a:t>f’The</a:t>
            </a:r>
            <a:r>
              <a:rPr lang="en-US" dirty="0"/>
              <a:t> name is: {name}’)</a:t>
            </a:r>
          </a:p>
          <a:p>
            <a:r>
              <a:rPr lang="en-US" dirty="0"/>
              <a:t> 6 name = name + ‘ Gunalan'</a:t>
            </a:r>
          </a:p>
          <a:p>
            <a:r>
              <a:rPr lang="en-US" dirty="0"/>
              <a:t> 7 print(</a:t>
            </a:r>
            <a:r>
              <a:rPr lang="en-US" dirty="0" err="1"/>
              <a:t>f’Now</a:t>
            </a:r>
            <a:r>
              <a:rPr lang="en-US" dirty="0"/>
              <a:t> the name is: {name}’)</a:t>
            </a:r>
          </a:p>
          <a:p>
            <a:r>
              <a:rPr lang="en-US" dirty="0"/>
              <a:t> 8</a:t>
            </a:r>
          </a:p>
          <a:p>
            <a:r>
              <a:rPr lang="en-US" dirty="0"/>
              <a:t> 9 # Call the main function.</a:t>
            </a:r>
          </a:p>
          <a:p>
            <a:r>
              <a:rPr lang="en-US" dirty="0"/>
              <a:t>10 if _ _name_ _ == '_ _main_ _':</a:t>
            </a:r>
          </a:p>
          <a:p>
            <a:r>
              <a:rPr lang="en-US" dirty="0"/>
              <a:t>11 main()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FA36D-4A60-4A06-ADF5-03515DDDF9FC}"/>
              </a:ext>
            </a:extLst>
          </p:cNvPr>
          <p:cNvSpPr/>
          <p:nvPr/>
        </p:nvSpPr>
        <p:spPr>
          <a:xfrm>
            <a:off x="5481916" y="4530140"/>
            <a:ext cx="4428565" cy="923330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r>
              <a:rPr lang="en-US" dirty="0"/>
              <a:t>Program Output</a:t>
            </a:r>
          </a:p>
          <a:p>
            <a:r>
              <a:rPr lang="en-US" dirty="0"/>
              <a:t>The name is: Navitha</a:t>
            </a:r>
          </a:p>
          <a:p>
            <a:r>
              <a:rPr lang="en-US" dirty="0"/>
              <a:t>Now the name is: Navitha Gunalan</a:t>
            </a:r>
          </a:p>
        </p:txBody>
      </p:sp>
    </p:spTree>
    <p:extLst>
      <p:ext uri="{BB962C8B-B14F-4D97-AF65-F5344CB8AC3E}">
        <p14:creationId xmlns:p14="http://schemas.microsoft.com/office/powerpoint/2010/main" val="976428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98D0-98B0-4D05-BEA1-7E15E9AD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AAD02-A489-4598-9D10-FC5055048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679" y="2356758"/>
            <a:ext cx="9002250" cy="970450"/>
          </a:xfrm>
        </p:spPr>
        <p:txBody>
          <a:bodyPr>
            <a:normAutofit/>
          </a:bodyPr>
          <a:lstStyle/>
          <a:p>
            <a:r>
              <a:rPr lang="en-US" dirty="0"/>
              <a:t>You can use slicing expressions to select a range of characters from a string</a:t>
            </a:r>
          </a:p>
        </p:txBody>
      </p:sp>
    </p:spTree>
    <p:extLst>
      <p:ext uri="{BB962C8B-B14F-4D97-AF65-F5344CB8AC3E}">
        <p14:creationId xmlns:p14="http://schemas.microsoft.com/office/powerpoint/2010/main" val="745687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3719-913A-43E9-8C37-F7E9A4A27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1694-9276-4BE3-87E2-78B2B2C9B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62320"/>
            <a:ext cx="5723966" cy="6340197"/>
          </a:xfrm>
          <a:solidFill>
            <a:srgbClr val="FF3399"/>
          </a:solidFill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1 # This program gets the user's first name, last name, and</a:t>
            </a:r>
          </a:p>
          <a:p>
            <a:pPr marL="0" indent="0">
              <a:buNone/>
            </a:pPr>
            <a:r>
              <a:rPr lang="en-US" dirty="0"/>
              <a:t> 2 # student ID number. Using this data it generates a</a:t>
            </a:r>
          </a:p>
          <a:p>
            <a:pPr marL="0" indent="0">
              <a:buNone/>
            </a:pPr>
            <a:r>
              <a:rPr lang="en-US" dirty="0"/>
              <a:t> 3 # system login name.</a:t>
            </a:r>
          </a:p>
          <a:p>
            <a:pPr marL="0" indent="0">
              <a:buNone/>
            </a:pPr>
            <a:r>
              <a:rPr lang="en-US" dirty="0"/>
              <a:t> 4</a:t>
            </a:r>
          </a:p>
          <a:p>
            <a:pPr marL="0" indent="0">
              <a:buNone/>
            </a:pPr>
            <a:r>
              <a:rPr lang="en-US" dirty="0"/>
              <a:t> 5 import login</a:t>
            </a:r>
          </a:p>
          <a:p>
            <a:pPr marL="0" indent="0">
              <a:buNone/>
            </a:pPr>
            <a:r>
              <a:rPr lang="en-US" dirty="0"/>
              <a:t> 6</a:t>
            </a:r>
          </a:p>
          <a:p>
            <a:pPr marL="0" indent="0">
              <a:buNone/>
            </a:pPr>
            <a:r>
              <a:rPr lang="en-US" dirty="0"/>
              <a:t> 7 def main():</a:t>
            </a:r>
          </a:p>
          <a:p>
            <a:pPr marL="0" indent="0">
              <a:buNone/>
            </a:pPr>
            <a:r>
              <a:rPr lang="en-US" dirty="0"/>
              <a:t> 8 # Get the user's first name, last name, and ID number.</a:t>
            </a:r>
          </a:p>
          <a:p>
            <a:pPr marL="0" indent="0">
              <a:buNone/>
            </a:pPr>
            <a:r>
              <a:rPr lang="en-US" dirty="0"/>
              <a:t> 9 first = input('Enter your first name: ')</a:t>
            </a:r>
          </a:p>
          <a:p>
            <a:pPr marL="0" indent="0">
              <a:buNone/>
            </a:pPr>
            <a:r>
              <a:rPr lang="en-US" dirty="0"/>
              <a:t>10 last = input('Enter your last name: ')</a:t>
            </a:r>
          </a:p>
          <a:p>
            <a:pPr marL="0" indent="0">
              <a:buNone/>
            </a:pPr>
            <a:r>
              <a:rPr lang="en-US" dirty="0"/>
              <a:t>11 </a:t>
            </a:r>
            <a:r>
              <a:rPr lang="en-US" dirty="0" err="1"/>
              <a:t>idnumber</a:t>
            </a:r>
            <a:r>
              <a:rPr lang="en-US" dirty="0"/>
              <a:t> = input('Enter your student ID number: ')</a:t>
            </a:r>
          </a:p>
          <a:p>
            <a:pPr marL="0" indent="0">
              <a:buNone/>
            </a:pPr>
            <a:r>
              <a:rPr lang="en-US" dirty="0"/>
              <a:t>12</a:t>
            </a:r>
          </a:p>
          <a:p>
            <a:pPr marL="0" indent="0">
              <a:buNone/>
            </a:pPr>
            <a:r>
              <a:rPr lang="en-US" dirty="0"/>
              <a:t>13 # Get the login name.</a:t>
            </a:r>
          </a:p>
          <a:p>
            <a:pPr marL="0" indent="0">
              <a:buNone/>
            </a:pPr>
            <a:r>
              <a:rPr lang="en-US" dirty="0"/>
              <a:t>14 print('Your system login name is:')</a:t>
            </a:r>
          </a:p>
          <a:p>
            <a:pPr marL="0" indent="0">
              <a:buNone/>
            </a:pPr>
            <a:r>
              <a:rPr lang="en-US" dirty="0"/>
              <a:t>15 print(</a:t>
            </a:r>
            <a:r>
              <a:rPr lang="en-US" dirty="0" err="1"/>
              <a:t>login.get_login_name</a:t>
            </a:r>
            <a:r>
              <a:rPr lang="en-US" dirty="0"/>
              <a:t>(first, last, </a:t>
            </a:r>
            <a:r>
              <a:rPr lang="en-US" dirty="0" err="1"/>
              <a:t>idnumber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16</a:t>
            </a:r>
          </a:p>
          <a:p>
            <a:pPr marL="0" indent="0">
              <a:buNone/>
            </a:pPr>
            <a:r>
              <a:rPr lang="en-US" dirty="0"/>
              <a:t>17 # Call the main function.</a:t>
            </a:r>
          </a:p>
          <a:p>
            <a:pPr marL="0" indent="0">
              <a:buNone/>
            </a:pPr>
            <a:r>
              <a:rPr lang="en-US" dirty="0"/>
              <a:t>18 if _ _name_ _ == '_ _main_ _':</a:t>
            </a:r>
          </a:p>
          <a:p>
            <a:pPr marL="0" indent="0">
              <a:buNone/>
            </a:pPr>
            <a:r>
              <a:rPr lang="en-US" dirty="0"/>
              <a:t>19 main()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F8447-F591-4510-923F-94B912F9EC48}"/>
              </a:ext>
            </a:extLst>
          </p:cNvPr>
          <p:cNvSpPr/>
          <p:nvPr/>
        </p:nvSpPr>
        <p:spPr>
          <a:xfrm>
            <a:off x="119464" y="258901"/>
            <a:ext cx="5836024" cy="634019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1 # The </a:t>
            </a:r>
            <a:r>
              <a:rPr lang="en-US" sz="1600" dirty="0" err="1"/>
              <a:t>get_login_name</a:t>
            </a:r>
            <a:r>
              <a:rPr lang="en-US" sz="1600" dirty="0"/>
              <a:t> function accepts a first name,</a:t>
            </a:r>
          </a:p>
          <a:p>
            <a:r>
              <a:rPr lang="en-US" sz="1600" dirty="0"/>
              <a:t> 2 # last name, and ID number as arguments. It returns</a:t>
            </a:r>
          </a:p>
          <a:p>
            <a:r>
              <a:rPr lang="en-US" sz="1600" dirty="0"/>
              <a:t> 3 # a system login name.</a:t>
            </a:r>
          </a:p>
          <a:p>
            <a:r>
              <a:rPr lang="en-US" sz="1600" dirty="0"/>
              <a:t> 4</a:t>
            </a:r>
          </a:p>
          <a:p>
            <a:r>
              <a:rPr lang="en-US" sz="1600" dirty="0"/>
              <a:t>5 def </a:t>
            </a:r>
            <a:r>
              <a:rPr lang="en-US" sz="1600" dirty="0" err="1"/>
              <a:t>get_login_name</a:t>
            </a:r>
            <a:r>
              <a:rPr lang="en-US" sz="1600" dirty="0"/>
              <a:t>(first, last, </a:t>
            </a:r>
            <a:r>
              <a:rPr lang="en-US" sz="1600" dirty="0" err="1"/>
              <a:t>idnumber</a:t>
            </a:r>
            <a:r>
              <a:rPr lang="en-US" sz="1600" dirty="0"/>
              <a:t>):</a:t>
            </a:r>
          </a:p>
          <a:p>
            <a:r>
              <a:rPr lang="en-US" sz="1600" dirty="0"/>
              <a:t> 6 # Get the first three letters of the first name.</a:t>
            </a:r>
          </a:p>
          <a:p>
            <a:r>
              <a:rPr lang="en-US" sz="1600" dirty="0"/>
              <a:t> 7 # If the name is less than 3 characters, the</a:t>
            </a:r>
          </a:p>
          <a:p>
            <a:r>
              <a:rPr lang="en-US" sz="1600" dirty="0"/>
              <a:t> 8 # slice will return the entire first name.</a:t>
            </a:r>
          </a:p>
          <a:p>
            <a:r>
              <a:rPr lang="en-US" sz="1600" dirty="0"/>
              <a:t> 9 set1 = first[0 : 3]</a:t>
            </a:r>
          </a:p>
          <a:p>
            <a:r>
              <a:rPr lang="en-US" sz="1600" dirty="0"/>
              <a:t>10</a:t>
            </a:r>
          </a:p>
          <a:p>
            <a:r>
              <a:rPr lang="en-US" sz="1600" dirty="0"/>
              <a:t>11 # Get the first three letters of the last name.</a:t>
            </a:r>
          </a:p>
          <a:p>
            <a:r>
              <a:rPr lang="en-US" sz="1600" dirty="0"/>
              <a:t>12 # If the name is less than 3 characters, the</a:t>
            </a:r>
          </a:p>
          <a:p>
            <a:r>
              <a:rPr lang="en-US" sz="1600" dirty="0"/>
              <a:t>13 # slice will return the entire last name.</a:t>
            </a:r>
          </a:p>
          <a:p>
            <a:r>
              <a:rPr lang="en-US" sz="1600" dirty="0"/>
              <a:t>14 set2 = last[0 : 3]</a:t>
            </a:r>
          </a:p>
          <a:p>
            <a:r>
              <a:rPr lang="en-US" sz="1600" dirty="0"/>
              <a:t>15</a:t>
            </a:r>
          </a:p>
          <a:p>
            <a:r>
              <a:rPr lang="en-US" sz="1600" dirty="0"/>
              <a:t>16 # Get the last three characters of the student ID.</a:t>
            </a:r>
          </a:p>
          <a:p>
            <a:r>
              <a:rPr lang="en-US" sz="1600" dirty="0"/>
              <a:t>17 # If the ID number is less than 3 characters, the</a:t>
            </a:r>
          </a:p>
          <a:p>
            <a:r>
              <a:rPr lang="en-US" sz="1600" dirty="0"/>
              <a:t>18 # slice will return the entire ID number.</a:t>
            </a:r>
          </a:p>
          <a:p>
            <a:r>
              <a:rPr lang="en-US" sz="1600" dirty="0"/>
              <a:t>19 set3 = </a:t>
            </a:r>
            <a:r>
              <a:rPr lang="en-US" sz="1600" dirty="0" err="1"/>
              <a:t>idnumber</a:t>
            </a:r>
            <a:r>
              <a:rPr lang="en-US" sz="1600" dirty="0"/>
              <a:t>[−3 :]</a:t>
            </a:r>
          </a:p>
          <a:p>
            <a:r>
              <a:rPr lang="en-US" sz="1600" dirty="0"/>
              <a:t>20</a:t>
            </a:r>
          </a:p>
          <a:p>
            <a:r>
              <a:rPr lang="en-US" sz="1600" dirty="0"/>
              <a:t>21 # Put the sets of characters together.</a:t>
            </a:r>
          </a:p>
          <a:p>
            <a:r>
              <a:rPr lang="en-US" sz="1600" dirty="0"/>
              <a:t>22 </a:t>
            </a:r>
            <a:r>
              <a:rPr lang="en-US" sz="1600" dirty="0" err="1"/>
              <a:t>login_name</a:t>
            </a:r>
            <a:r>
              <a:rPr lang="en-US" sz="1600" dirty="0"/>
              <a:t> = set1 + set2 + set3</a:t>
            </a:r>
          </a:p>
          <a:p>
            <a:r>
              <a:rPr lang="en-US" dirty="0"/>
              <a:t>23</a:t>
            </a:r>
          </a:p>
          <a:p>
            <a:r>
              <a:rPr lang="en-US" dirty="0"/>
              <a:t>24 # Return the login name.</a:t>
            </a:r>
          </a:p>
          <a:p>
            <a:r>
              <a:rPr lang="en-US" dirty="0"/>
              <a:t>25 return </a:t>
            </a:r>
            <a:r>
              <a:rPr lang="en-US" dirty="0" err="1"/>
              <a:t>login_name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47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C11D-BB10-4A87-AD67-31F3058F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3BD4-0850-42D7-9B6F-72C00951B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914" y="1653988"/>
            <a:ext cx="5434170" cy="4877163"/>
          </a:xfrm>
          <a:solidFill>
            <a:srgbClr val="800080"/>
          </a:solidFill>
          <a:ln>
            <a:noFill/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Program Output </a:t>
            </a:r>
          </a:p>
          <a:p>
            <a:pPr marL="0" indent="0">
              <a:buNone/>
            </a:pPr>
            <a:r>
              <a:rPr lang="en-US" dirty="0"/>
              <a:t>Enter your first name: Holly </a:t>
            </a:r>
          </a:p>
          <a:p>
            <a:pPr marL="0" indent="0">
              <a:buNone/>
            </a:pPr>
            <a:r>
              <a:rPr lang="en-US" dirty="0"/>
              <a:t>Enter your last name: Gaddis </a:t>
            </a:r>
          </a:p>
          <a:p>
            <a:pPr marL="0" indent="0">
              <a:buNone/>
            </a:pPr>
            <a:r>
              <a:rPr lang="en-US" dirty="0"/>
              <a:t>Enter your student ID number: CSC34899 </a:t>
            </a:r>
          </a:p>
          <a:p>
            <a:pPr marL="0" indent="0">
              <a:buNone/>
            </a:pPr>
            <a:r>
              <a:rPr lang="en-US" dirty="0"/>
              <a:t>Your system login name is:</a:t>
            </a:r>
          </a:p>
          <a:p>
            <a:pPr marL="0" indent="0">
              <a:buNone/>
            </a:pPr>
            <a:r>
              <a:rPr lang="en-US" dirty="0"/>
              <a:t>HolGad899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Program Output </a:t>
            </a:r>
          </a:p>
          <a:p>
            <a:pPr marL="0" indent="0">
              <a:buNone/>
            </a:pPr>
            <a:r>
              <a:rPr lang="en-US" dirty="0"/>
              <a:t>Enter your first name: Jo </a:t>
            </a:r>
          </a:p>
          <a:p>
            <a:pPr marL="0" indent="0">
              <a:buNone/>
            </a:pPr>
            <a:r>
              <a:rPr lang="en-US" dirty="0"/>
              <a:t>Enter your last name: </a:t>
            </a:r>
            <a:r>
              <a:rPr lang="en-US" dirty="0" err="1"/>
              <a:t>Cusimano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Enter your student ID number: BIO4497</a:t>
            </a:r>
          </a:p>
          <a:p>
            <a:pPr marL="0" indent="0">
              <a:buNone/>
            </a:pPr>
            <a:r>
              <a:rPr lang="en-US" dirty="0"/>
              <a:t>Your system login name is:</a:t>
            </a:r>
          </a:p>
          <a:p>
            <a:pPr marL="0" indent="0">
              <a:buNone/>
            </a:pPr>
            <a:r>
              <a:rPr lang="en-US" dirty="0"/>
              <a:t>JoCus497</a:t>
            </a:r>
          </a:p>
        </p:txBody>
      </p:sp>
    </p:spTree>
    <p:extLst>
      <p:ext uri="{BB962C8B-B14F-4D97-AF65-F5344CB8AC3E}">
        <p14:creationId xmlns:p14="http://schemas.microsoft.com/office/powerpoint/2010/main" val="62292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848D-B842-4987-9613-CFFA9472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8137F-5EEF-4632-A28E-9078E89AB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205" y="1926452"/>
            <a:ext cx="8365629" cy="3636511"/>
          </a:xfrm>
        </p:spPr>
        <p:txBody>
          <a:bodyPr/>
          <a:lstStyle/>
          <a:p>
            <a:r>
              <a:rPr lang="en-US" dirty="0"/>
              <a:t> Testing the values of strings</a:t>
            </a:r>
          </a:p>
          <a:p>
            <a:r>
              <a:rPr lang="en-US" dirty="0"/>
              <a:t>Performing various modifications</a:t>
            </a:r>
          </a:p>
          <a:p>
            <a:r>
              <a:rPr lang="en-US" dirty="0"/>
              <a:t>Searching for substrings and replacing sequences of characters</a:t>
            </a:r>
          </a:p>
        </p:txBody>
      </p:sp>
    </p:spTree>
    <p:extLst>
      <p:ext uri="{BB962C8B-B14F-4D97-AF65-F5344CB8AC3E}">
        <p14:creationId xmlns:p14="http://schemas.microsoft.com/office/powerpoint/2010/main" val="3255499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B09E-3FEA-4C34-B692-F673B5F70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281F-7627-4E1E-B5E0-499AE8D96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830" y="0"/>
            <a:ext cx="6415806" cy="6878171"/>
          </a:xfrm>
          <a:solidFill>
            <a:schemeClr val="accent1">
              <a:lumMod val="5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1 # This program demonstrates several string testing methods.</a:t>
            </a:r>
          </a:p>
          <a:p>
            <a:pPr marL="0" indent="0">
              <a:buNone/>
            </a:pPr>
            <a:r>
              <a:rPr lang="en-US" dirty="0"/>
              <a:t> 2</a:t>
            </a:r>
          </a:p>
          <a:p>
            <a:pPr marL="0" indent="0">
              <a:buNone/>
            </a:pPr>
            <a:r>
              <a:rPr lang="en-US" dirty="0"/>
              <a:t> 3 def main():</a:t>
            </a:r>
          </a:p>
          <a:p>
            <a:pPr marL="0" indent="0">
              <a:buNone/>
            </a:pPr>
            <a:r>
              <a:rPr lang="en-US" dirty="0"/>
              <a:t> 4 # Get a string from the user.</a:t>
            </a:r>
          </a:p>
          <a:p>
            <a:pPr marL="0" indent="0">
              <a:buNone/>
            </a:pPr>
            <a:r>
              <a:rPr lang="en-US" dirty="0"/>
              <a:t> 5 </a:t>
            </a:r>
            <a:r>
              <a:rPr lang="en-US" dirty="0" err="1"/>
              <a:t>user_string</a:t>
            </a:r>
            <a:r>
              <a:rPr lang="en-US" dirty="0"/>
              <a:t> = input('Enter a string: ')</a:t>
            </a:r>
          </a:p>
          <a:p>
            <a:pPr marL="0" indent="0">
              <a:buNone/>
            </a:pPr>
            <a:r>
              <a:rPr lang="en-US" dirty="0"/>
              <a:t> 6</a:t>
            </a:r>
          </a:p>
          <a:p>
            <a:pPr marL="0" indent="0">
              <a:buNone/>
            </a:pPr>
            <a:r>
              <a:rPr lang="en-US" dirty="0"/>
              <a:t> 7 print('This is what I found about that string:')</a:t>
            </a:r>
          </a:p>
          <a:p>
            <a:pPr marL="0" indent="0">
              <a:buNone/>
            </a:pPr>
            <a:r>
              <a:rPr lang="en-US" dirty="0"/>
              <a:t> 8</a:t>
            </a:r>
          </a:p>
          <a:p>
            <a:pPr marL="0" indent="0">
              <a:buNone/>
            </a:pPr>
            <a:r>
              <a:rPr lang="en-US" dirty="0"/>
              <a:t> 9 # Test the string.</a:t>
            </a:r>
          </a:p>
          <a:p>
            <a:pPr marL="0" indent="0">
              <a:buNone/>
            </a:pPr>
            <a:r>
              <a:rPr lang="en-US" dirty="0"/>
              <a:t>10 if </a:t>
            </a:r>
            <a:r>
              <a:rPr lang="en-US" dirty="0" err="1"/>
              <a:t>user_string.isalnum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11 print('The string is alphanumeric.')</a:t>
            </a:r>
          </a:p>
          <a:p>
            <a:pPr marL="0" indent="0">
              <a:buNone/>
            </a:pPr>
            <a:r>
              <a:rPr lang="en-US" dirty="0"/>
              <a:t>12 if </a:t>
            </a:r>
            <a:r>
              <a:rPr lang="en-US" dirty="0" err="1"/>
              <a:t>user_string.isdigit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13 print('The string contains only digits.')</a:t>
            </a:r>
          </a:p>
          <a:p>
            <a:pPr marL="0" indent="0">
              <a:buNone/>
            </a:pPr>
            <a:r>
              <a:rPr lang="en-US" dirty="0"/>
              <a:t>14 if </a:t>
            </a:r>
            <a:r>
              <a:rPr lang="en-US" dirty="0" err="1"/>
              <a:t>user_string.isalpha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15 print('The string contains only alphabetic characters.')</a:t>
            </a:r>
          </a:p>
          <a:p>
            <a:pPr marL="0" indent="0">
              <a:buNone/>
            </a:pPr>
            <a:r>
              <a:rPr lang="en-US" dirty="0"/>
              <a:t>16 if </a:t>
            </a:r>
            <a:r>
              <a:rPr lang="en-US" dirty="0" err="1"/>
              <a:t>user_string.isspace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17 print('The string contains only whitespace characters.')</a:t>
            </a:r>
          </a:p>
          <a:p>
            <a:pPr marL="0" indent="0">
              <a:buNone/>
            </a:pPr>
            <a:r>
              <a:rPr lang="en-US" dirty="0"/>
              <a:t>18 if </a:t>
            </a:r>
            <a:r>
              <a:rPr lang="en-US" dirty="0" err="1"/>
              <a:t>user_string.islower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19 print('The letters in the string are all lowercase.')</a:t>
            </a:r>
          </a:p>
          <a:p>
            <a:pPr marL="0" indent="0">
              <a:buNone/>
            </a:pPr>
            <a:r>
              <a:rPr lang="en-US" dirty="0"/>
              <a:t>20 if </a:t>
            </a:r>
            <a:r>
              <a:rPr lang="en-US" dirty="0" err="1"/>
              <a:t>user_string.isupper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21 print('The letters in the string are all uppercase.')</a:t>
            </a:r>
          </a:p>
          <a:p>
            <a:pPr marL="0" indent="0">
              <a:buNone/>
            </a:pPr>
            <a:r>
              <a:rPr lang="en-US" dirty="0"/>
              <a:t>22</a:t>
            </a:r>
          </a:p>
          <a:p>
            <a:pPr marL="0" indent="0">
              <a:buNone/>
            </a:pPr>
            <a:r>
              <a:rPr lang="en-US" dirty="0"/>
              <a:t>23 # Call the string.</a:t>
            </a:r>
          </a:p>
          <a:p>
            <a:pPr marL="0" indent="0">
              <a:buNone/>
            </a:pPr>
            <a:r>
              <a:rPr lang="en-US" dirty="0"/>
              <a:t>24 if _ _name_ _ == '_ _main_ _':</a:t>
            </a:r>
          </a:p>
          <a:p>
            <a:pPr marL="0" indent="0">
              <a:buNone/>
            </a:pPr>
            <a:r>
              <a:rPr lang="en-US" dirty="0"/>
              <a:t>25 main()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759869-8C2E-4828-B8F2-FC7759CBC3FE}"/>
              </a:ext>
            </a:extLst>
          </p:cNvPr>
          <p:cNvSpPr/>
          <p:nvPr/>
        </p:nvSpPr>
        <p:spPr>
          <a:xfrm>
            <a:off x="5755342" y="1338196"/>
            <a:ext cx="5365376" cy="5078313"/>
          </a:xfrm>
          <a:prstGeom prst="rect">
            <a:avLst/>
          </a:prstGeom>
          <a:solidFill>
            <a:srgbClr val="FF3399"/>
          </a:solidFill>
        </p:spPr>
        <p:txBody>
          <a:bodyPr wrap="square">
            <a:spAutoFit/>
          </a:bodyPr>
          <a:lstStyle/>
          <a:p>
            <a:r>
              <a:rPr lang="en-US" dirty="0"/>
              <a:t>Program Output </a:t>
            </a:r>
          </a:p>
          <a:p>
            <a:r>
              <a:rPr lang="en-US" dirty="0"/>
              <a:t>Enter a string: </a:t>
            </a:r>
            <a:r>
              <a:rPr lang="en-US" dirty="0" err="1"/>
              <a:t>abc</a:t>
            </a:r>
            <a:r>
              <a:rPr lang="en-US" dirty="0"/>
              <a:t> </a:t>
            </a:r>
          </a:p>
          <a:p>
            <a:r>
              <a:rPr lang="en-US" dirty="0"/>
              <a:t>This is what I found about that string:</a:t>
            </a:r>
          </a:p>
          <a:p>
            <a:r>
              <a:rPr lang="en-US" dirty="0"/>
              <a:t>The string is alphanumeric.</a:t>
            </a:r>
          </a:p>
          <a:p>
            <a:r>
              <a:rPr lang="en-US" dirty="0"/>
              <a:t>The string contains only alphabetic characters.</a:t>
            </a:r>
          </a:p>
          <a:p>
            <a:r>
              <a:rPr lang="en-US" dirty="0"/>
              <a:t>The letters in the string are all lowercase.</a:t>
            </a:r>
          </a:p>
          <a:p>
            <a:endParaRPr lang="en-US" dirty="0"/>
          </a:p>
          <a:p>
            <a:r>
              <a:rPr lang="en-US" dirty="0"/>
              <a:t>Program Output </a:t>
            </a:r>
          </a:p>
          <a:p>
            <a:r>
              <a:rPr lang="en-US" dirty="0"/>
              <a:t>Enter a string: 123 Enter</a:t>
            </a:r>
          </a:p>
          <a:p>
            <a:r>
              <a:rPr lang="en-US" dirty="0"/>
              <a:t>This is what I found about that string:</a:t>
            </a:r>
          </a:p>
          <a:p>
            <a:r>
              <a:rPr lang="en-US" dirty="0"/>
              <a:t>The string is alphanumeric.</a:t>
            </a:r>
          </a:p>
          <a:p>
            <a:r>
              <a:rPr lang="en-US" dirty="0"/>
              <a:t>The string contains only digits.</a:t>
            </a:r>
          </a:p>
          <a:p>
            <a:endParaRPr lang="en-US" dirty="0"/>
          </a:p>
          <a:p>
            <a:r>
              <a:rPr lang="en-US" dirty="0"/>
              <a:t>Program Output </a:t>
            </a:r>
          </a:p>
          <a:p>
            <a:r>
              <a:rPr lang="en-US" dirty="0"/>
              <a:t>Enter a string: 123ABC Enter</a:t>
            </a:r>
          </a:p>
          <a:p>
            <a:r>
              <a:rPr lang="en-US" dirty="0"/>
              <a:t>This is what I found about that string:</a:t>
            </a:r>
          </a:p>
          <a:p>
            <a:r>
              <a:rPr lang="en-US" dirty="0"/>
              <a:t>The string is alphanumeric.</a:t>
            </a:r>
          </a:p>
          <a:p>
            <a:r>
              <a:rPr lang="en-US" dirty="0"/>
              <a:t>The letters in the string are all uppercase.</a:t>
            </a:r>
          </a:p>
        </p:txBody>
      </p:sp>
    </p:spTree>
    <p:extLst>
      <p:ext uri="{BB962C8B-B14F-4D97-AF65-F5344CB8AC3E}">
        <p14:creationId xmlns:p14="http://schemas.microsoft.com/office/powerpoint/2010/main" val="2891918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FDA7-9B42-423B-B0F6-A8F97737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67B45-A168-4CFB-946D-5D2F8671E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dirty="0"/>
              <a:t>THANK YOU </a:t>
            </a:r>
          </a:p>
          <a:p>
            <a:pPr marL="0" indent="0" algn="ctr">
              <a:buNone/>
            </a:pPr>
            <a:r>
              <a:rPr lang="en-US" sz="7200" b="1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750179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ABB186A85454283779F1D5AC4F082" ma:contentTypeVersion="9" ma:contentTypeDescription="Create a new document." ma:contentTypeScope="" ma:versionID="1583c6d60e1d6fc869d40f5e29b18f89">
  <xsd:schema xmlns:xsd="http://www.w3.org/2001/XMLSchema" xmlns:xs="http://www.w3.org/2001/XMLSchema" xmlns:p="http://schemas.microsoft.com/office/2006/metadata/properties" xmlns:ns3="5e421343-59c8-40ef-9ea1-ece5ea67b612" targetNamespace="http://schemas.microsoft.com/office/2006/metadata/properties" ma:root="true" ma:fieldsID="9e04e0dd77756da3005a42894ade9327" ns3:_="">
    <xsd:import namespace="5e421343-59c8-40ef-9ea1-ece5ea67b6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21343-59c8-40ef-9ea1-ece5ea67b6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661666-9F4E-4F8C-9F39-46460DF8E5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620434-7C67-4EB8-922A-B053773686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21343-59c8-40ef-9ea1-ece5ea67b6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1BF05-DBAC-46A7-89B4-4C982A04A9F3}">
  <ds:schemaRefs>
    <ds:schemaRef ds:uri="http://schemas.microsoft.com/office/2006/metadata/properties"/>
    <ds:schemaRef ds:uri="5e421343-59c8-40ef-9ea1-ece5ea67b612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55</TotalTime>
  <Words>1170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2</vt:lpstr>
      <vt:lpstr>Quotable</vt:lpstr>
      <vt:lpstr>TOPIC 7 STRINGS</vt:lpstr>
      <vt:lpstr>CONTENTS</vt:lpstr>
      <vt:lpstr>7.1 How strings are represented in the computer</vt:lpstr>
      <vt:lpstr>Accessing the Individual Characters in a String</vt:lpstr>
      <vt:lpstr>PowerPoint Presentation</vt:lpstr>
      <vt:lpstr>String Concatenation</vt:lpstr>
      <vt:lpstr>String Slicing</vt:lpstr>
      <vt:lpstr>PowerPoint Presentation</vt:lpstr>
      <vt:lpstr>PowerPoint Presentation</vt:lpstr>
      <vt:lpstr>String Methods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7 STRINGS</dc:title>
  <dc:creator>Navitha A/P. Gunalan</dc:creator>
  <cp:lastModifiedBy>Navitha A/P. Gunalan</cp:lastModifiedBy>
  <cp:revision>6</cp:revision>
  <dcterms:created xsi:type="dcterms:W3CDTF">2023-10-09T17:50:11Z</dcterms:created>
  <dcterms:modified xsi:type="dcterms:W3CDTF">2023-10-13T05:24:52Z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0x010100958ABB186A85454283779F1D5AC4F082</vt:lpwstr>
  </property>
</Properties>
</file>