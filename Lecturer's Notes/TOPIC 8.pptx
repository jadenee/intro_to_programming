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66CC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206" autoAdjust="0"/>
    <p:restoredTop sz="94660"/>
  </p:normalViewPr>
  <p:slideViewPr>
    <p:cSldViewPr snapToGrid="0">
      <p:cViewPr varScale="1">
        <p:scale>
          <a:sx n="71" d="100"/>
          <a:sy n="71" d="100"/>
        </p:scale>
        <p:origin x="40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itha A/P. Gunalan" userId="ea7bfe52-eb47-41e4-a145-3fc04b43606e" providerId="ADAL" clId="{5D0D6973-71E0-4EB4-BA74-DBD5F1F1C4B8}"/>
    <pc:docChg chg="undo custSel addSld modSld">
      <pc:chgData name="Navitha A/P. Gunalan" userId="ea7bfe52-eb47-41e4-a145-3fc04b43606e" providerId="ADAL" clId="{5D0D6973-71E0-4EB4-BA74-DBD5F1F1C4B8}" dt="2023-10-20T06:08:44.312" v="1086"/>
      <pc:docMkLst>
        <pc:docMk/>
      </pc:docMkLst>
      <pc:sldChg chg="modSp">
        <pc:chgData name="Navitha A/P. Gunalan" userId="ea7bfe52-eb47-41e4-a145-3fc04b43606e" providerId="ADAL" clId="{5D0D6973-71E0-4EB4-BA74-DBD5F1F1C4B8}" dt="2023-10-16T18:02:21.921" v="738" actId="20577"/>
        <pc:sldMkLst>
          <pc:docMk/>
          <pc:sldMk cId="2482493372" sldId="257"/>
        </pc:sldMkLst>
        <pc:spChg chg="mod">
          <ac:chgData name="Navitha A/P. Gunalan" userId="ea7bfe52-eb47-41e4-a145-3fc04b43606e" providerId="ADAL" clId="{5D0D6973-71E0-4EB4-BA74-DBD5F1F1C4B8}" dt="2023-10-16T18:02:21.921" v="738" actId="20577"/>
          <ac:spMkLst>
            <pc:docMk/>
            <pc:sldMk cId="2482493372" sldId="257"/>
            <ac:spMk id="3" creationId="{3ADD3192-143A-4F50-B800-355E8BCC7F8B}"/>
          </ac:spMkLst>
        </pc:spChg>
      </pc:sldChg>
      <pc:sldChg chg="addSp modSp">
        <pc:chgData name="Navitha A/P. Gunalan" userId="ea7bfe52-eb47-41e4-a145-3fc04b43606e" providerId="ADAL" clId="{5D0D6973-71E0-4EB4-BA74-DBD5F1F1C4B8}" dt="2023-10-16T17:25:40.455" v="357" actId="122"/>
        <pc:sldMkLst>
          <pc:docMk/>
          <pc:sldMk cId="1148299802" sldId="259"/>
        </pc:sldMkLst>
        <pc:spChg chg="mod">
          <ac:chgData name="Navitha A/P. Gunalan" userId="ea7bfe52-eb47-41e4-a145-3fc04b43606e" providerId="ADAL" clId="{5D0D6973-71E0-4EB4-BA74-DBD5F1F1C4B8}" dt="2023-10-16T17:25:40.455" v="357" actId="122"/>
          <ac:spMkLst>
            <pc:docMk/>
            <pc:sldMk cId="1148299802" sldId="259"/>
            <ac:spMk id="3" creationId="{035E8902-90A3-42AA-8469-151C69197933}"/>
          </ac:spMkLst>
        </pc:spChg>
        <pc:spChg chg="add mod">
          <ac:chgData name="Navitha A/P. Gunalan" userId="ea7bfe52-eb47-41e4-a145-3fc04b43606e" providerId="ADAL" clId="{5D0D6973-71E0-4EB4-BA74-DBD5F1F1C4B8}" dt="2023-10-16T16:19:44.669" v="57" actId="1076"/>
          <ac:spMkLst>
            <pc:docMk/>
            <pc:sldMk cId="1148299802" sldId="259"/>
            <ac:spMk id="4" creationId="{F7BAD6E4-99E3-4883-8226-176FC22987BA}"/>
          </ac:spMkLst>
        </pc:spChg>
      </pc:sldChg>
      <pc:sldChg chg="addSp delSp modSp add">
        <pc:chgData name="Navitha A/P. Gunalan" userId="ea7bfe52-eb47-41e4-a145-3fc04b43606e" providerId="ADAL" clId="{5D0D6973-71E0-4EB4-BA74-DBD5F1F1C4B8}" dt="2023-10-16T16:32:33.913" v="84"/>
        <pc:sldMkLst>
          <pc:docMk/>
          <pc:sldMk cId="1761081940" sldId="260"/>
        </pc:sldMkLst>
        <pc:spChg chg="mod">
          <ac:chgData name="Navitha A/P. Gunalan" userId="ea7bfe52-eb47-41e4-a145-3fc04b43606e" providerId="ADAL" clId="{5D0D6973-71E0-4EB4-BA74-DBD5F1F1C4B8}" dt="2023-10-16T16:25:33.637" v="61" actId="1076"/>
          <ac:spMkLst>
            <pc:docMk/>
            <pc:sldMk cId="1761081940" sldId="260"/>
            <ac:spMk id="2" creationId="{6F4EF92C-F043-458A-BC04-C2F3755991AB}"/>
          </ac:spMkLst>
        </pc:spChg>
        <pc:spChg chg="mod">
          <ac:chgData name="Navitha A/P. Gunalan" userId="ea7bfe52-eb47-41e4-a145-3fc04b43606e" providerId="ADAL" clId="{5D0D6973-71E0-4EB4-BA74-DBD5F1F1C4B8}" dt="2023-10-16T16:32:30.812" v="83" actId="1076"/>
          <ac:spMkLst>
            <pc:docMk/>
            <pc:sldMk cId="1761081940" sldId="260"/>
            <ac:spMk id="3" creationId="{527DC6C5-5950-4945-9D5A-2C495CFB8DEA}"/>
          </ac:spMkLst>
        </pc:spChg>
        <pc:spChg chg="add mod">
          <ac:chgData name="Navitha A/P. Gunalan" userId="ea7bfe52-eb47-41e4-a145-3fc04b43606e" providerId="ADAL" clId="{5D0D6973-71E0-4EB4-BA74-DBD5F1F1C4B8}" dt="2023-10-16T16:27:24.351" v="75" actId="1076"/>
          <ac:spMkLst>
            <pc:docMk/>
            <pc:sldMk cId="1761081940" sldId="260"/>
            <ac:spMk id="4" creationId="{0831A6C1-66DA-4706-945D-CAF32A059A9B}"/>
          </ac:spMkLst>
        </pc:spChg>
        <pc:spChg chg="add del mod">
          <ac:chgData name="Navitha A/P. Gunalan" userId="ea7bfe52-eb47-41e4-a145-3fc04b43606e" providerId="ADAL" clId="{5D0D6973-71E0-4EB4-BA74-DBD5F1F1C4B8}" dt="2023-10-16T16:32:33.913" v="84"/>
          <ac:spMkLst>
            <pc:docMk/>
            <pc:sldMk cId="1761081940" sldId="260"/>
            <ac:spMk id="5" creationId="{734842F1-D073-4C73-83FB-676EC67979AD}"/>
          </ac:spMkLst>
        </pc:spChg>
      </pc:sldChg>
      <pc:sldChg chg="addSp delSp modSp add modAnim">
        <pc:chgData name="Navitha A/P. Gunalan" userId="ea7bfe52-eb47-41e4-a145-3fc04b43606e" providerId="ADAL" clId="{5D0D6973-71E0-4EB4-BA74-DBD5F1F1C4B8}" dt="2023-10-16T16:37:58.452" v="132"/>
        <pc:sldMkLst>
          <pc:docMk/>
          <pc:sldMk cId="1379813026" sldId="261"/>
        </pc:sldMkLst>
        <pc:spChg chg="add del">
          <ac:chgData name="Navitha A/P. Gunalan" userId="ea7bfe52-eb47-41e4-a145-3fc04b43606e" providerId="ADAL" clId="{5D0D6973-71E0-4EB4-BA74-DBD5F1F1C4B8}" dt="2023-10-16T16:32:51.759" v="88"/>
          <ac:spMkLst>
            <pc:docMk/>
            <pc:sldMk cId="1379813026" sldId="261"/>
            <ac:spMk id="3" creationId="{C0E75C5E-868B-44C8-84FB-D98CF97539D5}"/>
          </ac:spMkLst>
        </pc:spChg>
        <pc:spChg chg="add del mod">
          <ac:chgData name="Navitha A/P. Gunalan" userId="ea7bfe52-eb47-41e4-a145-3fc04b43606e" providerId="ADAL" clId="{5D0D6973-71E0-4EB4-BA74-DBD5F1F1C4B8}" dt="2023-10-16T16:32:48.849" v="87"/>
          <ac:spMkLst>
            <pc:docMk/>
            <pc:sldMk cId="1379813026" sldId="261"/>
            <ac:spMk id="4" creationId="{66638760-B56C-46A4-B89E-780C07C74E0C}"/>
          </ac:spMkLst>
        </pc:spChg>
        <pc:spChg chg="add del">
          <ac:chgData name="Navitha A/P. Gunalan" userId="ea7bfe52-eb47-41e4-a145-3fc04b43606e" providerId="ADAL" clId="{5D0D6973-71E0-4EB4-BA74-DBD5F1F1C4B8}" dt="2023-10-16T16:32:56.164" v="90"/>
          <ac:spMkLst>
            <pc:docMk/>
            <pc:sldMk cId="1379813026" sldId="261"/>
            <ac:spMk id="5" creationId="{1465E51B-EED6-436B-9475-10645B18FCA8}"/>
          </ac:spMkLst>
        </pc:spChg>
        <pc:spChg chg="add mod">
          <ac:chgData name="Navitha A/P. Gunalan" userId="ea7bfe52-eb47-41e4-a145-3fc04b43606e" providerId="ADAL" clId="{5D0D6973-71E0-4EB4-BA74-DBD5F1F1C4B8}" dt="2023-10-16T16:33:59.664" v="100" actId="1076"/>
          <ac:spMkLst>
            <pc:docMk/>
            <pc:sldMk cId="1379813026" sldId="261"/>
            <ac:spMk id="6" creationId="{CA58B2CC-CDD2-4A6D-A5C2-6F03B17468D2}"/>
          </ac:spMkLst>
        </pc:spChg>
        <pc:spChg chg="add mod">
          <ac:chgData name="Navitha A/P. Gunalan" userId="ea7bfe52-eb47-41e4-a145-3fc04b43606e" providerId="ADAL" clId="{5D0D6973-71E0-4EB4-BA74-DBD5F1F1C4B8}" dt="2023-10-16T16:35:59.886" v="130" actId="1076"/>
          <ac:spMkLst>
            <pc:docMk/>
            <pc:sldMk cId="1379813026" sldId="261"/>
            <ac:spMk id="8" creationId="{B4D38CBF-AC00-4437-BF5B-97CC01376F80}"/>
          </ac:spMkLst>
        </pc:spChg>
        <pc:picChg chg="add mod">
          <ac:chgData name="Navitha A/P. Gunalan" userId="ea7bfe52-eb47-41e4-a145-3fc04b43606e" providerId="ADAL" clId="{5D0D6973-71E0-4EB4-BA74-DBD5F1F1C4B8}" dt="2023-10-16T16:34:33.472" v="107" actId="1076"/>
          <ac:picMkLst>
            <pc:docMk/>
            <pc:sldMk cId="1379813026" sldId="261"/>
            <ac:picMk id="7" creationId="{3E3D6779-ACE8-4811-B72D-08FE4D86B50C}"/>
          </ac:picMkLst>
        </pc:picChg>
      </pc:sldChg>
      <pc:sldChg chg="addSp delSp modSp add">
        <pc:chgData name="Navitha A/P. Gunalan" userId="ea7bfe52-eb47-41e4-a145-3fc04b43606e" providerId="ADAL" clId="{5D0D6973-71E0-4EB4-BA74-DBD5F1F1C4B8}" dt="2023-10-16T17:02:02.374" v="310" actId="14100"/>
        <pc:sldMkLst>
          <pc:docMk/>
          <pc:sldMk cId="275584691" sldId="262"/>
        </pc:sldMkLst>
        <pc:spChg chg="del">
          <ac:chgData name="Navitha A/P. Gunalan" userId="ea7bfe52-eb47-41e4-a145-3fc04b43606e" providerId="ADAL" clId="{5D0D6973-71E0-4EB4-BA74-DBD5F1F1C4B8}" dt="2023-10-16T16:49:08.269" v="165"/>
          <ac:spMkLst>
            <pc:docMk/>
            <pc:sldMk cId="275584691" sldId="262"/>
            <ac:spMk id="2" creationId="{EC44407E-2CCB-4495-BFCF-BBBEA2DDE3E0}"/>
          </ac:spMkLst>
        </pc:spChg>
        <pc:spChg chg="add mod">
          <ac:chgData name="Navitha A/P. Gunalan" userId="ea7bfe52-eb47-41e4-a145-3fc04b43606e" providerId="ADAL" clId="{5D0D6973-71E0-4EB4-BA74-DBD5F1F1C4B8}" dt="2023-10-16T16:59:38.489" v="297" actId="1076"/>
          <ac:spMkLst>
            <pc:docMk/>
            <pc:sldMk cId="275584691" sldId="262"/>
            <ac:spMk id="2" creationId="{F6831B8C-3852-4E88-B153-AD241AAE66F6}"/>
          </ac:spMkLst>
        </pc:spChg>
        <pc:spChg chg="mod">
          <ac:chgData name="Navitha A/P. Gunalan" userId="ea7bfe52-eb47-41e4-a145-3fc04b43606e" providerId="ADAL" clId="{5D0D6973-71E0-4EB4-BA74-DBD5F1F1C4B8}" dt="2023-10-16T16:49:33.688" v="172" actId="14100"/>
          <ac:spMkLst>
            <pc:docMk/>
            <pc:sldMk cId="275584691" sldId="262"/>
            <ac:spMk id="3" creationId="{9E64EDDA-34B4-4E87-8A0F-E157E10F818F}"/>
          </ac:spMkLst>
        </pc:spChg>
        <pc:spChg chg="add mod">
          <ac:chgData name="Navitha A/P. Gunalan" userId="ea7bfe52-eb47-41e4-a145-3fc04b43606e" providerId="ADAL" clId="{5D0D6973-71E0-4EB4-BA74-DBD5F1F1C4B8}" dt="2023-10-16T16:59:43.688" v="298" actId="1076"/>
          <ac:spMkLst>
            <pc:docMk/>
            <pc:sldMk cId="275584691" sldId="262"/>
            <ac:spMk id="4" creationId="{88894C22-DC34-41CD-B145-299910CD4383}"/>
          </ac:spMkLst>
        </pc:spChg>
        <pc:spChg chg="add mod">
          <ac:chgData name="Navitha A/P. Gunalan" userId="ea7bfe52-eb47-41e4-a145-3fc04b43606e" providerId="ADAL" clId="{5D0D6973-71E0-4EB4-BA74-DBD5F1F1C4B8}" dt="2023-10-16T17:02:02.374" v="310" actId="14100"/>
          <ac:spMkLst>
            <pc:docMk/>
            <pc:sldMk cId="275584691" sldId="262"/>
            <ac:spMk id="5" creationId="{E0CCB65F-A66C-4D71-AA36-4417D64A64AF}"/>
          </ac:spMkLst>
        </pc:spChg>
      </pc:sldChg>
      <pc:sldChg chg="addSp modSp add modAnim">
        <pc:chgData name="Navitha A/P. Gunalan" userId="ea7bfe52-eb47-41e4-a145-3fc04b43606e" providerId="ADAL" clId="{5D0D6973-71E0-4EB4-BA74-DBD5F1F1C4B8}" dt="2023-10-17T03:39:25.459" v="914" actId="20577"/>
        <pc:sldMkLst>
          <pc:docMk/>
          <pc:sldMk cId="1133425578" sldId="263"/>
        </pc:sldMkLst>
        <pc:spChg chg="mod">
          <ac:chgData name="Navitha A/P. Gunalan" userId="ea7bfe52-eb47-41e4-a145-3fc04b43606e" providerId="ADAL" clId="{5D0D6973-71E0-4EB4-BA74-DBD5F1F1C4B8}" dt="2023-10-16T17:05:51.046" v="330" actId="1076"/>
          <ac:spMkLst>
            <pc:docMk/>
            <pc:sldMk cId="1133425578" sldId="263"/>
            <ac:spMk id="2" creationId="{67F1881F-3094-4BC6-863E-ACE8F066F4AF}"/>
          </ac:spMkLst>
        </pc:spChg>
        <pc:spChg chg="mod">
          <ac:chgData name="Navitha A/P. Gunalan" userId="ea7bfe52-eb47-41e4-a145-3fc04b43606e" providerId="ADAL" clId="{5D0D6973-71E0-4EB4-BA74-DBD5F1F1C4B8}" dt="2023-10-16T17:05:46.037" v="329" actId="20577"/>
          <ac:spMkLst>
            <pc:docMk/>
            <pc:sldMk cId="1133425578" sldId="263"/>
            <ac:spMk id="3" creationId="{7D2F00CE-A27D-4B82-8985-65FB7EF50745}"/>
          </ac:spMkLst>
        </pc:spChg>
        <pc:spChg chg="add mod">
          <ac:chgData name="Navitha A/P. Gunalan" userId="ea7bfe52-eb47-41e4-a145-3fc04b43606e" providerId="ADAL" clId="{5D0D6973-71E0-4EB4-BA74-DBD5F1F1C4B8}" dt="2023-10-16T17:10:01.007" v="336" actId="403"/>
          <ac:spMkLst>
            <pc:docMk/>
            <pc:sldMk cId="1133425578" sldId="263"/>
            <ac:spMk id="4" creationId="{CD91E1ED-1C17-4901-80BD-5A6B0ACFB3D7}"/>
          </ac:spMkLst>
        </pc:spChg>
        <pc:spChg chg="add mod">
          <ac:chgData name="Navitha A/P. Gunalan" userId="ea7bfe52-eb47-41e4-a145-3fc04b43606e" providerId="ADAL" clId="{5D0D6973-71E0-4EB4-BA74-DBD5F1F1C4B8}" dt="2023-10-16T17:14:52.941" v="354" actId="207"/>
          <ac:spMkLst>
            <pc:docMk/>
            <pc:sldMk cId="1133425578" sldId="263"/>
            <ac:spMk id="5" creationId="{DBEF9915-B71A-4A76-8136-8DF3AFA49191}"/>
          </ac:spMkLst>
        </pc:spChg>
        <pc:spChg chg="add mod">
          <ac:chgData name="Navitha A/P. Gunalan" userId="ea7bfe52-eb47-41e4-a145-3fc04b43606e" providerId="ADAL" clId="{5D0D6973-71E0-4EB4-BA74-DBD5F1F1C4B8}" dt="2023-10-16T17:57:17.269" v="694" actId="1076"/>
          <ac:spMkLst>
            <pc:docMk/>
            <pc:sldMk cId="1133425578" sldId="263"/>
            <ac:spMk id="6" creationId="{E6DE0076-4D75-4629-AFCD-843FA2CDC1A9}"/>
          </ac:spMkLst>
        </pc:spChg>
        <pc:spChg chg="add mod">
          <ac:chgData name="Navitha A/P. Gunalan" userId="ea7bfe52-eb47-41e4-a145-3fc04b43606e" providerId="ADAL" clId="{5D0D6973-71E0-4EB4-BA74-DBD5F1F1C4B8}" dt="2023-10-17T03:39:25.459" v="914" actId="20577"/>
          <ac:spMkLst>
            <pc:docMk/>
            <pc:sldMk cId="1133425578" sldId="263"/>
            <ac:spMk id="7" creationId="{239EC2A5-F2A1-481C-BBB0-56C424BDAD68}"/>
          </ac:spMkLst>
        </pc:spChg>
      </pc:sldChg>
      <pc:sldChg chg="addSp modSp add">
        <pc:chgData name="Navitha A/P. Gunalan" userId="ea7bfe52-eb47-41e4-a145-3fc04b43606e" providerId="ADAL" clId="{5D0D6973-71E0-4EB4-BA74-DBD5F1F1C4B8}" dt="2023-10-16T17:41:07.183" v="484" actId="20577"/>
        <pc:sldMkLst>
          <pc:docMk/>
          <pc:sldMk cId="499616005" sldId="264"/>
        </pc:sldMkLst>
        <pc:spChg chg="mod">
          <ac:chgData name="Navitha A/P. Gunalan" userId="ea7bfe52-eb47-41e4-a145-3fc04b43606e" providerId="ADAL" clId="{5D0D6973-71E0-4EB4-BA74-DBD5F1F1C4B8}" dt="2023-10-16T17:32:43.710" v="363" actId="1076"/>
          <ac:spMkLst>
            <pc:docMk/>
            <pc:sldMk cId="499616005" sldId="264"/>
            <ac:spMk id="2" creationId="{1C2F37AC-E981-45A7-9BBE-7E615E9247A9}"/>
          </ac:spMkLst>
        </pc:spChg>
        <pc:spChg chg="mod">
          <ac:chgData name="Navitha A/P. Gunalan" userId="ea7bfe52-eb47-41e4-a145-3fc04b43606e" providerId="ADAL" clId="{5D0D6973-71E0-4EB4-BA74-DBD5F1F1C4B8}" dt="2023-10-16T17:39:33.628" v="469" actId="1076"/>
          <ac:spMkLst>
            <pc:docMk/>
            <pc:sldMk cId="499616005" sldId="264"/>
            <ac:spMk id="3" creationId="{53288703-9497-44AF-8AE6-BDFB25F11AF4}"/>
          </ac:spMkLst>
        </pc:spChg>
        <pc:spChg chg="add mod">
          <ac:chgData name="Navitha A/P. Gunalan" userId="ea7bfe52-eb47-41e4-a145-3fc04b43606e" providerId="ADAL" clId="{5D0D6973-71E0-4EB4-BA74-DBD5F1F1C4B8}" dt="2023-10-16T17:39:42.082" v="471" actId="207"/>
          <ac:spMkLst>
            <pc:docMk/>
            <pc:sldMk cId="499616005" sldId="264"/>
            <ac:spMk id="4" creationId="{4EF2A513-169D-4C57-90ED-00F2839209E7}"/>
          </ac:spMkLst>
        </pc:spChg>
        <pc:spChg chg="add mod">
          <ac:chgData name="Navitha A/P. Gunalan" userId="ea7bfe52-eb47-41e4-a145-3fc04b43606e" providerId="ADAL" clId="{5D0D6973-71E0-4EB4-BA74-DBD5F1F1C4B8}" dt="2023-10-16T17:41:07.183" v="484" actId="20577"/>
          <ac:spMkLst>
            <pc:docMk/>
            <pc:sldMk cId="499616005" sldId="264"/>
            <ac:spMk id="5" creationId="{5E72F3BB-0BF4-48BF-BB6D-2B51450B25D1}"/>
          </ac:spMkLst>
        </pc:spChg>
      </pc:sldChg>
      <pc:sldChg chg="addSp modSp add">
        <pc:chgData name="Navitha A/P. Gunalan" userId="ea7bfe52-eb47-41e4-a145-3fc04b43606e" providerId="ADAL" clId="{5D0D6973-71E0-4EB4-BA74-DBD5F1F1C4B8}" dt="2023-10-16T17:43:16.173" v="503" actId="1076"/>
        <pc:sldMkLst>
          <pc:docMk/>
          <pc:sldMk cId="2200186679" sldId="265"/>
        </pc:sldMkLst>
        <pc:spChg chg="mod">
          <ac:chgData name="Navitha A/P. Gunalan" userId="ea7bfe52-eb47-41e4-a145-3fc04b43606e" providerId="ADAL" clId="{5D0D6973-71E0-4EB4-BA74-DBD5F1F1C4B8}" dt="2023-10-16T17:41:27.197" v="489" actId="1076"/>
          <ac:spMkLst>
            <pc:docMk/>
            <pc:sldMk cId="2200186679" sldId="265"/>
            <ac:spMk id="2" creationId="{1A107C57-00EA-4B93-8997-285D0CA31FDC}"/>
          </ac:spMkLst>
        </pc:spChg>
        <pc:spChg chg="mod">
          <ac:chgData name="Navitha A/P. Gunalan" userId="ea7bfe52-eb47-41e4-a145-3fc04b43606e" providerId="ADAL" clId="{5D0D6973-71E0-4EB4-BA74-DBD5F1F1C4B8}" dt="2023-10-16T17:42:00.319" v="496" actId="1076"/>
          <ac:spMkLst>
            <pc:docMk/>
            <pc:sldMk cId="2200186679" sldId="265"/>
            <ac:spMk id="3" creationId="{13E44123-2FCD-461B-8EEE-3ACF36324585}"/>
          </ac:spMkLst>
        </pc:spChg>
        <pc:picChg chg="add mod">
          <ac:chgData name="Navitha A/P. Gunalan" userId="ea7bfe52-eb47-41e4-a145-3fc04b43606e" providerId="ADAL" clId="{5D0D6973-71E0-4EB4-BA74-DBD5F1F1C4B8}" dt="2023-10-16T17:43:16.173" v="503" actId="1076"/>
          <ac:picMkLst>
            <pc:docMk/>
            <pc:sldMk cId="2200186679" sldId="265"/>
            <ac:picMk id="4" creationId="{21DA2665-B06E-4241-B3BA-88797C1C7D58}"/>
          </ac:picMkLst>
        </pc:picChg>
      </pc:sldChg>
      <pc:sldChg chg="addSp delSp modSp add">
        <pc:chgData name="Navitha A/P. Gunalan" userId="ea7bfe52-eb47-41e4-a145-3fc04b43606e" providerId="ADAL" clId="{5D0D6973-71E0-4EB4-BA74-DBD5F1F1C4B8}" dt="2023-10-16T17:48:34.472" v="648" actId="1076"/>
        <pc:sldMkLst>
          <pc:docMk/>
          <pc:sldMk cId="3966363291" sldId="266"/>
        </pc:sldMkLst>
        <pc:spChg chg="del">
          <ac:chgData name="Navitha A/P. Gunalan" userId="ea7bfe52-eb47-41e4-a145-3fc04b43606e" providerId="ADAL" clId="{5D0D6973-71E0-4EB4-BA74-DBD5F1F1C4B8}" dt="2023-10-16T17:44:44.453" v="505"/>
          <ac:spMkLst>
            <pc:docMk/>
            <pc:sldMk cId="3966363291" sldId="266"/>
            <ac:spMk id="2" creationId="{B46D32A8-4448-46EE-9A6B-6C078B237E2D}"/>
          </ac:spMkLst>
        </pc:spChg>
        <pc:spChg chg="del">
          <ac:chgData name="Navitha A/P. Gunalan" userId="ea7bfe52-eb47-41e4-a145-3fc04b43606e" providerId="ADAL" clId="{5D0D6973-71E0-4EB4-BA74-DBD5F1F1C4B8}" dt="2023-10-16T17:44:46.517" v="506"/>
          <ac:spMkLst>
            <pc:docMk/>
            <pc:sldMk cId="3966363291" sldId="266"/>
            <ac:spMk id="3" creationId="{CD14D103-1A27-412E-A807-88DA929E094F}"/>
          </ac:spMkLst>
        </pc:spChg>
        <pc:spChg chg="add mod">
          <ac:chgData name="Navitha A/P. Gunalan" userId="ea7bfe52-eb47-41e4-a145-3fc04b43606e" providerId="ADAL" clId="{5D0D6973-71E0-4EB4-BA74-DBD5F1F1C4B8}" dt="2023-10-16T17:47:01.525" v="630" actId="1076"/>
          <ac:spMkLst>
            <pc:docMk/>
            <pc:sldMk cId="3966363291" sldId="266"/>
            <ac:spMk id="4" creationId="{F86D6A09-38DB-4BEF-BB32-A20292776EF9}"/>
          </ac:spMkLst>
        </pc:spChg>
        <pc:spChg chg="add mod">
          <ac:chgData name="Navitha A/P. Gunalan" userId="ea7bfe52-eb47-41e4-a145-3fc04b43606e" providerId="ADAL" clId="{5D0D6973-71E0-4EB4-BA74-DBD5F1F1C4B8}" dt="2023-10-16T17:48:34.472" v="648" actId="1076"/>
          <ac:spMkLst>
            <pc:docMk/>
            <pc:sldMk cId="3966363291" sldId="266"/>
            <ac:spMk id="5" creationId="{1DFF277D-73DF-4D82-B17E-FCA1849597F9}"/>
          </ac:spMkLst>
        </pc:spChg>
      </pc:sldChg>
      <pc:sldChg chg="addSp delSp modSp add">
        <pc:chgData name="Navitha A/P. Gunalan" userId="ea7bfe52-eb47-41e4-a145-3fc04b43606e" providerId="ADAL" clId="{5D0D6973-71E0-4EB4-BA74-DBD5F1F1C4B8}" dt="2023-10-16T18:02:28.158" v="739" actId="1076"/>
        <pc:sldMkLst>
          <pc:docMk/>
          <pc:sldMk cId="1783781891" sldId="267"/>
        </pc:sldMkLst>
        <pc:spChg chg="mod">
          <ac:chgData name="Navitha A/P. Gunalan" userId="ea7bfe52-eb47-41e4-a145-3fc04b43606e" providerId="ADAL" clId="{5D0D6973-71E0-4EB4-BA74-DBD5F1F1C4B8}" dt="2023-10-16T17:50:01.579" v="651" actId="122"/>
          <ac:spMkLst>
            <pc:docMk/>
            <pc:sldMk cId="1783781891" sldId="267"/>
            <ac:spMk id="2" creationId="{99D2C387-1BE1-4B25-8E2E-8318A8BF4914}"/>
          </ac:spMkLst>
        </pc:spChg>
        <pc:spChg chg="mod">
          <ac:chgData name="Navitha A/P. Gunalan" userId="ea7bfe52-eb47-41e4-a145-3fc04b43606e" providerId="ADAL" clId="{5D0D6973-71E0-4EB4-BA74-DBD5F1F1C4B8}" dt="2023-10-16T18:02:28.158" v="739" actId="1076"/>
          <ac:spMkLst>
            <pc:docMk/>
            <pc:sldMk cId="1783781891" sldId="267"/>
            <ac:spMk id="3" creationId="{CE58F765-C0E5-4860-A881-1EFABE6F82B3}"/>
          </ac:spMkLst>
        </pc:spChg>
        <pc:spChg chg="add del mod">
          <ac:chgData name="Navitha A/P. Gunalan" userId="ea7bfe52-eb47-41e4-a145-3fc04b43606e" providerId="ADAL" clId="{5D0D6973-71E0-4EB4-BA74-DBD5F1F1C4B8}" dt="2023-10-16T17:54:24.147" v="673"/>
          <ac:spMkLst>
            <pc:docMk/>
            <pc:sldMk cId="1783781891" sldId="267"/>
            <ac:spMk id="4" creationId="{8856EE42-8B14-47AA-B5E5-9C87E8BAA03E}"/>
          </ac:spMkLst>
        </pc:spChg>
      </pc:sldChg>
      <pc:sldChg chg="addSp delSp modSp add">
        <pc:chgData name="Navitha A/P. Gunalan" userId="ea7bfe52-eb47-41e4-a145-3fc04b43606e" providerId="ADAL" clId="{5D0D6973-71E0-4EB4-BA74-DBD5F1F1C4B8}" dt="2023-10-16T18:06:42.209" v="866" actId="1076"/>
        <pc:sldMkLst>
          <pc:docMk/>
          <pc:sldMk cId="356330053" sldId="268"/>
        </pc:sldMkLst>
        <pc:spChg chg="mod">
          <ac:chgData name="Navitha A/P. Gunalan" userId="ea7bfe52-eb47-41e4-a145-3fc04b43606e" providerId="ADAL" clId="{5D0D6973-71E0-4EB4-BA74-DBD5F1F1C4B8}" dt="2023-10-16T18:02:43.458" v="765" actId="122"/>
          <ac:spMkLst>
            <pc:docMk/>
            <pc:sldMk cId="356330053" sldId="268"/>
            <ac:spMk id="2" creationId="{2B1A87D1-7316-4374-A724-98CBD908DEAF}"/>
          </ac:spMkLst>
        </pc:spChg>
        <pc:spChg chg="del mod">
          <ac:chgData name="Navitha A/P. Gunalan" userId="ea7bfe52-eb47-41e4-a145-3fc04b43606e" providerId="ADAL" clId="{5D0D6973-71E0-4EB4-BA74-DBD5F1F1C4B8}" dt="2023-10-16T18:02:59.477" v="772"/>
          <ac:spMkLst>
            <pc:docMk/>
            <pc:sldMk cId="356330053" sldId="268"/>
            <ac:spMk id="3" creationId="{641B9994-1AEB-4F02-B0BF-2ED600E6D219}"/>
          </ac:spMkLst>
        </pc:spChg>
        <pc:spChg chg="add mod">
          <ac:chgData name="Navitha A/P. Gunalan" userId="ea7bfe52-eb47-41e4-a145-3fc04b43606e" providerId="ADAL" clId="{5D0D6973-71E0-4EB4-BA74-DBD5F1F1C4B8}" dt="2023-10-16T18:06:22.583" v="861" actId="14100"/>
          <ac:spMkLst>
            <pc:docMk/>
            <pc:sldMk cId="356330053" sldId="268"/>
            <ac:spMk id="4" creationId="{DA026729-CD8C-4F2F-8E35-5424266C291E}"/>
          </ac:spMkLst>
        </pc:spChg>
        <pc:spChg chg="add del">
          <ac:chgData name="Navitha A/P. Gunalan" userId="ea7bfe52-eb47-41e4-a145-3fc04b43606e" providerId="ADAL" clId="{5D0D6973-71E0-4EB4-BA74-DBD5F1F1C4B8}" dt="2023-10-16T18:06:15.311" v="858"/>
          <ac:spMkLst>
            <pc:docMk/>
            <pc:sldMk cId="356330053" sldId="268"/>
            <ac:spMk id="5" creationId="{D6787963-BE02-4FDB-883B-4B7BB2EA059F}"/>
          </ac:spMkLst>
        </pc:spChg>
        <pc:spChg chg="add mod">
          <ac:chgData name="Navitha A/P. Gunalan" userId="ea7bfe52-eb47-41e4-a145-3fc04b43606e" providerId="ADAL" clId="{5D0D6973-71E0-4EB4-BA74-DBD5F1F1C4B8}" dt="2023-10-16T18:06:42.209" v="866" actId="1076"/>
          <ac:spMkLst>
            <pc:docMk/>
            <pc:sldMk cId="356330053" sldId="268"/>
            <ac:spMk id="6" creationId="{DE91A5F6-9871-4F2C-A3FE-7915CF9C0E10}"/>
          </ac:spMkLst>
        </pc:spChg>
      </pc:sldChg>
      <pc:sldChg chg="addSp delSp modSp add">
        <pc:chgData name="Navitha A/P. Gunalan" userId="ea7bfe52-eb47-41e4-a145-3fc04b43606e" providerId="ADAL" clId="{5D0D6973-71E0-4EB4-BA74-DBD5F1F1C4B8}" dt="2023-10-16T18:11:06.353" v="910" actId="122"/>
        <pc:sldMkLst>
          <pc:docMk/>
          <pc:sldMk cId="2894627510" sldId="269"/>
        </pc:sldMkLst>
        <pc:spChg chg="mod">
          <ac:chgData name="Navitha A/P. Gunalan" userId="ea7bfe52-eb47-41e4-a145-3fc04b43606e" providerId="ADAL" clId="{5D0D6973-71E0-4EB4-BA74-DBD5F1F1C4B8}" dt="2023-10-16T18:11:06.353" v="910" actId="122"/>
          <ac:spMkLst>
            <pc:docMk/>
            <pc:sldMk cId="2894627510" sldId="269"/>
            <ac:spMk id="2" creationId="{D0FC3FAA-0D0E-49E5-98B3-EADC57F6C6E4}"/>
          </ac:spMkLst>
        </pc:spChg>
        <pc:spChg chg="del">
          <ac:chgData name="Navitha A/P. Gunalan" userId="ea7bfe52-eb47-41e4-a145-3fc04b43606e" providerId="ADAL" clId="{5D0D6973-71E0-4EB4-BA74-DBD5F1F1C4B8}" dt="2023-10-16T18:08:48.283" v="868"/>
          <ac:spMkLst>
            <pc:docMk/>
            <pc:sldMk cId="2894627510" sldId="269"/>
            <ac:spMk id="3" creationId="{2B43EF04-F4CF-46CA-98F7-6AD330D9C9DF}"/>
          </ac:spMkLst>
        </pc:spChg>
        <pc:spChg chg="add mod">
          <ac:chgData name="Navitha A/P. Gunalan" userId="ea7bfe52-eb47-41e4-a145-3fc04b43606e" providerId="ADAL" clId="{5D0D6973-71E0-4EB4-BA74-DBD5F1F1C4B8}" dt="2023-10-16T18:10:59.504" v="901" actId="14100"/>
          <ac:spMkLst>
            <pc:docMk/>
            <pc:sldMk cId="2894627510" sldId="269"/>
            <ac:spMk id="4" creationId="{8EFCC59B-05F8-442A-82EF-5B73980BA215}"/>
          </ac:spMkLst>
        </pc:spChg>
      </pc:sldChg>
      <pc:sldChg chg="addSp modSp add modTransition modAnim">
        <pc:chgData name="Navitha A/P. Gunalan" userId="ea7bfe52-eb47-41e4-a145-3fc04b43606e" providerId="ADAL" clId="{5D0D6973-71E0-4EB4-BA74-DBD5F1F1C4B8}" dt="2023-10-19T16:32:47.688" v="969"/>
        <pc:sldMkLst>
          <pc:docMk/>
          <pc:sldMk cId="948903976" sldId="270"/>
        </pc:sldMkLst>
        <pc:spChg chg="mod">
          <ac:chgData name="Navitha A/P. Gunalan" userId="ea7bfe52-eb47-41e4-a145-3fc04b43606e" providerId="ADAL" clId="{5D0D6973-71E0-4EB4-BA74-DBD5F1F1C4B8}" dt="2023-10-19T15:40:47.011" v="922" actId="1076"/>
          <ac:spMkLst>
            <pc:docMk/>
            <pc:sldMk cId="948903976" sldId="270"/>
            <ac:spMk id="2" creationId="{BC38C080-DEFB-4313-8CF3-B5632FEFBB4A}"/>
          </ac:spMkLst>
        </pc:spChg>
        <pc:spChg chg="mod">
          <ac:chgData name="Navitha A/P. Gunalan" userId="ea7bfe52-eb47-41e4-a145-3fc04b43606e" providerId="ADAL" clId="{5D0D6973-71E0-4EB4-BA74-DBD5F1F1C4B8}" dt="2023-10-19T15:49:54.596" v="932" actId="1076"/>
          <ac:spMkLst>
            <pc:docMk/>
            <pc:sldMk cId="948903976" sldId="270"/>
            <ac:spMk id="3" creationId="{1807DF31-122C-4D2A-80CB-D6B024D70BF4}"/>
          </ac:spMkLst>
        </pc:spChg>
        <pc:spChg chg="add mod">
          <ac:chgData name="Navitha A/P. Gunalan" userId="ea7bfe52-eb47-41e4-a145-3fc04b43606e" providerId="ADAL" clId="{5D0D6973-71E0-4EB4-BA74-DBD5F1F1C4B8}" dt="2023-10-19T15:59:29.859" v="951" actId="14100"/>
          <ac:spMkLst>
            <pc:docMk/>
            <pc:sldMk cId="948903976" sldId="270"/>
            <ac:spMk id="4" creationId="{DD390686-C077-4432-B7FB-7474F4C2A5B6}"/>
          </ac:spMkLst>
        </pc:spChg>
        <pc:spChg chg="add mod">
          <ac:chgData name="Navitha A/P. Gunalan" userId="ea7bfe52-eb47-41e4-a145-3fc04b43606e" providerId="ADAL" clId="{5D0D6973-71E0-4EB4-BA74-DBD5F1F1C4B8}" dt="2023-10-19T16:13:21.752" v="963" actId="1076"/>
          <ac:spMkLst>
            <pc:docMk/>
            <pc:sldMk cId="948903976" sldId="270"/>
            <ac:spMk id="6" creationId="{9AE4C2B8-2E93-476A-8C27-86C209346A94}"/>
          </ac:spMkLst>
        </pc:spChg>
        <pc:spChg chg="add mod">
          <ac:chgData name="Navitha A/P. Gunalan" userId="ea7bfe52-eb47-41e4-a145-3fc04b43606e" providerId="ADAL" clId="{5D0D6973-71E0-4EB4-BA74-DBD5F1F1C4B8}" dt="2023-10-19T16:32:33.630" v="966" actId="207"/>
          <ac:spMkLst>
            <pc:docMk/>
            <pc:sldMk cId="948903976" sldId="270"/>
            <ac:spMk id="7" creationId="{6054BF86-EF26-4F0A-9BE4-DA89FB904F77}"/>
          </ac:spMkLst>
        </pc:spChg>
        <pc:picChg chg="add mod">
          <ac:chgData name="Navitha A/P. Gunalan" userId="ea7bfe52-eb47-41e4-a145-3fc04b43606e" providerId="ADAL" clId="{5D0D6973-71E0-4EB4-BA74-DBD5F1F1C4B8}" dt="2023-10-19T16:12:45.420" v="959" actId="1076"/>
          <ac:picMkLst>
            <pc:docMk/>
            <pc:sldMk cId="948903976" sldId="270"/>
            <ac:picMk id="5" creationId="{B616F358-9074-4174-B6A8-1004B581EB3F}"/>
          </ac:picMkLst>
        </pc:picChg>
      </pc:sldChg>
      <pc:sldChg chg="addSp delSp modSp add">
        <pc:chgData name="Navitha A/P. Gunalan" userId="ea7bfe52-eb47-41e4-a145-3fc04b43606e" providerId="ADAL" clId="{5D0D6973-71E0-4EB4-BA74-DBD5F1F1C4B8}" dt="2023-10-19T16:40:42.260" v="1078" actId="1076"/>
        <pc:sldMkLst>
          <pc:docMk/>
          <pc:sldMk cId="2334473592" sldId="271"/>
        </pc:sldMkLst>
        <pc:spChg chg="mod">
          <ac:chgData name="Navitha A/P. Gunalan" userId="ea7bfe52-eb47-41e4-a145-3fc04b43606e" providerId="ADAL" clId="{5D0D6973-71E0-4EB4-BA74-DBD5F1F1C4B8}" dt="2023-10-19T15:49:33.684" v="930" actId="1076"/>
          <ac:spMkLst>
            <pc:docMk/>
            <pc:sldMk cId="2334473592" sldId="271"/>
            <ac:spMk id="2" creationId="{15646472-0FEC-4CBF-B4A5-7DB4E4605F21}"/>
          </ac:spMkLst>
        </pc:spChg>
        <pc:spChg chg="mod">
          <ac:chgData name="Navitha A/P. Gunalan" userId="ea7bfe52-eb47-41e4-a145-3fc04b43606e" providerId="ADAL" clId="{5D0D6973-71E0-4EB4-BA74-DBD5F1F1C4B8}" dt="2023-10-19T16:36:26.569" v="992" actId="1076"/>
          <ac:spMkLst>
            <pc:docMk/>
            <pc:sldMk cId="2334473592" sldId="271"/>
            <ac:spMk id="3" creationId="{1D0FFBE9-D405-43CA-ABD3-ACD2F51CAB25}"/>
          </ac:spMkLst>
        </pc:spChg>
        <pc:spChg chg="add mod">
          <ac:chgData name="Navitha A/P. Gunalan" userId="ea7bfe52-eb47-41e4-a145-3fc04b43606e" providerId="ADAL" clId="{5D0D6973-71E0-4EB4-BA74-DBD5F1F1C4B8}" dt="2023-10-19T16:40:38.905" v="1077" actId="1076"/>
          <ac:spMkLst>
            <pc:docMk/>
            <pc:sldMk cId="2334473592" sldId="271"/>
            <ac:spMk id="4" creationId="{6CC10962-DC99-4333-B2FD-527BD8D596DE}"/>
          </ac:spMkLst>
        </pc:spChg>
        <pc:spChg chg="add del mod">
          <ac:chgData name="Navitha A/P. Gunalan" userId="ea7bfe52-eb47-41e4-a145-3fc04b43606e" providerId="ADAL" clId="{5D0D6973-71E0-4EB4-BA74-DBD5F1F1C4B8}" dt="2023-10-19T16:36:21.311" v="988"/>
          <ac:spMkLst>
            <pc:docMk/>
            <pc:sldMk cId="2334473592" sldId="271"/>
            <ac:spMk id="5" creationId="{7404446E-0009-4904-8DA5-999BCEAA55A1}"/>
          </ac:spMkLst>
        </pc:spChg>
        <pc:spChg chg="add mod">
          <ac:chgData name="Navitha A/P. Gunalan" userId="ea7bfe52-eb47-41e4-a145-3fc04b43606e" providerId="ADAL" clId="{5D0D6973-71E0-4EB4-BA74-DBD5F1F1C4B8}" dt="2023-10-19T16:40:42.260" v="1078" actId="1076"/>
          <ac:spMkLst>
            <pc:docMk/>
            <pc:sldMk cId="2334473592" sldId="271"/>
            <ac:spMk id="6" creationId="{6C4C6C34-08D9-4A0A-A5C7-B9EDE6723D02}"/>
          </ac:spMkLst>
        </pc:spChg>
      </pc:sldChg>
      <pc:sldChg chg="addSp delSp modSp add">
        <pc:chgData name="Navitha A/P. Gunalan" userId="ea7bfe52-eb47-41e4-a145-3fc04b43606e" providerId="ADAL" clId="{5D0D6973-71E0-4EB4-BA74-DBD5F1F1C4B8}" dt="2023-10-19T16:40:28.182" v="1076" actId="207"/>
        <pc:sldMkLst>
          <pc:docMk/>
          <pc:sldMk cId="1316164719" sldId="272"/>
        </pc:sldMkLst>
        <pc:spChg chg="del">
          <ac:chgData name="Navitha A/P. Gunalan" userId="ea7bfe52-eb47-41e4-a145-3fc04b43606e" providerId="ADAL" clId="{5D0D6973-71E0-4EB4-BA74-DBD5F1F1C4B8}" dt="2023-10-19T16:38:25.073" v="1031"/>
          <ac:spMkLst>
            <pc:docMk/>
            <pc:sldMk cId="1316164719" sldId="272"/>
            <ac:spMk id="2" creationId="{F569E376-1341-4CB9-BF45-748CDE49401F}"/>
          </ac:spMkLst>
        </pc:spChg>
        <pc:spChg chg="del">
          <ac:chgData name="Navitha A/P. Gunalan" userId="ea7bfe52-eb47-41e4-a145-3fc04b43606e" providerId="ADAL" clId="{5D0D6973-71E0-4EB4-BA74-DBD5F1F1C4B8}" dt="2023-10-19T16:38:23.151" v="1030"/>
          <ac:spMkLst>
            <pc:docMk/>
            <pc:sldMk cId="1316164719" sldId="272"/>
            <ac:spMk id="3" creationId="{343FE829-52CE-4752-BA00-195428200C48}"/>
          </ac:spMkLst>
        </pc:spChg>
        <pc:spChg chg="add del">
          <ac:chgData name="Navitha A/P. Gunalan" userId="ea7bfe52-eb47-41e4-a145-3fc04b43606e" providerId="ADAL" clId="{5D0D6973-71E0-4EB4-BA74-DBD5F1F1C4B8}" dt="2023-10-19T16:38:16.868" v="1028"/>
          <ac:spMkLst>
            <pc:docMk/>
            <pc:sldMk cId="1316164719" sldId="272"/>
            <ac:spMk id="4" creationId="{1BEC9429-AD9C-4110-9D2F-9D3132F4597C}"/>
          </ac:spMkLst>
        </pc:spChg>
        <pc:spChg chg="add mod">
          <ac:chgData name="Navitha A/P. Gunalan" userId="ea7bfe52-eb47-41e4-a145-3fc04b43606e" providerId="ADAL" clId="{5D0D6973-71E0-4EB4-BA74-DBD5F1F1C4B8}" dt="2023-10-19T16:39:23.240" v="1069" actId="207"/>
          <ac:spMkLst>
            <pc:docMk/>
            <pc:sldMk cId="1316164719" sldId="272"/>
            <ac:spMk id="5" creationId="{F1DA4E1C-0633-431C-AE21-AB1FB53853F9}"/>
          </ac:spMkLst>
        </pc:spChg>
        <pc:spChg chg="add del mod">
          <ac:chgData name="Navitha A/P. Gunalan" userId="ea7bfe52-eb47-41e4-a145-3fc04b43606e" providerId="ADAL" clId="{5D0D6973-71E0-4EB4-BA74-DBD5F1F1C4B8}" dt="2023-10-19T16:40:13.426" v="1073"/>
          <ac:spMkLst>
            <pc:docMk/>
            <pc:sldMk cId="1316164719" sldId="272"/>
            <ac:spMk id="6" creationId="{DA3A3EA2-ABBA-4795-9882-D309D77DF01A}"/>
          </ac:spMkLst>
        </pc:spChg>
        <pc:spChg chg="add mod">
          <ac:chgData name="Navitha A/P. Gunalan" userId="ea7bfe52-eb47-41e4-a145-3fc04b43606e" providerId="ADAL" clId="{5D0D6973-71E0-4EB4-BA74-DBD5F1F1C4B8}" dt="2023-10-19T16:40:28.182" v="1076" actId="207"/>
          <ac:spMkLst>
            <pc:docMk/>
            <pc:sldMk cId="1316164719" sldId="272"/>
            <ac:spMk id="7" creationId="{78305D6D-C433-48AA-8007-6B61838DC7D8}"/>
          </ac:spMkLst>
        </pc:spChg>
      </pc:sldChg>
      <pc:sldChg chg="addSp modSp add">
        <pc:chgData name="Navitha A/P. Gunalan" userId="ea7bfe52-eb47-41e4-a145-3fc04b43606e" providerId="ADAL" clId="{5D0D6973-71E0-4EB4-BA74-DBD5F1F1C4B8}" dt="2023-10-20T06:08:44.312" v="1086"/>
        <pc:sldMkLst>
          <pc:docMk/>
          <pc:sldMk cId="4067697337" sldId="273"/>
        </pc:sldMkLst>
        <pc:spChg chg="mod">
          <ac:chgData name="Navitha A/P. Gunalan" userId="ea7bfe52-eb47-41e4-a145-3fc04b43606e" providerId="ADAL" clId="{5D0D6973-71E0-4EB4-BA74-DBD5F1F1C4B8}" dt="2023-10-19T16:50:52.133" v="1083" actId="14100"/>
          <ac:spMkLst>
            <pc:docMk/>
            <pc:sldMk cId="4067697337" sldId="273"/>
            <ac:spMk id="2" creationId="{DE5D3C96-4C89-4F84-8A79-4FF483CD0AA2}"/>
          </ac:spMkLst>
        </pc:spChg>
        <pc:spChg chg="mod">
          <ac:chgData name="Navitha A/P. Gunalan" userId="ea7bfe52-eb47-41e4-a145-3fc04b43606e" providerId="ADAL" clId="{5D0D6973-71E0-4EB4-BA74-DBD5F1F1C4B8}" dt="2023-10-19T16:51:12.846" v="1085"/>
          <ac:spMkLst>
            <pc:docMk/>
            <pc:sldMk cId="4067697337" sldId="273"/>
            <ac:spMk id="3" creationId="{C36F7FFE-89FD-4284-860F-6BE903F713E6}"/>
          </ac:spMkLst>
        </pc:spChg>
        <pc:spChg chg="add">
          <ac:chgData name="Navitha A/P. Gunalan" userId="ea7bfe52-eb47-41e4-a145-3fc04b43606e" providerId="ADAL" clId="{5D0D6973-71E0-4EB4-BA74-DBD5F1F1C4B8}" dt="2023-10-20T06:08:44.312" v="1086"/>
          <ac:spMkLst>
            <pc:docMk/>
            <pc:sldMk cId="4067697337" sldId="273"/>
            <ac:spMk id="4" creationId="{60418F8D-6B03-456D-B7E1-CC45FA4023D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25F1559-DCE7-4211-94A1-9E9B36C9645B}"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457DBD-0162-430A-8038-9EAD27F78A2D}" type="slidenum">
              <a:rPr lang="en-US" smtClean="0"/>
              <a:t>‹#›</a:t>
            </a:fld>
            <a:endParaRPr lang="en-US"/>
          </a:p>
        </p:txBody>
      </p:sp>
      <p:cxnSp>
        <p:nvCxnSpPr>
          <p:cNvPr id="13" name="Straight Connector 12"/>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0"/>
            <a:ext cx="12192000" cy="4572001"/>
          </a:xfrm>
          <a:prstGeom prst="rect">
            <a:avLst/>
          </a:prstGeom>
          <a:blipFill dpi="0" rotWithShape="1">
            <a:blip r:embed="rId2">
              <a:duotone>
                <a:schemeClr val="accent1">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48549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5F1559-DCE7-4211-94A1-9E9B36C9645B}"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3026138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25F1559-DCE7-4211-94A1-9E9B36C9645B}"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457DBD-0162-430A-8038-9EAD27F78A2D}" type="slidenum">
              <a:rPr lang="en-US" smtClean="0"/>
              <a:t>‹#›</a:t>
            </a:fld>
            <a:endParaRPr lang="en-US"/>
          </a:p>
        </p:txBody>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133350" ty="-6350" sx="50000" sy="50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36967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5F1559-DCE7-4211-94A1-9E9B36C9645B}"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3561986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5F1559-DCE7-4211-94A1-9E9B36C9645B}" type="datetimeFigureOut">
              <a:rPr lang="en-US" smtClean="0"/>
              <a:t>10/20/2023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4088930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5F1559-DCE7-4211-94A1-9E9B36C9645B}" type="datetimeFigureOut">
              <a:rPr lang="en-US" smtClean="0"/>
              <a:t>10/20/2023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1427583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5F1559-DCE7-4211-94A1-9E9B36C9645B}" type="datetimeFigureOut">
              <a:rPr lang="en-US" smtClean="0"/>
              <a:t>10/20/2023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3634522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025F1559-DCE7-4211-94A1-9E9B36C9645B}"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709647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25F1559-DCE7-4211-94A1-9E9B36C9645B}" type="datetimeFigureOut">
              <a:rPr lang="en-US" smtClean="0"/>
              <a:t>10/20/2023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457DBD-0162-430A-8038-9EAD27F78A2D}"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80315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5F1559-DCE7-4211-94A1-9E9B36C9645B}"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457DBD-0162-430A-8038-9EAD27F78A2D}" type="slidenum">
              <a:rPr lang="en-US" smtClean="0"/>
              <a:t>‹#›</a:t>
            </a:fld>
            <a:endParaRPr lang="en-US"/>
          </a:p>
        </p:txBody>
      </p:sp>
    </p:spTree>
    <p:extLst>
      <p:ext uri="{BB962C8B-B14F-4D97-AF65-F5344CB8AC3E}">
        <p14:creationId xmlns:p14="http://schemas.microsoft.com/office/powerpoint/2010/main" val="654672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5F1559-DCE7-4211-94A1-9E9B36C9645B}" type="datetimeFigureOut">
              <a:rPr lang="en-US" smtClean="0"/>
              <a:t>10/20/2023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457DBD-0162-430A-8038-9EAD27F78A2D}"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938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25F1559-DCE7-4211-94A1-9E9B36C9645B}" type="datetimeFigureOut">
              <a:rPr lang="en-US" smtClean="0"/>
              <a:t>10/20/2023</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A457DBD-0162-430A-8038-9EAD27F78A2D}" type="slidenum">
              <a:rPr lang="en-US" smtClean="0"/>
              <a:t>‹#›</a:t>
            </a:fld>
            <a:endParaRPr lang="en-US"/>
          </a:p>
        </p:txBody>
      </p:sp>
      <p:cxnSp>
        <p:nvCxnSpPr>
          <p:cNvPr id="8" name="Straight Connector 7"/>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641852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8E3BC-A6A9-4863-ADFB-A9874883EFDF}"/>
              </a:ext>
            </a:extLst>
          </p:cNvPr>
          <p:cNvSpPr>
            <a:spLocks noGrp="1"/>
          </p:cNvSpPr>
          <p:nvPr>
            <p:ph type="ctrTitle"/>
          </p:nvPr>
        </p:nvSpPr>
        <p:spPr/>
        <p:txBody>
          <a:bodyPr/>
          <a:lstStyle/>
          <a:p>
            <a:r>
              <a:rPr lang="en-US" dirty="0"/>
              <a:t>TOPIC 8: Lists and Tuples</a:t>
            </a:r>
          </a:p>
        </p:txBody>
      </p:sp>
      <p:sp>
        <p:nvSpPr>
          <p:cNvPr id="3" name="Subtitle 2">
            <a:extLst>
              <a:ext uri="{FF2B5EF4-FFF2-40B4-BE49-F238E27FC236}">
                <a16:creationId xmlns:a16="http://schemas.microsoft.com/office/drawing/2014/main" id="{0883ACB6-0755-4FB4-BE85-36844D2ABF0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99514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70B3-427A-43CD-9414-A4149CA1074B}"/>
              </a:ext>
            </a:extLst>
          </p:cNvPr>
          <p:cNvSpPr>
            <a:spLocks noGrp="1"/>
          </p:cNvSpPr>
          <p:nvPr>
            <p:ph type="title"/>
          </p:nvPr>
        </p:nvSpPr>
        <p:spPr>
          <a:xfrm>
            <a:off x="1024128" y="437299"/>
            <a:ext cx="9720072" cy="1499616"/>
          </a:xfrm>
        </p:spPr>
        <p:txBody>
          <a:bodyPr/>
          <a:lstStyle/>
          <a:p>
            <a:pPr algn="ctr"/>
            <a:r>
              <a:rPr lang="en-US" dirty="0"/>
              <a:t>CONTENTS</a:t>
            </a:r>
          </a:p>
        </p:txBody>
      </p:sp>
      <p:sp>
        <p:nvSpPr>
          <p:cNvPr id="3" name="Content Placeholder 2">
            <a:extLst>
              <a:ext uri="{FF2B5EF4-FFF2-40B4-BE49-F238E27FC236}">
                <a16:creationId xmlns:a16="http://schemas.microsoft.com/office/drawing/2014/main" id="{3ADD3192-143A-4F50-B800-355E8BCC7F8B}"/>
              </a:ext>
            </a:extLst>
          </p:cNvPr>
          <p:cNvSpPr>
            <a:spLocks noGrp="1"/>
          </p:cNvSpPr>
          <p:nvPr>
            <p:ph idx="1"/>
          </p:nvPr>
        </p:nvSpPr>
        <p:spPr>
          <a:xfrm>
            <a:off x="1024128" y="2044493"/>
            <a:ext cx="9720073" cy="4047026"/>
          </a:xfrm>
        </p:spPr>
        <p:txBody>
          <a:bodyPr>
            <a:normAutofit lnSpcReduction="10000"/>
          </a:bodyPr>
          <a:lstStyle/>
          <a:p>
            <a:r>
              <a:rPr lang="en-US" dirty="0"/>
              <a:t>8.1 Sequences and indexing as they apply to Python lists and tuples </a:t>
            </a:r>
          </a:p>
          <a:p>
            <a:r>
              <a:rPr lang="en-US" dirty="0"/>
              <a:t>8.2 List Slicing </a:t>
            </a:r>
          </a:p>
          <a:p>
            <a:r>
              <a:rPr lang="en-US" dirty="0"/>
              <a:t>8.3 Finding Items in Lists with the in Operator </a:t>
            </a:r>
          </a:p>
          <a:p>
            <a:r>
              <a:rPr lang="en-US" dirty="0"/>
              <a:t>8.4 List Methods and Useful Built-in Functions </a:t>
            </a:r>
          </a:p>
          <a:p>
            <a:r>
              <a:rPr lang="en-US" dirty="0"/>
              <a:t>8.5 Copying Lists </a:t>
            </a:r>
          </a:p>
          <a:p>
            <a:r>
              <a:rPr lang="en-US" dirty="0"/>
              <a:t>8.6 Processing Lists</a:t>
            </a:r>
          </a:p>
          <a:p>
            <a:r>
              <a:rPr lang="en-US" dirty="0"/>
              <a:t>8.7 List Comprehensions </a:t>
            </a:r>
          </a:p>
          <a:p>
            <a:r>
              <a:rPr lang="en-US" dirty="0"/>
              <a:t>8.8 Two-Dimensional Lists</a:t>
            </a:r>
          </a:p>
          <a:p>
            <a:r>
              <a:rPr lang="en-US" dirty="0"/>
              <a:t>8.9 Tuples </a:t>
            </a:r>
          </a:p>
        </p:txBody>
      </p:sp>
    </p:spTree>
    <p:extLst>
      <p:ext uri="{BB962C8B-B14F-4D97-AF65-F5344CB8AC3E}">
        <p14:creationId xmlns:p14="http://schemas.microsoft.com/office/powerpoint/2010/main" val="2482493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7F5E5-4EC3-44CC-B8A2-90EECA1E8C34}"/>
              </a:ext>
            </a:extLst>
          </p:cNvPr>
          <p:cNvSpPr>
            <a:spLocks noGrp="1"/>
          </p:cNvSpPr>
          <p:nvPr>
            <p:ph type="title"/>
          </p:nvPr>
        </p:nvSpPr>
        <p:spPr>
          <a:xfrm>
            <a:off x="1024127" y="140389"/>
            <a:ext cx="9720072" cy="1095666"/>
          </a:xfrm>
        </p:spPr>
        <p:txBody>
          <a:bodyPr/>
          <a:lstStyle/>
          <a:p>
            <a:pPr algn="ctr"/>
            <a:r>
              <a:rPr lang="en-US" dirty="0"/>
              <a:t>Sequences</a:t>
            </a:r>
          </a:p>
        </p:txBody>
      </p:sp>
      <p:sp>
        <p:nvSpPr>
          <p:cNvPr id="3" name="Content Placeholder 2">
            <a:extLst>
              <a:ext uri="{FF2B5EF4-FFF2-40B4-BE49-F238E27FC236}">
                <a16:creationId xmlns:a16="http://schemas.microsoft.com/office/drawing/2014/main" id="{5073EAF9-36A1-40DE-892B-3F2010E35BB8}"/>
              </a:ext>
            </a:extLst>
          </p:cNvPr>
          <p:cNvSpPr>
            <a:spLocks noGrp="1"/>
          </p:cNvSpPr>
          <p:nvPr>
            <p:ph idx="1"/>
          </p:nvPr>
        </p:nvSpPr>
        <p:spPr>
          <a:xfrm>
            <a:off x="1235963" y="1236055"/>
            <a:ext cx="9720073" cy="1209697"/>
          </a:xfrm>
        </p:spPr>
        <p:txBody>
          <a:bodyPr/>
          <a:lstStyle/>
          <a:p>
            <a:pPr>
              <a:buFont typeface="Wingdings" panose="05000000000000000000" pitchFamily="2" charset="2"/>
              <a:buChar char="v"/>
            </a:pPr>
            <a:r>
              <a:rPr lang="en-US" dirty="0"/>
              <a:t>A sequence is an object that holds multiple items of data, stored one after the other.</a:t>
            </a:r>
          </a:p>
          <a:p>
            <a:pPr>
              <a:buFont typeface="Wingdings" panose="05000000000000000000" pitchFamily="2" charset="2"/>
              <a:buChar char="v"/>
            </a:pPr>
            <a:r>
              <a:rPr lang="en-US" dirty="0"/>
              <a:t>You can perform operations on a sequence to examine and manipulate the items stored in it.</a:t>
            </a:r>
          </a:p>
        </p:txBody>
      </p:sp>
      <p:sp>
        <p:nvSpPr>
          <p:cNvPr id="4" name="Title 1">
            <a:extLst>
              <a:ext uri="{FF2B5EF4-FFF2-40B4-BE49-F238E27FC236}">
                <a16:creationId xmlns:a16="http://schemas.microsoft.com/office/drawing/2014/main" id="{12D81BD6-5644-48EE-B148-52DFFE8DED76}"/>
              </a:ext>
            </a:extLst>
          </p:cNvPr>
          <p:cNvSpPr txBox="1">
            <a:spLocks/>
          </p:cNvSpPr>
          <p:nvPr/>
        </p:nvSpPr>
        <p:spPr>
          <a:xfrm>
            <a:off x="1235964" y="2331721"/>
            <a:ext cx="9720072" cy="951514"/>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a:lstStyle>
          <a:p>
            <a:pPr algn="ctr"/>
            <a:r>
              <a:rPr lang="en-US" dirty="0"/>
              <a:t>Introduction to Lists</a:t>
            </a:r>
          </a:p>
        </p:txBody>
      </p:sp>
      <p:sp>
        <p:nvSpPr>
          <p:cNvPr id="5" name="Content Placeholder 2">
            <a:extLst>
              <a:ext uri="{FF2B5EF4-FFF2-40B4-BE49-F238E27FC236}">
                <a16:creationId xmlns:a16="http://schemas.microsoft.com/office/drawing/2014/main" id="{280C8BAA-17A7-4234-9F43-616F190568CC}"/>
              </a:ext>
            </a:extLst>
          </p:cNvPr>
          <p:cNvSpPr txBox="1">
            <a:spLocks/>
          </p:cNvSpPr>
          <p:nvPr/>
        </p:nvSpPr>
        <p:spPr>
          <a:xfrm>
            <a:off x="1024127" y="3202011"/>
            <a:ext cx="10836179" cy="2419934"/>
          </a:xfrm>
          <a:prstGeom prst="rect">
            <a:avLst/>
          </a:prstGeom>
        </p:spPr>
        <p:txBody>
          <a:bodyPr vert="horz" lIns="45720" tIns="45720" rIns="45720" bIns="45720" rtlCol="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 typeface="Wingdings" panose="05000000000000000000" pitchFamily="2" charset="2"/>
              <a:buChar char="v"/>
            </a:pPr>
            <a:r>
              <a:rPr lang="en-US" dirty="0"/>
              <a:t>A list is an object that contains multiple data items. </a:t>
            </a:r>
          </a:p>
          <a:p>
            <a:pPr>
              <a:buFont typeface="Wingdings" panose="05000000000000000000" pitchFamily="2" charset="2"/>
              <a:buChar char="v"/>
            </a:pPr>
            <a:r>
              <a:rPr lang="en-US" dirty="0"/>
              <a:t>Lists are changeable, which means that their contents can be changed during a program’s execution. </a:t>
            </a:r>
          </a:p>
          <a:p>
            <a:pPr>
              <a:buFont typeface="Wingdings" panose="05000000000000000000" pitchFamily="2" charset="2"/>
              <a:buChar char="v"/>
            </a:pPr>
            <a:r>
              <a:rPr lang="en-US" dirty="0"/>
              <a:t>Lists are dynamic data structures, meaning that items may be added to them or removed from them. </a:t>
            </a:r>
          </a:p>
          <a:p>
            <a:pPr>
              <a:buFont typeface="Wingdings" panose="05000000000000000000" pitchFamily="2" charset="2"/>
              <a:buChar char="v"/>
            </a:pPr>
            <a:r>
              <a:rPr lang="en-US" dirty="0"/>
              <a:t>You can use indexing, slicing, and various methods to work with lists in a program.</a:t>
            </a:r>
          </a:p>
        </p:txBody>
      </p:sp>
      <p:sp>
        <p:nvSpPr>
          <p:cNvPr id="6" name="Rectangle 5">
            <a:extLst>
              <a:ext uri="{FF2B5EF4-FFF2-40B4-BE49-F238E27FC236}">
                <a16:creationId xmlns:a16="http://schemas.microsoft.com/office/drawing/2014/main" id="{64755FA8-3CE5-4ACE-B9EE-719BE94D0B12}"/>
              </a:ext>
            </a:extLst>
          </p:cNvPr>
          <p:cNvSpPr/>
          <p:nvPr/>
        </p:nvSpPr>
        <p:spPr>
          <a:xfrm>
            <a:off x="7996518" y="5380672"/>
            <a:ext cx="3863788" cy="1477328"/>
          </a:xfrm>
          <a:prstGeom prst="rect">
            <a:avLst/>
          </a:prstGeom>
          <a:solidFill>
            <a:schemeClr val="accent5">
              <a:lumMod val="40000"/>
              <a:lumOff val="60000"/>
            </a:schemeClr>
          </a:solidFill>
        </p:spPr>
        <p:txBody>
          <a:bodyPr wrap="square">
            <a:spAutoFit/>
          </a:bodyPr>
          <a:lstStyle/>
          <a:p>
            <a:r>
              <a:rPr lang="en-US" dirty="0"/>
              <a:t>numbers = [5, 10, 15, 20]</a:t>
            </a:r>
          </a:p>
          <a:p>
            <a:r>
              <a:rPr lang="en-US" dirty="0"/>
              <a:t>print(numbers)</a:t>
            </a:r>
          </a:p>
          <a:p>
            <a:r>
              <a:rPr lang="en-US" dirty="0"/>
              <a:t>In this example, the print function will display the elements of the list like this:</a:t>
            </a:r>
          </a:p>
          <a:p>
            <a:r>
              <a:rPr lang="en-US" dirty="0"/>
              <a:t>[5, 10, 15, 20]</a:t>
            </a:r>
          </a:p>
        </p:txBody>
      </p:sp>
    </p:spTree>
    <p:extLst>
      <p:ext uri="{BB962C8B-B14F-4D97-AF65-F5344CB8AC3E}">
        <p14:creationId xmlns:p14="http://schemas.microsoft.com/office/powerpoint/2010/main" val="4292415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C86F-2A2C-4310-A215-DA95004F9E64}"/>
              </a:ext>
            </a:extLst>
          </p:cNvPr>
          <p:cNvSpPr>
            <a:spLocks noGrp="1"/>
          </p:cNvSpPr>
          <p:nvPr>
            <p:ph type="title"/>
          </p:nvPr>
        </p:nvSpPr>
        <p:spPr>
          <a:xfrm>
            <a:off x="1024127" y="383510"/>
            <a:ext cx="9720072" cy="1055325"/>
          </a:xfrm>
        </p:spPr>
        <p:txBody>
          <a:bodyPr/>
          <a:lstStyle/>
          <a:p>
            <a:pPr algn="ctr"/>
            <a:r>
              <a:rPr lang="en-US" dirty="0"/>
              <a:t>The Repetition Operator</a:t>
            </a:r>
          </a:p>
        </p:txBody>
      </p:sp>
      <p:sp>
        <p:nvSpPr>
          <p:cNvPr id="3" name="Content Placeholder 2">
            <a:extLst>
              <a:ext uri="{FF2B5EF4-FFF2-40B4-BE49-F238E27FC236}">
                <a16:creationId xmlns:a16="http://schemas.microsoft.com/office/drawing/2014/main" id="{035E8902-90A3-42AA-8469-151C69197933}"/>
              </a:ext>
            </a:extLst>
          </p:cNvPr>
          <p:cNvSpPr>
            <a:spLocks noGrp="1"/>
          </p:cNvSpPr>
          <p:nvPr>
            <p:ph idx="1"/>
          </p:nvPr>
        </p:nvSpPr>
        <p:spPr>
          <a:xfrm>
            <a:off x="1024126" y="1627094"/>
            <a:ext cx="9720073" cy="2124635"/>
          </a:xfrm>
        </p:spPr>
        <p:txBody>
          <a:bodyPr>
            <a:normAutofit lnSpcReduction="10000"/>
          </a:bodyPr>
          <a:lstStyle/>
          <a:p>
            <a:pPr marL="0" indent="0">
              <a:buNone/>
            </a:pPr>
            <a:r>
              <a:rPr lang="en-US" dirty="0"/>
              <a:t>When the operand on the left side of the * symbol is a sequence (such as a list) and the operand on the right side is an integer, it becomes the repetition operator. The repetition operator makes multiple copies of a list and joins them all together. Here is the general format:                     </a:t>
            </a:r>
          </a:p>
          <a:p>
            <a:pPr marL="0" indent="0" algn="ctr">
              <a:buNone/>
            </a:pPr>
            <a:r>
              <a:rPr lang="en-US" dirty="0">
                <a:highlight>
                  <a:srgbClr val="00FF00"/>
                </a:highlight>
              </a:rPr>
              <a:t>list * n</a:t>
            </a:r>
          </a:p>
          <a:p>
            <a:r>
              <a:rPr lang="en-US" dirty="0"/>
              <a:t>In the general format, list is a list, and n is the number of copies to make.</a:t>
            </a:r>
          </a:p>
        </p:txBody>
      </p:sp>
      <p:sp>
        <p:nvSpPr>
          <p:cNvPr id="4" name="Rectangle 3">
            <a:extLst>
              <a:ext uri="{FF2B5EF4-FFF2-40B4-BE49-F238E27FC236}">
                <a16:creationId xmlns:a16="http://schemas.microsoft.com/office/drawing/2014/main" id="{F7BAD6E4-99E3-4883-8226-176FC22987BA}"/>
              </a:ext>
            </a:extLst>
          </p:cNvPr>
          <p:cNvSpPr/>
          <p:nvPr/>
        </p:nvSpPr>
        <p:spPr>
          <a:xfrm>
            <a:off x="4278315" y="3939988"/>
            <a:ext cx="2828365" cy="1015663"/>
          </a:xfrm>
          <a:prstGeom prst="rect">
            <a:avLst/>
          </a:prstGeom>
          <a:solidFill>
            <a:schemeClr val="accent1">
              <a:lumMod val="40000"/>
              <a:lumOff val="60000"/>
            </a:schemeClr>
          </a:solidFill>
        </p:spPr>
        <p:txBody>
          <a:bodyPr wrap="square">
            <a:spAutoFit/>
          </a:bodyPr>
          <a:lstStyle/>
          <a:p>
            <a:r>
              <a:rPr lang="en-US" sz="2000" dirty="0"/>
              <a:t>numbers = [0] * 5 Enter</a:t>
            </a:r>
          </a:p>
          <a:p>
            <a:r>
              <a:rPr lang="en-US" sz="2000" dirty="0"/>
              <a:t>print(numbers) Enter</a:t>
            </a:r>
          </a:p>
          <a:p>
            <a:r>
              <a:rPr lang="en-US" sz="2000" dirty="0"/>
              <a:t>[0, 0, 0, 0, 0]</a:t>
            </a:r>
          </a:p>
        </p:txBody>
      </p:sp>
    </p:spTree>
    <p:extLst>
      <p:ext uri="{BB962C8B-B14F-4D97-AF65-F5344CB8AC3E}">
        <p14:creationId xmlns:p14="http://schemas.microsoft.com/office/powerpoint/2010/main" val="11482998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EF92C-F043-458A-BC04-C2F3755991AB}"/>
              </a:ext>
            </a:extLst>
          </p:cNvPr>
          <p:cNvSpPr>
            <a:spLocks noGrp="1"/>
          </p:cNvSpPr>
          <p:nvPr>
            <p:ph type="title"/>
          </p:nvPr>
        </p:nvSpPr>
        <p:spPr>
          <a:xfrm>
            <a:off x="1235964" y="-2689"/>
            <a:ext cx="9720072" cy="1499616"/>
          </a:xfrm>
        </p:spPr>
        <p:txBody>
          <a:bodyPr/>
          <a:lstStyle/>
          <a:p>
            <a:pPr algn="ctr"/>
            <a:r>
              <a:rPr lang="en-US" dirty="0"/>
              <a:t>Iterating over a List with the for Loop</a:t>
            </a:r>
          </a:p>
        </p:txBody>
      </p:sp>
      <p:sp>
        <p:nvSpPr>
          <p:cNvPr id="3" name="Content Placeholder 2">
            <a:extLst>
              <a:ext uri="{FF2B5EF4-FFF2-40B4-BE49-F238E27FC236}">
                <a16:creationId xmlns:a16="http://schemas.microsoft.com/office/drawing/2014/main" id="{527DC6C5-5950-4945-9D5A-2C495CFB8DEA}"/>
              </a:ext>
            </a:extLst>
          </p:cNvPr>
          <p:cNvSpPr>
            <a:spLocks noGrp="1"/>
          </p:cNvSpPr>
          <p:nvPr>
            <p:ph idx="1"/>
          </p:nvPr>
        </p:nvSpPr>
        <p:spPr>
          <a:xfrm>
            <a:off x="4399339" y="3023476"/>
            <a:ext cx="2485554" cy="1909482"/>
          </a:xfrm>
          <a:solidFill>
            <a:schemeClr val="tx2">
              <a:lumMod val="40000"/>
              <a:lumOff val="60000"/>
            </a:schemeClr>
          </a:solidFill>
        </p:spPr>
        <p:txBody>
          <a:bodyPr/>
          <a:lstStyle/>
          <a:p>
            <a:r>
              <a:rPr lang="en-US" dirty="0"/>
              <a:t>for variable in list:</a:t>
            </a:r>
          </a:p>
          <a:p>
            <a:r>
              <a:rPr lang="en-US" dirty="0"/>
              <a:t> statement</a:t>
            </a:r>
          </a:p>
          <a:p>
            <a:r>
              <a:rPr lang="en-US" dirty="0"/>
              <a:t> statement</a:t>
            </a:r>
          </a:p>
          <a:p>
            <a:r>
              <a:rPr lang="en-US" dirty="0"/>
              <a:t> etc.</a:t>
            </a:r>
          </a:p>
        </p:txBody>
      </p:sp>
      <p:sp>
        <p:nvSpPr>
          <p:cNvPr id="4" name="Rectangle 3">
            <a:extLst>
              <a:ext uri="{FF2B5EF4-FFF2-40B4-BE49-F238E27FC236}">
                <a16:creationId xmlns:a16="http://schemas.microsoft.com/office/drawing/2014/main" id="{0831A6C1-66DA-4706-945D-CAF32A059A9B}"/>
              </a:ext>
            </a:extLst>
          </p:cNvPr>
          <p:cNvSpPr/>
          <p:nvPr/>
        </p:nvSpPr>
        <p:spPr>
          <a:xfrm>
            <a:off x="1235964" y="1705134"/>
            <a:ext cx="8812305" cy="830997"/>
          </a:xfrm>
          <a:prstGeom prst="rect">
            <a:avLst/>
          </a:prstGeom>
        </p:spPr>
        <p:txBody>
          <a:bodyPr wrap="square">
            <a:spAutoFit/>
          </a:bodyPr>
          <a:lstStyle/>
          <a:p>
            <a:pPr marL="285750" indent="-285750">
              <a:buFont typeface="Wingdings" panose="05000000000000000000" pitchFamily="2" charset="2"/>
              <a:buChar char="q"/>
            </a:pPr>
            <a:r>
              <a:rPr lang="en-US" sz="2400" dirty="0"/>
              <a:t>In the general format, variable is the name of a variable, and list is the name of a list.</a:t>
            </a:r>
          </a:p>
        </p:txBody>
      </p:sp>
    </p:spTree>
    <p:extLst>
      <p:ext uri="{BB962C8B-B14F-4D97-AF65-F5344CB8AC3E}">
        <p14:creationId xmlns:p14="http://schemas.microsoft.com/office/powerpoint/2010/main" val="17610819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8425D-98D2-4BE6-B5BB-3CDC72875608}"/>
              </a:ext>
            </a:extLst>
          </p:cNvPr>
          <p:cNvSpPr>
            <a:spLocks noGrp="1"/>
          </p:cNvSpPr>
          <p:nvPr>
            <p:ph type="title"/>
          </p:nvPr>
        </p:nvSpPr>
        <p:spPr/>
        <p:txBody>
          <a:bodyPr/>
          <a:lstStyle/>
          <a:p>
            <a:endParaRPr lang="en-US"/>
          </a:p>
        </p:txBody>
      </p:sp>
      <p:sp>
        <p:nvSpPr>
          <p:cNvPr id="6" name="Rectangle 5">
            <a:extLst>
              <a:ext uri="{FF2B5EF4-FFF2-40B4-BE49-F238E27FC236}">
                <a16:creationId xmlns:a16="http://schemas.microsoft.com/office/drawing/2014/main" id="{CA58B2CC-CDD2-4A6D-A5C2-6F03B17468D2}"/>
              </a:ext>
            </a:extLst>
          </p:cNvPr>
          <p:cNvSpPr/>
          <p:nvPr/>
        </p:nvSpPr>
        <p:spPr>
          <a:xfrm>
            <a:off x="923364" y="1207707"/>
            <a:ext cx="3177988" cy="1200329"/>
          </a:xfrm>
          <a:prstGeom prst="rect">
            <a:avLst/>
          </a:prstGeom>
          <a:solidFill>
            <a:schemeClr val="accent4">
              <a:lumMod val="20000"/>
              <a:lumOff val="80000"/>
            </a:schemeClr>
          </a:solidFill>
        </p:spPr>
        <p:txBody>
          <a:bodyPr wrap="square">
            <a:spAutoFit/>
          </a:bodyPr>
          <a:lstStyle/>
          <a:p>
            <a:r>
              <a:rPr lang="en-US" sz="2400" dirty="0"/>
              <a:t>numbers = [1, 2, 3, 4]</a:t>
            </a:r>
          </a:p>
          <a:p>
            <a:r>
              <a:rPr lang="en-US" sz="2400" dirty="0"/>
              <a:t>for num in numbers:</a:t>
            </a:r>
          </a:p>
          <a:p>
            <a:r>
              <a:rPr lang="en-US" sz="2400" dirty="0"/>
              <a:t>print(num)</a:t>
            </a:r>
          </a:p>
        </p:txBody>
      </p:sp>
      <p:pic>
        <p:nvPicPr>
          <p:cNvPr id="7" name="Picture 6">
            <a:extLst>
              <a:ext uri="{FF2B5EF4-FFF2-40B4-BE49-F238E27FC236}">
                <a16:creationId xmlns:a16="http://schemas.microsoft.com/office/drawing/2014/main" id="{3E3D6779-ACE8-4811-B72D-08FE4D86B50C}"/>
              </a:ext>
            </a:extLst>
          </p:cNvPr>
          <p:cNvPicPr>
            <a:picLocks noChangeAspect="1"/>
          </p:cNvPicPr>
          <p:nvPr/>
        </p:nvPicPr>
        <p:blipFill>
          <a:blip r:embed="rId2"/>
          <a:stretch>
            <a:fillRect/>
          </a:stretch>
        </p:blipFill>
        <p:spPr>
          <a:xfrm>
            <a:off x="3913094" y="1961688"/>
            <a:ext cx="7906869" cy="4466008"/>
          </a:xfrm>
          <a:prstGeom prst="rect">
            <a:avLst/>
          </a:prstGeom>
        </p:spPr>
      </p:pic>
      <p:sp>
        <p:nvSpPr>
          <p:cNvPr id="8" name="Rectangle 7">
            <a:extLst>
              <a:ext uri="{FF2B5EF4-FFF2-40B4-BE49-F238E27FC236}">
                <a16:creationId xmlns:a16="http://schemas.microsoft.com/office/drawing/2014/main" id="{B4D38CBF-AC00-4437-BF5B-97CC01376F80}"/>
              </a:ext>
            </a:extLst>
          </p:cNvPr>
          <p:cNvSpPr/>
          <p:nvPr/>
        </p:nvSpPr>
        <p:spPr>
          <a:xfrm>
            <a:off x="587190" y="4449175"/>
            <a:ext cx="3177988" cy="1569660"/>
          </a:xfrm>
          <a:prstGeom prst="rect">
            <a:avLst/>
          </a:prstGeom>
          <a:solidFill>
            <a:schemeClr val="accent6">
              <a:lumMod val="40000"/>
              <a:lumOff val="60000"/>
            </a:schemeClr>
          </a:solidFill>
        </p:spPr>
        <p:txBody>
          <a:bodyPr wrap="square">
            <a:spAutoFit/>
          </a:bodyPr>
          <a:lstStyle/>
          <a:p>
            <a:r>
              <a:rPr lang="en-US" sz="2400" dirty="0"/>
              <a:t>numbers = [1, 2, 3, 4]</a:t>
            </a:r>
          </a:p>
          <a:p>
            <a:r>
              <a:rPr lang="en-US" sz="2400" dirty="0"/>
              <a:t>for num in numbers:</a:t>
            </a:r>
          </a:p>
          <a:p>
            <a:r>
              <a:rPr lang="en-US" sz="2400" dirty="0"/>
              <a:t>num = 99</a:t>
            </a:r>
          </a:p>
          <a:p>
            <a:r>
              <a:rPr lang="en-US" sz="2400" dirty="0"/>
              <a:t>print(numbers)</a:t>
            </a:r>
          </a:p>
        </p:txBody>
      </p:sp>
    </p:spTree>
    <p:extLst>
      <p:ext uri="{BB962C8B-B14F-4D97-AF65-F5344CB8AC3E}">
        <p14:creationId xmlns:p14="http://schemas.microsoft.com/office/powerpoint/2010/main" val="137981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64EDDA-34B4-4E87-8A0F-E157E10F818F}"/>
              </a:ext>
            </a:extLst>
          </p:cNvPr>
          <p:cNvSpPr>
            <a:spLocks noGrp="1"/>
          </p:cNvSpPr>
          <p:nvPr>
            <p:ph idx="1"/>
          </p:nvPr>
        </p:nvSpPr>
        <p:spPr>
          <a:xfrm>
            <a:off x="1158599" y="537881"/>
            <a:ext cx="4637083" cy="1344707"/>
          </a:xfrm>
          <a:solidFill>
            <a:schemeClr val="accent2">
              <a:lumMod val="40000"/>
              <a:lumOff val="60000"/>
            </a:schemeClr>
          </a:solidFill>
        </p:spPr>
        <p:txBody>
          <a:bodyPr>
            <a:normAutofit fontScale="92500"/>
          </a:bodyPr>
          <a:lstStyle/>
          <a:p>
            <a:pPr marL="0" indent="0">
              <a:buNone/>
            </a:pPr>
            <a:r>
              <a:rPr lang="en-US" dirty="0"/>
              <a:t>names = ['Jenny', 'Kelly', 'Chloe', 'Aubrey']</a:t>
            </a:r>
          </a:p>
          <a:p>
            <a:pPr marL="0" indent="0">
              <a:buNone/>
            </a:pPr>
            <a:r>
              <a:rPr lang="en-US" dirty="0"/>
              <a:t>for index in range(</a:t>
            </a:r>
            <a:r>
              <a:rPr lang="en-US" dirty="0" err="1"/>
              <a:t>len</a:t>
            </a:r>
            <a:r>
              <a:rPr lang="en-US" dirty="0"/>
              <a:t>(names)):</a:t>
            </a:r>
          </a:p>
          <a:p>
            <a:pPr marL="0" indent="0">
              <a:buNone/>
            </a:pPr>
            <a:r>
              <a:rPr lang="en-US" dirty="0"/>
              <a:t>print(names[index])</a:t>
            </a:r>
          </a:p>
        </p:txBody>
      </p:sp>
      <p:sp>
        <p:nvSpPr>
          <p:cNvPr id="2" name="Rectangle 1">
            <a:extLst>
              <a:ext uri="{FF2B5EF4-FFF2-40B4-BE49-F238E27FC236}">
                <a16:creationId xmlns:a16="http://schemas.microsoft.com/office/drawing/2014/main" id="{F6831B8C-3852-4E88-B153-AD241AAE66F6}"/>
              </a:ext>
            </a:extLst>
          </p:cNvPr>
          <p:cNvSpPr/>
          <p:nvPr/>
        </p:nvSpPr>
        <p:spPr>
          <a:xfrm>
            <a:off x="5451707" y="45939"/>
            <a:ext cx="6096000" cy="2031325"/>
          </a:xfrm>
          <a:prstGeom prst="rect">
            <a:avLst/>
          </a:prstGeom>
          <a:solidFill>
            <a:schemeClr val="accent5">
              <a:lumMod val="60000"/>
              <a:lumOff val="40000"/>
            </a:schemeClr>
          </a:solidFill>
        </p:spPr>
        <p:txBody>
          <a:bodyPr>
            <a:spAutoFit/>
          </a:bodyPr>
          <a:lstStyle/>
          <a:p>
            <a:r>
              <a:rPr lang="en-US" dirty="0"/>
              <a:t>As the for loop iterates, the index variable will be assigned the values 0, 1, 2, and 3. The </a:t>
            </a:r>
          </a:p>
          <a:p>
            <a:r>
              <a:rPr lang="en-US" dirty="0"/>
              <a:t>code will display the following:</a:t>
            </a:r>
          </a:p>
          <a:p>
            <a:r>
              <a:rPr lang="en-US" dirty="0"/>
              <a:t>Jenny</a:t>
            </a:r>
          </a:p>
          <a:p>
            <a:r>
              <a:rPr lang="en-US" dirty="0"/>
              <a:t>Kelly</a:t>
            </a:r>
          </a:p>
          <a:p>
            <a:r>
              <a:rPr lang="en-US" dirty="0"/>
              <a:t>Chloe</a:t>
            </a:r>
          </a:p>
          <a:p>
            <a:r>
              <a:rPr lang="en-US" dirty="0"/>
              <a:t>Aubrey</a:t>
            </a:r>
          </a:p>
        </p:txBody>
      </p:sp>
      <p:sp>
        <p:nvSpPr>
          <p:cNvPr id="4" name="Rectangle 3">
            <a:extLst>
              <a:ext uri="{FF2B5EF4-FFF2-40B4-BE49-F238E27FC236}">
                <a16:creationId xmlns:a16="http://schemas.microsoft.com/office/drawing/2014/main" id="{88894C22-DC34-41CD-B145-299910CD4383}"/>
              </a:ext>
            </a:extLst>
          </p:cNvPr>
          <p:cNvSpPr/>
          <p:nvPr/>
        </p:nvSpPr>
        <p:spPr>
          <a:xfrm>
            <a:off x="644293" y="2010747"/>
            <a:ext cx="5272413" cy="4801314"/>
          </a:xfrm>
          <a:prstGeom prst="rect">
            <a:avLst/>
          </a:prstGeom>
          <a:solidFill>
            <a:schemeClr val="tx2">
              <a:lumMod val="20000"/>
              <a:lumOff val="80000"/>
            </a:schemeClr>
          </a:solidFill>
        </p:spPr>
        <p:txBody>
          <a:bodyPr wrap="square">
            <a:spAutoFit/>
          </a:bodyPr>
          <a:lstStyle/>
          <a:p>
            <a:r>
              <a:rPr lang="en-US" dirty="0"/>
              <a:t># The NUM_DAYS constant holds the number of</a:t>
            </a:r>
          </a:p>
          <a:p>
            <a:r>
              <a:rPr lang="en-US" dirty="0"/>
              <a:t># days that we will gather sales data for.</a:t>
            </a:r>
          </a:p>
          <a:p>
            <a:r>
              <a:rPr lang="en-US" dirty="0"/>
              <a:t>NUM_DAYS = 5</a:t>
            </a:r>
          </a:p>
          <a:p>
            <a:r>
              <a:rPr lang="en-US" dirty="0"/>
              <a:t>def main():</a:t>
            </a:r>
          </a:p>
          <a:p>
            <a:r>
              <a:rPr lang="en-US" dirty="0"/>
              <a:t># Create a list to hold the sales for each day.</a:t>
            </a:r>
          </a:p>
          <a:p>
            <a:r>
              <a:rPr lang="en-US" dirty="0"/>
              <a:t>sales = [0] * NUM_DAYS</a:t>
            </a:r>
          </a:p>
          <a:p>
            <a:r>
              <a:rPr lang="en-US" dirty="0"/>
              <a:t>print('Enter the sales for each day.’)</a:t>
            </a:r>
          </a:p>
          <a:p>
            <a:r>
              <a:rPr lang="en-US" dirty="0"/>
              <a:t># Get the sales for each day.</a:t>
            </a:r>
          </a:p>
          <a:p>
            <a:r>
              <a:rPr lang="en-US" dirty="0"/>
              <a:t>for index in range(</a:t>
            </a:r>
            <a:r>
              <a:rPr lang="en-US" dirty="0" err="1"/>
              <a:t>len</a:t>
            </a:r>
            <a:r>
              <a:rPr lang="en-US" dirty="0"/>
              <a:t>(sales)):</a:t>
            </a:r>
          </a:p>
          <a:p>
            <a:r>
              <a:rPr lang="en-US" dirty="0"/>
              <a:t>sales[index] = float(input(</a:t>
            </a:r>
            <a:r>
              <a:rPr lang="en-US" dirty="0" err="1"/>
              <a:t>f'Day</a:t>
            </a:r>
            <a:r>
              <a:rPr lang="en-US" dirty="0"/>
              <a:t> #{index + 1}: ‘))</a:t>
            </a:r>
          </a:p>
          <a:p>
            <a:r>
              <a:rPr lang="en-US" dirty="0"/>
              <a:t># Display the values entered.</a:t>
            </a:r>
          </a:p>
          <a:p>
            <a:r>
              <a:rPr lang="en-US" dirty="0"/>
              <a:t>print('Here are the values you entered:’)</a:t>
            </a:r>
          </a:p>
          <a:p>
            <a:r>
              <a:rPr lang="en-US" dirty="0"/>
              <a:t>for value in sales:</a:t>
            </a:r>
          </a:p>
          <a:p>
            <a:r>
              <a:rPr lang="en-US" dirty="0"/>
              <a:t>print(value)</a:t>
            </a:r>
          </a:p>
          <a:p>
            <a:r>
              <a:rPr lang="en-US" dirty="0"/>
              <a:t># Call the main function.</a:t>
            </a:r>
          </a:p>
          <a:p>
            <a:r>
              <a:rPr lang="en-US" dirty="0"/>
              <a:t>if _ _name_ _ == '_ _main_ _':</a:t>
            </a:r>
          </a:p>
          <a:p>
            <a:r>
              <a:rPr lang="en-US" dirty="0"/>
              <a:t>main()</a:t>
            </a:r>
          </a:p>
        </p:txBody>
      </p:sp>
      <p:sp>
        <p:nvSpPr>
          <p:cNvPr id="5" name="Rectangle 4">
            <a:extLst>
              <a:ext uri="{FF2B5EF4-FFF2-40B4-BE49-F238E27FC236}">
                <a16:creationId xmlns:a16="http://schemas.microsoft.com/office/drawing/2014/main" id="{E0CCB65F-A66C-4D71-AA36-4417D64A64AF}"/>
              </a:ext>
            </a:extLst>
          </p:cNvPr>
          <p:cNvSpPr/>
          <p:nvPr/>
        </p:nvSpPr>
        <p:spPr>
          <a:xfrm>
            <a:off x="5562600" y="2765682"/>
            <a:ext cx="4415118" cy="3693319"/>
          </a:xfrm>
          <a:prstGeom prst="rect">
            <a:avLst/>
          </a:prstGeom>
          <a:solidFill>
            <a:schemeClr val="accent3">
              <a:lumMod val="40000"/>
              <a:lumOff val="60000"/>
            </a:schemeClr>
          </a:solidFill>
        </p:spPr>
        <p:txBody>
          <a:bodyPr wrap="square">
            <a:spAutoFit/>
          </a:bodyPr>
          <a:lstStyle/>
          <a:p>
            <a:r>
              <a:rPr lang="en-US" dirty="0"/>
              <a:t>Program Output (with input shown in bold)</a:t>
            </a:r>
          </a:p>
          <a:p>
            <a:r>
              <a:rPr lang="en-US" dirty="0"/>
              <a:t>Enter the sales for each day.</a:t>
            </a:r>
          </a:p>
          <a:p>
            <a:r>
              <a:rPr lang="en-US" dirty="0"/>
              <a:t>Day #1: 1000</a:t>
            </a:r>
          </a:p>
          <a:p>
            <a:r>
              <a:rPr lang="en-US" dirty="0"/>
              <a:t>Day #2: 2000</a:t>
            </a:r>
          </a:p>
          <a:p>
            <a:r>
              <a:rPr lang="en-US" dirty="0"/>
              <a:t>Day #3: 3000</a:t>
            </a:r>
          </a:p>
          <a:p>
            <a:r>
              <a:rPr lang="en-US" dirty="0"/>
              <a:t>Day #4: 4000</a:t>
            </a:r>
          </a:p>
          <a:p>
            <a:r>
              <a:rPr lang="en-US" dirty="0"/>
              <a:t>Day #5: 5000 </a:t>
            </a:r>
          </a:p>
          <a:p>
            <a:r>
              <a:rPr lang="en-US" dirty="0"/>
              <a:t>Here are the values you entered:</a:t>
            </a:r>
          </a:p>
          <a:p>
            <a:r>
              <a:rPr lang="en-US" dirty="0"/>
              <a:t>1000.0</a:t>
            </a:r>
          </a:p>
          <a:p>
            <a:r>
              <a:rPr lang="en-US" dirty="0"/>
              <a:t>2000.0</a:t>
            </a:r>
          </a:p>
          <a:p>
            <a:r>
              <a:rPr lang="en-US" dirty="0"/>
              <a:t>3000.0</a:t>
            </a:r>
          </a:p>
          <a:p>
            <a:r>
              <a:rPr lang="en-US" dirty="0"/>
              <a:t>4000.0</a:t>
            </a:r>
          </a:p>
          <a:p>
            <a:r>
              <a:rPr lang="en-US" dirty="0"/>
              <a:t>5000.0</a:t>
            </a:r>
          </a:p>
        </p:txBody>
      </p:sp>
    </p:spTree>
    <p:extLst>
      <p:ext uri="{BB962C8B-B14F-4D97-AF65-F5344CB8AC3E}">
        <p14:creationId xmlns:p14="http://schemas.microsoft.com/office/powerpoint/2010/main" val="275584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1881F-3094-4BC6-863E-ACE8F066F4AF}"/>
              </a:ext>
            </a:extLst>
          </p:cNvPr>
          <p:cNvSpPr>
            <a:spLocks noGrp="1"/>
          </p:cNvSpPr>
          <p:nvPr>
            <p:ph type="title"/>
          </p:nvPr>
        </p:nvSpPr>
        <p:spPr>
          <a:xfrm>
            <a:off x="782082" y="450745"/>
            <a:ext cx="9720072" cy="974643"/>
          </a:xfrm>
        </p:spPr>
        <p:txBody>
          <a:bodyPr/>
          <a:lstStyle/>
          <a:p>
            <a:pPr algn="ctr"/>
            <a:r>
              <a:rPr lang="en-US" dirty="0"/>
              <a:t>List Slicing</a:t>
            </a:r>
          </a:p>
        </p:txBody>
      </p:sp>
      <p:sp>
        <p:nvSpPr>
          <p:cNvPr id="3" name="Content Placeholder 2">
            <a:extLst>
              <a:ext uri="{FF2B5EF4-FFF2-40B4-BE49-F238E27FC236}">
                <a16:creationId xmlns:a16="http://schemas.microsoft.com/office/drawing/2014/main" id="{7D2F00CE-A27D-4B82-8985-65FB7EF50745}"/>
              </a:ext>
            </a:extLst>
          </p:cNvPr>
          <p:cNvSpPr>
            <a:spLocks noGrp="1"/>
          </p:cNvSpPr>
          <p:nvPr>
            <p:ph idx="1"/>
          </p:nvPr>
        </p:nvSpPr>
        <p:spPr>
          <a:xfrm>
            <a:off x="1077917" y="1519519"/>
            <a:ext cx="9666284" cy="618563"/>
          </a:xfrm>
        </p:spPr>
        <p:txBody>
          <a:bodyPr/>
          <a:lstStyle/>
          <a:p>
            <a:pPr>
              <a:buFont typeface="Wingdings" panose="05000000000000000000" pitchFamily="2" charset="2"/>
              <a:buChar char="q"/>
            </a:pPr>
            <a:r>
              <a:rPr lang="en-US" dirty="0"/>
              <a:t>  A slicing expression selects a range of elements from a sequence.</a:t>
            </a:r>
          </a:p>
        </p:txBody>
      </p:sp>
      <p:sp>
        <p:nvSpPr>
          <p:cNvPr id="4" name="Rectangle 3">
            <a:extLst>
              <a:ext uri="{FF2B5EF4-FFF2-40B4-BE49-F238E27FC236}">
                <a16:creationId xmlns:a16="http://schemas.microsoft.com/office/drawing/2014/main" id="{CD91E1ED-1C17-4901-80BD-5A6B0ACFB3D7}"/>
              </a:ext>
            </a:extLst>
          </p:cNvPr>
          <p:cNvSpPr/>
          <p:nvPr/>
        </p:nvSpPr>
        <p:spPr>
          <a:xfrm>
            <a:off x="4375219" y="2138082"/>
            <a:ext cx="2733184" cy="461665"/>
          </a:xfrm>
          <a:prstGeom prst="rect">
            <a:avLst/>
          </a:prstGeom>
        </p:spPr>
        <p:txBody>
          <a:bodyPr wrap="none">
            <a:spAutoFit/>
          </a:bodyPr>
          <a:lstStyle/>
          <a:p>
            <a:r>
              <a:rPr lang="en-US" sz="2400" dirty="0" err="1"/>
              <a:t>list_name</a:t>
            </a:r>
            <a:r>
              <a:rPr lang="en-US" sz="2400" dirty="0"/>
              <a:t>[start : end]</a:t>
            </a:r>
          </a:p>
        </p:txBody>
      </p:sp>
      <p:sp>
        <p:nvSpPr>
          <p:cNvPr id="5" name="Rectangle 4">
            <a:extLst>
              <a:ext uri="{FF2B5EF4-FFF2-40B4-BE49-F238E27FC236}">
                <a16:creationId xmlns:a16="http://schemas.microsoft.com/office/drawing/2014/main" id="{DBEF9915-B71A-4A76-8136-8DF3AFA49191}"/>
              </a:ext>
            </a:extLst>
          </p:cNvPr>
          <p:cNvSpPr/>
          <p:nvPr/>
        </p:nvSpPr>
        <p:spPr>
          <a:xfrm>
            <a:off x="2106705" y="2756645"/>
            <a:ext cx="8395449" cy="2585323"/>
          </a:xfrm>
          <a:prstGeom prst="rect">
            <a:avLst/>
          </a:prstGeom>
          <a:solidFill>
            <a:schemeClr val="accent4">
              <a:lumMod val="20000"/>
              <a:lumOff val="80000"/>
            </a:schemeClr>
          </a:solidFill>
        </p:spPr>
        <p:txBody>
          <a:bodyPr wrap="square">
            <a:spAutoFit/>
          </a:bodyPr>
          <a:lstStyle/>
          <a:p>
            <a:r>
              <a:rPr lang="en-US" dirty="0"/>
              <a:t>days = ['Sunday', 'Monday', 'Tuesday', 'Wednesday’, 'Thursday', 'Friday', 'Saturday’]</a:t>
            </a:r>
          </a:p>
          <a:p>
            <a:endParaRPr lang="en-US" dirty="0"/>
          </a:p>
          <a:p>
            <a:r>
              <a:rPr lang="en-US" dirty="0"/>
              <a:t>The following statement uses a slicing expression to get the elements from indexes 2 up to, but not including, 5:</a:t>
            </a:r>
          </a:p>
          <a:p>
            <a:endParaRPr lang="en-US" dirty="0"/>
          </a:p>
          <a:p>
            <a:r>
              <a:rPr lang="en-US" dirty="0" err="1"/>
              <a:t>mid_days</a:t>
            </a:r>
            <a:r>
              <a:rPr lang="en-US" dirty="0"/>
              <a:t> = days[2:5]</a:t>
            </a:r>
          </a:p>
          <a:p>
            <a:endParaRPr lang="en-US" dirty="0"/>
          </a:p>
          <a:p>
            <a:r>
              <a:rPr lang="en-US" dirty="0"/>
              <a:t>After this statement executes, the </a:t>
            </a:r>
            <a:r>
              <a:rPr lang="en-US" dirty="0" err="1"/>
              <a:t>mid_days</a:t>
            </a:r>
            <a:r>
              <a:rPr lang="en-US" dirty="0"/>
              <a:t> variable references the following list:</a:t>
            </a:r>
          </a:p>
          <a:p>
            <a:r>
              <a:rPr lang="en-US" dirty="0"/>
              <a:t>['Tuesday', 'Wednesday', 'Thursday']</a:t>
            </a:r>
          </a:p>
        </p:txBody>
      </p:sp>
      <p:sp>
        <p:nvSpPr>
          <p:cNvPr id="6" name="Rectangle 5">
            <a:extLst>
              <a:ext uri="{FF2B5EF4-FFF2-40B4-BE49-F238E27FC236}">
                <a16:creationId xmlns:a16="http://schemas.microsoft.com/office/drawing/2014/main" id="{E6DE0076-4D75-4629-AFCD-843FA2CDC1A9}"/>
              </a:ext>
            </a:extLst>
          </p:cNvPr>
          <p:cNvSpPr/>
          <p:nvPr/>
        </p:nvSpPr>
        <p:spPr>
          <a:xfrm>
            <a:off x="2863059" y="58846"/>
            <a:ext cx="6096000" cy="6740307"/>
          </a:xfrm>
          <a:prstGeom prst="rect">
            <a:avLst/>
          </a:prstGeom>
          <a:solidFill>
            <a:srgbClr val="FFCCFF"/>
          </a:solidFill>
        </p:spPr>
        <p:txBody>
          <a:bodyPr>
            <a:spAutoFit/>
          </a:bodyPr>
          <a:lstStyle/>
          <a:p>
            <a:r>
              <a:rPr lang="en-US" dirty="0"/>
              <a:t>7.9 What will the following code display?</a:t>
            </a:r>
          </a:p>
          <a:p>
            <a:r>
              <a:rPr lang="en-US" dirty="0"/>
              <a:t> numbers = [1, 2, 3, 4, 5]</a:t>
            </a:r>
          </a:p>
          <a:p>
            <a:r>
              <a:rPr lang="en-US" dirty="0"/>
              <a:t> </a:t>
            </a:r>
            <a:r>
              <a:rPr lang="en-US" dirty="0" err="1"/>
              <a:t>my_list</a:t>
            </a:r>
            <a:r>
              <a:rPr lang="en-US" dirty="0"/>
              <a:t> = numbers[1:3]</a:t>
            </a:r>
          </a:p>
          <a:p>
            <a:r>
              <a:rPr lang="en-US" dirty="0"/>
              <a:t> print(</a:t>
            </a:r>
            <a:r>
              <a:rPr lang="en-US" dirty="0" err="1"/>
              <a:t>my_list</a:t>
            </a:r>
            <a:r>
              <a:rPr lang="en-US" dirty="0"/>
              <a:t>)</a:t>
            </a:r>
          </a:p>
          <a:p>
            <a:endParaRPr lang="en-US" dirty="0"/>
          </a:p>
          <a:p>
            <a:r>
              <a:rPr lang="en-US" dirty="0"/>
              <a:t>7.10 What will the following code display?</a:t>
            </a:r>
          </a:p>
          <a:p>
            <a:r>
              <a:rPr lang="en-US" dirty="0"/>
              <a:t> numbers = [1, 2, 3, 4, 5]</a:t>
            </a:r>
          </a:p>
          <a:p>
            <a:r>
              <a:rPr lang="en-US" dirty="0"/>
              <a:t> </a:t>
            </a:r>
            <a:r>
              <a:rPr lang="en-US" dirty="0" err="1"/>
              <a:t>my_list</a:t>
            </a:r>
            <a:r>
              <a:rPr lang="en-US" dirty="0"/>
              <a:t> = numbers[1:]</a:t>
            </a:r>
          </a:p>
          <a:p>
            <a:r>
              <a:rPr lang="en-US" dirty="0"/>
              <a:t> print(</a:t>
            </a:r>
            <a:r>
              <a:rPr lang="en-US" dirty="0" err="1"/>
              <a:t>my_list</a:t>
            </a:r>
            <a:r>
              <a:rPr lang="en-US" dirty="0"/>
              <a:t>)</a:t>
            </a:r>
          </a:p>
          <a:p>
            <a:endParaRPr lang="en-US" dirty="0"/>
          </a:p>
          <a:p>
            <a:r>
              <a:rPr lang="en-US" dirty="0"/>
              <a:t>7.11 What will the following code display?</a:t>
            </a:r>
          </a:p>
          <a:p>
            <a:r>
              <a:rPr lang="en-US" dirty="0"/>
              <a:t> numbers = [1, 2, 3, 4, 5]</a:t>
            </a:r>
          </a:p>
          <a:p>
            <a:r>
              <a:rPr lang="en-US" dirty="0"/>
              <a:t> </a:t>
            </a:r>
            <a:r>
              <a:rPr lang="en-US" dirty="0" err="1"/>
              <a:t>my_list</a:t>
            </a:r>
            <a:r>
              <a:rPr lang="en-US" dirty="0"/>
              <a:t> = numbers[:1]</a:t>
            </a:r>
          </a:p>
          <a:p>
            <a:r>
              <a:rPr lang="en-US" dirty="0"/>
              <a:t> print(</a:t>
            </a:r>
            <a:r>
              <a:rPr lang="en-US" dirty="0" err="1"/>
              <a:t>my_list</a:t>
            </a:r>
            <a:r>
              <a:rPr lang="en-US" dirty="0"/>
              <a:t>)</a:t>
            </a:r>
          </a:p>
          <a:p>
            <a:endParaRPr lang="en-US" dirty="0"/>
          </a:p>
          <a:p>
            <a:r>
              <a:rPr lang="en-US" dirty="0"/>
              <a:t>7.12 What will the following code display?</a:t>
            </a:r>
          </a:p>
          <a:p>
            <a:r>
              <a:rPr lang="en-US" dirty="0"/>
              <a:t> numbers = [1, 2, 3, 4, 5]</a:t>
            </a:r>
          </a:p>
          <a:p>
            <a:r>
              <a:rPr lang="en-US" dirty="0"/>
              <a:t> </a:t>
            </a:r>
            <a:r>
              <a:rPr lang="en-US" dirty="0" err="1"/>
              <a:t>my_list</a:t>
            </a:r>
            <a:r>
              <a:rPr lang="en-US" dirty="0"/>
              <a:t> = numbers[:]</a:t>
            </a:r>
          </a:p>
          <a:p>
            <a:r>
              <a:rPr lang="en-US" dirty="0"/>
              <a:t> print(</a:t>
            </a:r>
            <a:r>
              <a:rPr lang="en-US" dirty="0" err="1"/>
              <a:t>my_list</a:t>
            </a:r>
            <a:r>
              <a:rPr lang="en-US" dirty="0"/>
              <a:t>)</a:t>
            </a:r>
          </a:p>
          <a:p>
            <a:endParaRPr lang="en-US" dirty="0"/>
          </a:p>
          <a:p>
            <a:r>
              <a:rPr lang="en-US" dirty="0"/>
              <a:t>7.13 What will the following code display?</a:t>
            </a:r>
          </a:p>
          <a:p>
            <a:r>
              <a:rPr lang="en-US" dirty="0"/>
              <a:t> numbers = [1, 2, 3, 4, 5]</a:t>
            </a:r>
          </a:p>
          <a:p>
            <a:r>
              <a:rPr lang="en-US" dirty="0"/>
              <a:t> </a:t>
            </a:r>
            <a:r>
              <a:rPr lang="en-US" dirty="0" err="1"/>
              <a:t>my_list</a:t>
            </a:r>
            <a:r>
              <a:rPr lang="en-US" dirty="0"/>
              <a:t> = numbers[−3:]</a:t>
            </a:r>
          </a:p>
          <a:p>
            <a:r>
              <a:rPr lang="en-US" dirty="0"/>
              <a:t> print(</a:t>
            </a:r>
            <a:r>
              <a:rPr lang="en-US" dirty="0" err="1"/>
              <a:t>my_list</a:t>
            </a:r>
            <a:r>
              <a:rPr lang="en-US" dirty="0"/>
              <a:t>)</a:t>
            </a:r>
          </a:p>
        </p:txBody>
      </p:sp>
      <p:sp>
        <p:nvSpPr>
          <p:cNvPr id="7" name="Rectangle 6">
            <a:extLst>
              <a:ext uri="{FF2B5EF4-FFF2-40B4-BE49-F238E27FC236}">
                <a16:creationId xmlns:a16="http://schemas.microsoft.com/office/drawing/2014/main" id="{239EC2A5-F2A1-481C-BBB0-56C424BDAD68}"/>
              </a:ext>
            </a:extLst>
          </p:cNvPr>
          <p:cNvSpPr/>
          <p:nvPr/>
        </p:nvSpPr>
        <p:spPr>
          <a:xfrm>
            <a:off x="7662092" y="3839896"/>
            <a:ext cx="3611610" cy="2585323"/>
          </a:xfrm>
          <a:prstGeom prst="rect">
            <a:avLst/>
          </a:prstGeom>
          <a:solidFill>
            <a:srgbClr val="99FF99"/>
          </a:solidFill>
        </p:spPr>
        <p:txBody>
          <a:bodyPr wrap="square">
            <a:spAutoFit/>
          </a:bodyPr>
          <a:lstStyle/>
          <a:p>
            <a:r>
              <a:rPr lang="en-US" dirty="0"/>
              <a:t>7.9 [2, 3]</a:t>
            </a:r>
          </a:p>
          <a:p>
            <a:endParaRPr lang="en-US" dirty="0"/>
          </a:p>
          <a:p>
            <a:r>
              <a:rPr lang="en-US" dirty="0"/>
              <a:t>7.10 [2, 3,4,5]</a:t>
            </a:r>
          </a:p>
          <a:p>
            <a:endParaRPr lang="en-US" dirty="0"/>
          </a:p>
          <a:p>
            <a:r>
              <a:rPr lang="en-US" dirty="0"/>
              <a:t>7.11 [1]</a:t>
            </a:r>
          </a:p>
          <a:p>
            <a:endParaRPr lang="en-US" dirty="0"/>
          </a:p>
          <a:p>
            <a:r>
              <a:rPr lang="en-US" dirty="0"/>
              <a:t>7.12 [1, 2, 3, 4, 5]</a:t>
            </a:r>
          </a:p>
          <a:p>
            <a:endParaRPr lang="en-US" dirty="0"/>
          </a:p>
          <a:p>
            <a:r>
              <a:rPr lang="en-US" dirty="0"/>
              <a:t>7.13 [3, 4, 5]</a:t>
            </a:r>
          </a:p>
        </p:txBody>
      </p:sp>
    </p:spTree>
    <p:extLst>
      <p:ext uri="{BB962C8B-B14F-4D97-AF65-F5344CB8AC3E}">
        <p14:creationId xmlns:p14="http://schemas.microsoft.com/office/powerpoint/2010/main" val="1133425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80">
                                          <p:stCondLst>
                                            <p:cond delay="0"/>
                                          </p:stCondLst>
                                        </p:cTn>
                                        <p:tgtEl>
                                          <p:spTgt spid="7"/>
                                        </p:tgtEl>
                                      </p:cBhvr>
                                    </p:animEffect>
                                    <p:anim calcmode="lin" valueType="num">
                                      <p:cBhvr>
                                        <p:cTn id="13"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8" dur="26">
                                          <p:stCondLst>
                                            <p:cond delay="650"/>
                                          </p:stCondLst>
                                        </p:cTn>
                                        <p:tgtEl>
                                          <p:spTgt spid="7"/>
                                        </p:tgtEl>
                                      </p:cBhvr>
                                      <p:to x="100000" y="60000"/>
                                    </p:animScale>
                                    <p:animScale>
                                      <p:cBhvr>
                                        <p:cTn id="19" dur="166" decel="50000">
                                          <p:stCondLst>
                                            <p:cond delay="676"/>
                                          </p:stCondLst>
                                        </p:cTn>
                                        <p:tgtEl>
                                          <p:spTgt spid="7"/>
                                        </p:tgtEl>
                                      </p:cBhvr>
                                      <p:to x="100000" y="100000"/>
                                    </p:animScale>
                                    <p:animScale>
                                      <p:cBhvr>
                                        <p:cTn id="20" dur="26">
                                          <p:stCondLst>
                                            <p:cond delay="1312"/>
                                          </p:stCondLst>
                                        </p:cTn>
                                        <p:tgtEl>
                                          <p:spTgt spid="7"/>
                                        </p:tgtEl>
                                      </p:cBhvr>
                                      <p:to x="100000" y="80000"/>
                                    </p:animScale>
                                    <p:animScale>
                                      <p:cBhvr>
                                        <p:cTn id="21" dur="166" decel="50000">
                                          <p:stCondLst>
                                            <p:cond delay="1338"/>
                                          </p:stCondLst>
                                        </p:cTn>
                                        <p:tgtEl>
                                          <p:spTgt spid="7"/>
                                        </p:tgtEl>
                                      </p:cBhvr>
                                      <p:to x="100000" y="100000"/>
                                    </p:animScale>
                                    <p:animScale>
                                      <p:cBhvr>
                                        <p:cTn id="22" dur="26">
                                          <p:stCondLst>
                                            <p:cond delay="1642"/>
                                          </p:stCondLst>
                                        </p:cTn>
                                        <p:tgtEl>
                                          <p:spTgt spid="7"/>
                                        </p:tgtEl>
                                      </p:cBhvr>
                                      <p:to x="100000" y="90000"/>
                                    </p:animScale>
                                    <p:animScale>
                                      <p:cBhvr>
                                        <p:cTn id="23" dur="166" decel="50000">
                                          <p:stCondLst>
                                            <p:cond delay="1668"/>
                                          </p:stCondLst>
                                        </p:cTn>
                                        <p:tgtEl>
                                          <p:spTgt spid="7"/>
                                        </p:tgtEl>
                                      </p:cBhvr>
                                      <p:to x="100000" y="100000"/>
                                    </p:animScale>
                                    <p:animScale>
                                      <p:cBhvr>
                                        <p:cTn id="24" dur="26">
                                          <p:stCondLst>
                                            <p:cond delay="1808"/>
                                          </p:stCondLst>
                                        </p:cTn>
                                        <p:tgtEl>
                                          <p:spTgt spid="7"/>
                                        </p:tgtEl>
                                      </p:cBhvr>
                                      <p:to x="100000" y="95000"/>
                                    </p:animScale>
                                    <p:animScale>
                                      <p:cBhvr>
                                        <p:cTn id="25" dur="166" decel="50000">
                                          <p:stCondLst>
                                            <p:cond delay="1834"/>
                                          </p:stCondLst>
                                        </p:cTn>
                                        <p:tgtEl>
                                          <p:spTgt spid="7"/>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F37AC-E981-45A7-9BBE-7E615E9247A9}"/>
              </a:ext>
            </a:extLst>
          </p:cNvPr>
          <p:cNvSpPr>
            <a:spLocks noGrp="1"/>
          </p:cNvSpPr>
          <p:nvPr>
            <p:ph type="title"/>
          </p:nvPr>
        </p:nvSpPr>
        <p:spPr>
          <a:xfrm>
            <a:off x="1024127" y="343169"/>
            <a:ext cx="9720072" cy="907408"/>
          </a:xfrm>
        </p:spPr>
        <p:txBody>
          <a:bodyPr/>
          <a:lstStyle/>
          <a:p>
            <a:pPr algn="ctr"/>
            <a:r>
              <a:rPr lang="en-US" dirty="0"/>
              <a:t>Finding Items in Lists with the in Operator</a:t>
            </a:r>
          </a:p>
        </p:txBody>
      </p:sp>
      <p:sp>
        <p:nvSpPr>
          <p:cNvPr id="3" name="Content Placeholder 2">
            <a:extLst>
              <a:ext uri="{FF2B5EF4-FFF2-40B4-BE49-F238E27FC236}">
                <a16:creationId xmlns:a16="http://schemas.microsoft.com/office/drawing/2014/main" id="{53288703-9497-44AF-8AE6-BDFB25F11AF4}"/>
              </a:ext>
            </a:extLst>
          </p:cNvPr>
          <p:cNvSpPr>
            <a:spLocks noGrp="1"/>
          </p:cNvSpPr>
          <p:nvPr>
            <p:ph idx="1"/>
          </p:nvPr>
        </p:nvSpPr>
        <p:spPr>
          <a:xfrm>
            <a:off x="1024127" y="1250577"/>
            <a:ext cx="9720073" cy="1297373"/>
          </a:xfrm>
          <a:solidFill>
            <a:schemeClr val="accent5">
              <a:lumMod val="60000"/>
              <a:lumOff val="40000"/>
            </a:schemeClr>
          </a:solidFill>
        </p:spPr>
        <p:txBody>
          <a:bodyPr>
            <a:normAutofit fontScale="92500"/>
          </a:bodyPr>
          <a:lstStyle/>
          <a:p>
            <a:r>
              <a:rPr lang="en-US" dirty="0"/>
              <a:t>You can use the in operator to determine whether an item is contained in a list. Here is the general format of an expression written with the in operator to search for an item in a list:</a:t>
            </a:r>
          </a:p>
          <a:p>
            <a:pPr algn="ctr"/>
            <a:r>
              <a:rPr lang="en-US" i="1" dirty="0"/>
              <a:t>item in list</a:t>
            </a:r>
          </a:p>
        </p:txBody>
      </p:sp>
      <p:sp>
        <p:nvSpPr>
          <p:cNvPr id="4" name="Rectangle 3">
            <a:extLst>
              <a:ext uri="{FF2B5EF4-FFF2-40B4-BE49-F238E27FC236}">
                <a16:creationId xmlns:a16="http://schemas.microsoft.com/office/drawing/2014/main" id="{4EF2A513-169D-4C57-90ED-00F2839209E7}"/>
              </a:ext>
            </a:extLst>
          </p:cNvPr>
          <p:cNvSpPr/>
          <p:nvPr/>
        </p:nvSpPr>
        <p:spPr>
          <a:xfrm>
            <a:off x="519953" y="2267514"/>
            <a:ext cx="6096000" cy="4247317"/>
          </a:xfrm>
          <a:prstGeom prst="rect">
            <a:avLst/>
          </a:prstGeom>
          <a:solidFill>
            <a:schemeClr val="accent2">
              <a:lumMod val="20000"/>
              <a:lumOff val="80000"/>
            </a:schemeClr>
          </a:solidFill>
        </p:spPr>
        <p:txBody>
          <a:bodyPr>
            <a:spAutoFit/>
          </a:bodyPr>
          <a:lstStyle/>
          <a:p>
            <a:r>
              <a:rPr lang="en-US" dirty="0"/>
              <a:t># This program demonstrates the in operator</a:t>
            </a:r>
          </a:p>
          <a:p>
            <a:r>
              <a:rPr lang="en-US" dirty="0"/>
              <a:t># used with a list.</a:t>
            </a:r>
          </a:p>
          <a:p>
            <a:r>
              <a:rPr lang="en-US" dirty="0"/>
              <a:t>def main():</a:t>
            </a:r>
          </a:p>
          <a:p>
            <a:r>
              <a:rPr lang="en-US" dirty="0"/>
              <a:t># Create a list of product numbers.</a:t>
            </a:r>
          </a:p>
          <a:p>
            <a:r>
              <a:rPr lang="en-US" dirty="0" err="1"/>
              <a:t>prod_nums</a:t>
            </a:r>
            <a:r>
              <a:rPr lang="en-US" dirty="0"/>
              <a:t> = ['V475', 'F987', 'Q143', 'R688’]</a:t>
            </a:r>
          </a:p>
          <a:p>
            <a:r>
              <a:rPr lang="en-US" dirty="0"/>
              <a:t># Get a product number to search for.</a:t>
            </a:r>
          </a:p>
          <a:p>
            <a:r>
              <a:rPr lang="en-US" dirty="0"/>
              <a:t>search = input('Enter a product number: ‘)</a:t>
            </a:r>
          </a:p>
          <a:p>
            <a:r>
              <a:rPr lang="en-US" dirty="0"/>
              <a:t># Determine whether the product number is in the list.</a:t>
            </a:r>
          </a:p>
          <a:p>
            <a:r>
              <a:rPr lang="en-US" dirty="0"/>
              <a:t>if search in </a:t>
            </a:r>
            <a:r>
              <a:rPr lang="en-US" dirty="0" err="1"/>
              <a:t>prod_nums</a:t>
            </a:r>
            <a:r>
              <a:rPr lang="en-US" dirty="0"/>
              <a:t>:</a:t>
            </a:r>
          </a:p>
          <a:p>
            <a:r>
              <a:rPr lang="en-US" dirty="0"/>
              <a:t>print(f'{search} was found in the list.’)</a:t>
            </a:r>
          </a:p>
          <a:p>
            <a:r>
              <a:rPr lang="en-US" dirty="0"/>
              <a:t>else:</a:t>
            </a:r>
          </a:p>
          <a:p>
            <a:r>
              <a:rPr lang="en-US" dirty="0"/>
              <a:t>print(f'{search} was not found in the list.')</a:t>
            </a:r>
          </a:p>
          <a:p>
            <a:r>
              <a:rPr lang="en-US" dirty="0"/>
              <a:t># Call the main function.</a:t>
            </a:r>
          </a:p>
          <a:p>
            <a:r>
              <a:rPr lang="en-US" dirty="0"/>
              <a:t>if _ _name_ _ == '_ _main_ _':</a:t>
            </a:r>
          </a:p>
          <a:p>
            <a:r>
              <a:rPr lang="en-US" dirty="0"/>
              <a:t>main()</a:t>
            </a:r>
          </a:p>
        </p:txBody>
      </p:sp>
      <p:sp>
        <p:nvSpPr>
          <p:cNvPr id="5" name="Rectangle 4">
            <a:extLst>
              <a:ext uri="{FF2B5EF4-FFF2-40B4-BE49-F238E27FC236}">
                <a16:creationId xmlns:a16="http://schemas.microsoft.com/office/drawing/2014/main" id="{5E72F3BB-0BF4-48BF-BB6D-2B51450B25D1}"/>
              </a:ext>
            </a:extLst>
          </p:cNvPr>
          <p:cNvSpPr/>
          <p:nvPr/>
        </p:nvSpPr>
        <p:spPr>
          <a:xfrm>
            <a:off x="5884163" y="3089720"/>
            <a:ext cx="6096000" cy="2031325"/>
          </a:xfrm>
          <a:prstGeom prst="rect">
            <a:avLst/>
          </a:prstGeom>
          <a:solidFill>
            <a:schemeClr val="accent4">
              <a:lumMod val="40000"/>
              <a:lumOff val="60000"/>
            </a:schemeClr>
          </a:solidFill>
        </p:spPr>
        <p:txBody>
          <a:bodyPr>
            <a:spAutoFit/>
          </a:bodyPr>
          <a:lstStyle/>
          <a:p>
            <a:r>
              <a:rPr lang="en-US" dirty="0"/>
              <a:t>Program Output </a:t>
            </a:r>
          </a:p>
          <a:p>
            <a:r>
              <a:rPr lang="en-US" dirty="0"/>
              <a:t>Enter a product number: Q143 </a:t>
            </a:r>
          </a:p>
          <a:p>
            <a:r>
              <a:rPr lang="en-US" dirty="0"/>
              <a:t>Q143 was found in the list.</a:t>
            </a:r>
          </a:p>
          <a:p>
            <a:endParaRPr lang="en-US" dirty="0"/>
          </a:p>
          <a:p>
            <a:r>
              <a:rPr lang="en-US" dirty="0"/>
              <a:t>Program Output </a:t>
            </a:r>
          </a:p>
          <a:p>
            <a:r>
              <a:rPr lang="en-US" dirty="0"/>
              <a:t>Enter a product number: B000 </a:t>
            </a:r>
          </a:p>
          <a:p>
            <a:r>
              <a:rPr lang="en-US" dirty="0"/>
              <a:t>B000 was not found in the list.</a:t>
            </a:r>
          </a:p>
        </p:txBody>
      </p:sp>
    </p:spTree>
    <p:extLst>
      <p:ext uri="{BB962C8B-B14F-4D97-AF65-F5344CB8AC3E}">
        <p14:creationId xmlns:p14="http://schemas.microsoft.com/office/powerpoint/2010/main" val="499616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7C57-00EA-4B93-8997-285D0CA31FDC}"/>
              </a:ext>
            </a:extLst>
          </p:cNvPr>
          <p:cNvSpPr>
            <a:spLocks noGrp="1"/>
          </p:cNvSpPr>
          <p:nvPr>
            <p:ph type="title"/>
          </p:nvPr>
        </p:nvSpPr>
        <p:spPr>
          <a:xfrm>
            <a:off x="1024129" y="222145"/>
            <a:ext cx="9720072" cy="920855"/>
          </a:xfrm>
        </p:spPr>
        <p:txBody>
          <a:bodyPr/>
          <a:lstStyle/>
          <a:p>
            <a:pPr algn="ctr"/>
            <a:r>
              <a:rPr lang="en-US" dirty="0"/>
              <a:t>List Methods and Useful Built-in Functions</a:t>
            </a:r>
          </a:p>
        </p:txBody>
      </p:sp>
      <p:sp>
        <p:nvSpPr>
          <p:cNvPr id="3" name="Content Placeholder 2">
            <a:extLst>
              <a:ext uri="{FF2B5EF4-FFF2-40B4-BE49-F238E27FC236}">
                <a16:creationId xmlns:a16="http://schemas.microsoft.com/office/drawing/2014/main" id="{13E44123-2FCD-461B-8EEE-3ACF36324585}"/>
              </a:ext>
            </a:extLst>
          </p:cNvPr>
          <p:cNvSpPr>
            <a:spLocks noGrp="1"/>
          </p:cNvSpPr>
          <p:nvPr>
            <p:ph idx="1"/>
          </p:nvPr>
        </p:nvSpPr>
        <p:spPr>
          <a:xfrm>
            <a:off x="1024129" y="1143000"/>
            <a:ext cx="9720073" cy="1021976"/>
          </a:xfrm>
        </p:spPr>
        <p:txBody>
          <a:bodyPr/>
          <a:lstStyle/>
          <a:p>
            <a:r>
              <a:rPr lang="en-US" dirty="0"/>
              <a:t>Lists have numerous methods that allow you to work with the elements that they   contain. Python also provides some built-in functions that are useful for working with lists.</a:t>
            </a:r>
          </a:p>
        </p:txBody>
      </p:sp>
      <p:pic>
        <p:nvPicPr>
          <p:cNvPr id="4" name="Picture 3">
            <a:extLst>
              <a:ext uri="{FF2B5EF4-FFF2-40B4-BE49-F238E27FC236}">
                <a16:creationId xmlns:a16="http://schemas.microsoft.com/office/drawing/2014/main" id="{21DA2665-B06E-4241-B3BA-88797C1C7D58}"/>
              </a:ext>
            </a:extLst>
          </p:cNvPr>
          <p:cNvPicPr>
            <a:picLocks noChangeAspect="1"/>
          </p:cNvPicPr>
          <p:nvPr/>
        </p:nvPicPr>
        <p:blipFill>
          <a:blip r:embed="rId2"/>
          <a:stretch>
            <a:fillRect/>
          </a:stretch>
        </p:blipFill>
        <p:spPr>
          <a:xfrm>
            <a:off x="2207303" y="2063855"/>
            <a:ext cx="7777393" cy="4349856"/>
          </a:xfrm>
          <a:prstGeom prst="rect">
            <a:avLst/>
          </a:prstGeom>
        </p:spPr>
      </p:pic>
    </p:spTree>
    <p:extLst>
      <p:ext uri="{BB962C8B-B14F-4D97-AF65-F5344CB8AC3E}">
        <p14:creationId xmlns:p14="http://schemas.microsoft.com/office/powerpoint/2010/main" val="220018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86D6A09-38DB-4BEF-BB32-A20292776EF9}"/>
              </a:ext>
            </a:extLst>
          </p:cNvPr>
          <p:cNvSpPr/>
          <p:nvPr/>
        </p:nvSpPr>
        <p:spPr>
          <a:xfrm>
            <a:off x="614082" y="117693"/>
            <a:ext cx="6096000" cy="6740307"/>
          </a:xfrm>
          <a:prstGeom prst="rect">
            <a:avLst/>
          </a:prstGeom>
          <a:solidFill>
            <a:srgbClr val="FFCCFF"/>
          </a:solidFill>
        </p:spPr>
        <p:txBody>
          <a:bodyPr>
            <a:spAutoFit/>
          </a:bodyPr>
          <a:lstStyle/>
          <a:p>
            <a:r>
              <a:rPr lang="en-US" dirty="0"/>
              <a:t># This program demonstrates how the append</a:t>
            </a:r>
          </a:p>
          <a:p>
            <a:r>
              <a:rPr lang="en-US" dirty="0"/>
              <a:t># method can be used to add items to a list.</a:t>
            </a:r>
          </a:p>
          <a:p>
            <a:r>
              <a:rPr lang="en-US" dirty="0"/>
              <a:t>def main():</a:t>
            </a:r>
          </a:p>
          <a:p>
            <a:r>
              <a:rPr lang="en-US" dirty="0"/>
              <a:t># First, create an empty list.</a:t>
            </a:r>
          </a:p>
          <a:p>
            <a:r>
              <a:rPr lang="en-US" dirty="0" err="1"/>
              <a:t>name_list</a:t>
            </a:r>
            <a:r>
              <a:rPr lang="en-US" dirty="0"/>
              <a:t> = []</a:t>
            </a:r>
          </a:p>
          <a:p>
            <a:r>
              <a:rPr lang="en-US" dirty="0"/>
              <a:t># Create a variable to control the loop.</a:t>
            </a:r>
          </a:p>
          <a:p>
            <a:r>
              <a:rPr lang="en-US" dirty="0"/>
              <a:t>again = 'y'</a:t>
            </a:r>
          </a:p>
          <a:p>
            <a:r>
              <a:rPr lang="en-US" dirty="0"/>
              <a:t># Add some names to the list.</a:t>
            </a:r>
          </a:p>
          <a:p>
            <a:r>
              <a:rPr lang="en-US" dirty="0"/>
              <a:t>while again == 'y':</a:t>
            </a:r>
          </a:p>
          <a:p>
            <a:r>
              <a:rPr lang="en-US" dirty="0"/>
              <a:t># Get a name from the user.</a:t>
            </a:r>
          </a:p>
          <a:p>
            <a:r>
              <a:rPr lang="en-US" dirty="0"/>
              <a:t>name = input('Enter a name: ')</a:t>
            </a:r>
          </a:p>
          <a:p>
            <a:r>
              <a:rPr lang="en-US" dirty="0"/>
              <a:t># Append the name to the list.</a:t>
            </a:r>
          </a:p>
          <a:p>
            <a:r>
              <a:rPr lang="en-US" dirty="0" err="1"/>
              <a:t>name_list.append</a:t>
            </a:r>
            <a:r>
              <a:rPr lang="en-US" dirty="0"/>
              <a:t>(name)</a:t>
            </a:r>
          </a:p>
          <a:p>
            <a:r>
              <a:rPr lang="en-US" dirty="0"/>
              <a:t># Add another one?</a:t>
            </a:r>
          </a:p>
          <a:p>
            <a:r>
              <a:rPr lang="en-US" dirty="0"/>
              <a:t>print('Do you want to add another name?')</a:t>
            </a:r>
          </a:p>
          <a:p>
            <a:r>
              <a:rPr lang="en-US" dirty="0"/>
              <a:t>again = input('y = yes, anything else = no: ')</a:t>
            </a:r>
          </a:p>
          <a:p>
            <a:r>
              <a:rPr lang="en-US" dirty="0"/>
              <a:t>print()</a:t>
            </a:r>
          </a:p>
          <a:p>
            <a:r>
              <a:rPr lang="en-US" dirty="0"/>
              <a:t># Display the names that were entered.</a:t>
            </a:r>
          </a:p>
          <a:p>
            <a:r>
              <a:rPr lang="en-US" dirty="0"/>
              <a:t>print('Here are the names you entered.')</a:t>
            </a:r>
          </a:p>
          <a:p>
            <a:r>
              <a:rPr lang="en-US" dirty="0"/>
              <a:t>for name in </a:t>
            </a:r>
            <a:r>
              <a:rPr lang="en-US" dirty="0" err="1"/>
              <a:t>name_list</a:t>
            </a:r>
            <a:r>
              <a:rPr lang="en-US" dirty="0"/>
              <a:t>:</a:t>
            </a:r>
          </a:p>
          <a:p>
            <a:r>
              <a:rPr lang="en-US" dirty="0"/>
              <a:t>print(name)</a:t>
            </a:r>
          </a:p>
          <a:p>
            <a:r>
              <a:rPr lang="en-US" dirty="0"/>
              <a:t># Call the main function.</a:t>
            </a:r>
          </a:p>
          <a:p>
            <a:r>
              <a:rPr lang="en-US" dirty="0"/>
              <a:t>if _ _name_ _ == '_ _main_ _':</a:t>
            </a:r>
          </a:p>
          <a:p>
            <a:r>
              <a:rPr lang="en-US" dirty="0"/>
              <a:t>main()</a:t>
            </a:r>
          </a:p>
        </p:txBody>
      </p:sp>
      <p:sp>
        <p:nvSpPr>
          <p:cNvPr id="5" name="Rectangle 4">
            <a:extLst>
              <a:ext uri="{FF2B5EF4-FFF2-40B4-BE49-F238E27FC236}">
                <a16:creationId xmlns:a16="http://schemas.microsoft.com/office/drawing/2014/main" id="{1DFF277D-73DF-4D82-B17E-FCA1849597F9}"/>
              </a:ext>
            </a:extLst>
          </p:cNvPr>
          <p:cNvSpPr/>
          <p:nvPr/>
        </p:nvSpPr>
        <p:spPr>
          <a:xfrm>
            <a:off x="5656730" y="335845"/>
            <a:ext cx="6096000" cy="6186309"/>
          </a:xfrm>
          <a:prstGeom prst="rect">
            <a:avLst/>
          </a:prstGeom>
          <a:solidFill>
            <a:srgbClr val="66CCFF"/>
          </a:solidFill>
        </p:spPr>
        <p:txBody>
          <a:bodyPr>
            <a:spAutoFit/>
          </a:bodyPr>
          <a:lstStyle/>
          <a:p>
            <a:r>
              <a:rPr lang="en-US" dirty="0"/>
              <a:t>Program Output </a:t>
            </a:r>
          </a:p>
          <a:p>
            <a:r>
              <a:rPr lang="en-US" dirty="0"/>
              <a:t>Enter a name: Kathryn</a:t>
            </a:r>
          </a:p>
          <a:p>
            <a:r>
              <a:rPr lang="en-US" dirty="0"/>
              <a:t>Do you want to add another name?</a:t>
            </a:r>
          </a:p>
          <a:p>
            <a:r>
              <a:rPr lang="en-US" dirty="0"/>
              <a:t>y = yes, anything else = no: y</a:t>
            </a:r>
          </a:p>
          <a:p>
            <a:endParaRPr lang="en-US" dirty="0"/>
          </a:p>
          <a:p>
            <a:r>
              <a:rPr lang="en-US" dirty="0"/>
              <a:t>Enter a name: Chris</a:t>
            </a:r>
          </a:p>
          <a:p>
            <a:r>
              <a:rPr lang="en-US" dirty="0"/>
              <a:t>Do you want to add another name?</a:t>
            </a:r>
          </a:p>
          <a:p>
            <a:r>
              <a:rPr lang="en-US" dirty="0"/>
              <a:t>y = yes, anything else = no: y</a:t>
            </a:r>
          </a:p>
          <a:p>
            <a:endParaRPr lang="en-US" dirty="0"/>
          </a:p>
          <a:p>
            <a:r>
              <a:rPr lang="en-US" dirty="0"/>
              <a:t>Enter a name: Kenny</a:t>
            </a:r>
          </a:p>
          <a:p>
            <a:r>
              <a:rPr lang="en-US" dirty="0"/>
              <a:t>Do you want to add another name?</a:t>
            </a:r>
          </a:p>
          <a:p>
            <a:r>
              <a:rPr lang="en-US" dirty="0"/>
              <a:t>y = yes, anything else = no: y</a:t>
            </a:r>
          </a:p>
          <a:p>
            <a:endParaRPr lang="en-US" dirty="0"/>
          </a:p>
          <a:p>
            <a:r>
              <a:rPr lang="en-US" dirty="0"/>
              <a:t>Enter a name: Renee</a:t>
            </a:r>
          </a:p>
          <a:p>
            <a:r>
              <a:rPr lang="en-US" dirty="0"/>
              <a:t>Do you want to add another name?</a:t>
            </a:r>
          </a:p>
          <a:p>
            <a:r>
              <a:rPr lang="en-US" dirty="0"/>
              <a:t>y = yes, anything else = no: n </a:t>
            </a:r>
          </a:p>
          <a:p>
            <a:endParaRPr lang="en-US" dirty="0"/>
          </a:p>
          <a:p>
            <a:r>
              <a:rPr lang="en-US" dirty="0"/>
              <a:t>Here are the names you entered.</a:t>
            </a:r>
          </a:p>
          <a:p>
            <a:r>
              <a:rPr lang="en-US" dirty="0"/>
              <a:t>Kathryn</a:t>
            </a:r>
          </a:p>
          <a:p>
            <a:r>
              <a:rPr lang="en-US" dirty="0"/>
              <a:t>Chris</a:t>
            </a:r>
          </a:p>
          <a:p>
            <a:r>
              <a:rPr lang="en-US" dirty="0"/>
              <a:t>Kenny</a:t>
            </a:r>
          </a:p>
          <a:p>
            <a:r>
              <a:rPr lang="en-US" dirty="0"/>
              <a:t>Renee</a:t>
            </a:r>
          </a:p>
        </p:txBody>
      </p:sp>
    </p:spTree>
    <p:extLst>
      <p:ext uri="{BB962C8B-B14F-4D97-AF65-F5344CB8AC3E}">
        <p14:creationId xmlns:p14="http://schemas.microsoft.com/office/powerpoint/2010/main" val="3966363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2C387-1BE1-4B25-8E2E-8318A8BF4914}"/>
              </a:ext>
            </a:extLst>
          </p:cNvPr>
          <p:cNvSpPr>
            <a:spLocks noGrp="1"/>
          </p:cNvSpPr>
          <p:nvPr>
            <p:ph type="title"/>
          </p:nvPr>
        </p:nvSpPr>
        <p:spPr/>
        <p:txBody>
          <a:bodyPr/>
          <a:lstStyle/>
          <a:p>
            <a:pPr algn="ctr"/>
            <a:r>
              <a:rPr lang="en-US" dirty="0"/>
              <a:t>Copying Lists</a:t>
            </a:r>
          </a:p>
        </p:txBody>
      </p:sp>
      <p:sp>
        <p:nvSpPr>
          <p:cNvPr id="3" name="Content Placeholder 2">
            <a:extLst>
              <a:ext uri="{FF2B5EF4-FFF2-40B4-BE49-F238E27FC236}">
                <a16:creationId xmlns:a16="http://schemas.microsoft.com/office/drawing/2014/main" id="{CE58F765-C0E5-4860-A881-1EFABE6F82B3}"/>
              </a:ext>
            </a:extLst>
          </p:cNvPr>
          <p:cNvSpPr>
            <a:spLocks noGrp="1"/>
          </p:cNvSpPr>
          <p:nvPr>
            <p:ph idx="1"/>
          </p:nvPr>
        </p:nvSpPr>
        <p:spPr>
          <a:xfrm>
            <a:off x="3925375" y="3429000"/>
            <a:ext cx="4341249" cy="1499617"/>
          </a:xfrm>
        </p:spPr>
        <p:txBody>
          <a:bodyPr>
            <a:normAutofit fontScale="92500" lnSpcReduction="20000"/>
          </a:bodyPr>
          <a:lstStyle/>
          <a:p>
            <a:r>
              <a:rPr lang="en-US" dirty="0"/>
              <a:t># Create a list.</a:t>
            </a:r>
          </a:p>
          <a:p>
            <a:r>
              <a:rPr lang="en-US" dirty="0"/>
              <a:t>list1 = [1, 2, 3, 4]</a:t>
            </a:r>
          </a:p>
          <a:p>
            <a:r>
              <a:rPr lang="en-US" dirty="0"/>
              <a:t># Assign the list to the list2 variable.</a:t>
            </a:r>
          </a:p>
          <a:p>
            <a:r>
              <a:rPr lang="en-US" dirty="0"/>
              <a:t>list2 = list1</a:t>
            </a:r>
          </a:p>
        </p:txBody>
      </p:sp>
    </p:spTree>
    <p:extLst>
      <p:ext uri="{BB962C8B-B14F-4D97-AF65-F5344CB8AC3E}">
        <p14:creationId xmlns:p14="http://schemas.microsoft.com/office/powerpoint/2010/main" val="1783781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87D1-7316-4374-A724-98CBD908DEAF}"/>
              </a:ext>
            </a:extLst>
          </p:cNvPr>
          <p:cNvSpPr>
            <a:spLocks noGrp="1"/>
          </p:cNvSpPr>
          <p:nvPr>
            <p:ph type="title"/>
          </p:nvPr>
        </p:nvSpPr>
        <p:spPr/>
        <p:txBody>
          <a:bodyPr/>
          <a:lstStyle/>
          <a:p>
            <a:pPr algn="ctr"/>
            <a:r>
              <a:rPr lang="en-US" dirty="0"/>
              <a:t>Processing lists</a:t>
            </a:r>
          </a:p>
        </p:txBody>
      </p:sp>
      <p:sp>
        <p:nvSpPr>
          <p:cNvPr id="4" name="Rectangle 3">
            <a:extLst>
              <a:ext uri="{FF2B5EF4-FFF2-40B4-BE49-F238E27FC236}">
                <a16:creationId xmlns:a16="http://schemas.microsoft.com/office/drawing/2014/main" id="{DA026729-CD8C-4F2F-8E35-5424266C291E}"/>
              </a:ext>
            </a:extLst>
          </p:cNvPr>
          <p:cNvSpPr/>
          <p:nvPr/>
        </p:nvSpPr>
        <p:spPr>
          <a:xfrm>
            <a:off x="1024128" y="1883126"/>
            <a:ext cx="5295990" cy="4247317"/>
          </a:xfrm>
          <a:prstGeom prst="rect">
            <a:avLst/>
          </a:prstGeom>
          <a:solidFill>
            <a:schemeClr val="bg1">
              <a:lumMod val="85000"/>
            </a:schemeClr>
          </a:solidFill>
        </p:spPr>
        <p:txBody>
          <a:bodyPr wrap="square">
            <a:spAutoFit/>
          </a:bodyPr>
          <a:lstStyle/>
          <a:p>
            <a:r>
              <a:rPr lang="en-US" dirty="0"/>
              <a:t># This program calculates the total of the values</a:t>
            </a:r>
          </a:p>
          <a:p>
            <a:r>
              <a:rPr lang="en-US" dirty="0"/>
              <a:t># in a list.</a:t>
            </a:r>
          </a:p>
          <a:p>
            <a:r>
              <a:rPr lang="en-US" dirty="0"/>
              <a:t>def main():</a:t>
            </a:r>
          </a:p>
          <a:p>
            <a:r>
              <a:rPr lang="en-US" dirty="0"/>
              <a:t># Create a list.</a:t>
            </a:r>
          </a:p>
          <a:p>
            <a:r>
              <a:rPr lang="en-US" dirty="0"/>
              <a:t>numbers = [2, 4, 6, 8, 10]</a:t>
            </a:r>
          </a:p>
          <a:p>
            <a:r>
              <a:rPr lang="en-US" dirty="0"/>
              <a:t># Create a variable to use as an accumulator.</a:t>
            </a:r>
          </a:p>
          <a:p>
            <a:r>
              <a:rPr lang="en-US" dirty="0"/>
              <a:t>total = 0</a:t>
            </a:r>
          </a:p>
          <a:p>
            <a:r>
              <a:rPr lang="en-US" dirty="0"/>
              <a:t># Calculate the total of the list elements.</a:t>
            </a:r>
          </a:p>
          <a:p>
            <a:r>
              <a:rPr lang="en-US" dirty="0"/>
              <a:t>for value in numbers:</a:t>
            </a:r>
          </a:p>
          <a:p>
            <a:r>
              <a:rPr lang="en-US" dirty="0"/>
              <a:t>total += value</a:t>
            </a:r>
          </a:p>
          <a:p>
            <a:r>
              <a:rPr lang="en-US" dirty="0"/>
              <a:t># Display the total of the list elements.</a:t>
            </a:r>
          </a:p>
          <a:p>
            <a:r>
              <a:rPr lang="en-US" dirty="0"/>
              <a:t>print(</a:t>
            </a:r>
            <a:r>
              <a:rPr lang="en-US" dirty="0" err="1"/>
              <a:t>f'The</a:t>
            </a:r>
            <a:r>
              <a:rPr lang="en-US" dirty="0"/>
              <a:t> total of the elements is {total}.')</a:t>
            </a:r>
          </a:p>
          <a:p>
            <a:r>
              <a:rPr lang="en-US" dirty="0"/>
              <a:t># Call the main function.</a:t>
            </a:r>
          </a:p>
          <a:p>
            <a:r>
              <a:rPr lang="en-US" dirty="0"/>
              <a:t>if _ _name_ _ == '_ _main_ _':</a:t>
            </a:r>
          </a:p>
          <a:p>
            <a:r>
              <a:rPr lang="en-US" dirty="0"/>
              <a:t>main()</a:t>
            </a:r>
          </a:p>
        </p:txBody>
      </p:sp>
      <p:sp>
        <p:nvSpPr>
          <p:cNvPr id="6" name="Rectangle 5">
            <a:extLst>
              <a:ext uri="{FF2B5EF4-FFF2-40B4-BE49-F238E27FC236}">
                <a16:creationId xmlns:a16="http://schemas.microsoft.com/office/drawing/2014/main" id="{DE91A5F6-9871-4F2C-A3FE-7915CF9C0E10}"/>
              </a:ext>
            </a:extLst>
          </p:cNvPr>
          <p:cNvSpPr/>
          <p:nvPr/>
        </p:nvSpPr>
        <p:spPr>
          <a:xfrm>
            <a:off x="5593977" y="3461306"/>
            <a:ext cx="3460377" cy="646331"/>
          </a:xfrm>
          <a:prstGeom prst="rect">
            <a:avLst/>
          </a:prstGeom>
          <a:solidFill>
            <a:schemeClr val="accent3">
              <a:lumMod val="40000"/>
              <a:lumOff val="60000"/>
            </a:schemeClr>
          </a:solidFill>
        </p:spPr>
        <p:txBody>
          <a:bodyPr wrap="square">
            <a:spAutoFit/>
          </a:bodyPr>
          <a:lstStyle/>
          <a:p>
            <a:r>
              <a:rPr lang="en-US" dirty="0"/>
              <a:t>Program Output</a:t>
            </a:r>
          </a:p>
          <a:p>
            <a:r>
              <a:rPr lang="en-US" dirty="0"/>
              <a:t>The total of the elements is 30.</a:t>
            </a:r>
          </a:p>
        </p:txBody>
      </p:sp>
    </p:spTree>
    <p:extLst>
      <p:ext uri="{BB962C8B-B14F-4D97-AF65-F5344CB8AC3E}">
        <p14:creationId xmlns:p14="http://schemas.microsoft.com/office/powerpoint/2010/main" val="356330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C3FAA-0D0E-49E5-98B3-EADC57F6C6E4}"/>
              </a:ext>
            </a:extLst>
          </p:cNvPr>
          <p:cNvSpPr>
            <a:spLocks noGrp="1"/>
          </p:cNvSpPr>
          <p:nvPr>
            <p:ph type="title"/>
          </p:nvPr>
        </p:nvSpPr>
        <p:spPr>
          <a:xfrm>
            <a:off x="1024128" y="154910"/>
            <a:ext cx="9720072" cy="1499616"/>
          </a:xfrm>
        </p:spPr>
        <p:txBody>
          <a:bodyPr/>
          <a:lstStyle/>
          <a:p>
            <a:pPr algn="ctr"/>
            <a:r>
              <a:rPr lang="en-US"/>
              <a:t>question</a:t>
            </a:r>
            <a:endParaRPr lang="en-US" dirty="0"/>
          </a:p>
        </p:txBody>
      </p:sp>
      <p:sp>
        <p:nvSpPr>
          <p:cNvPr id="4" name="Rectangle 3">
            <a:extLst>
              <a:ext uri="{FF2B5EF4-FFF2-40B4-BE49-F238E27FC236}">
                <a16:creationId xmlns:a16="http://schemas.microsoft.com/office/drawing/2014/main" id="{8EFCC59B-05F8-442A-82EF-5B73980BA215}"/>
              </a:ext>
            </a:extLst>
          </p:cNvPr>
          <p:cNvSpPr/>
          <p:nvPr/>
        </p:nvSpPr>
        <p:spPr>
          <a:xfrm>
            <a:off x="1024128" y="1809443"/>
            <a:ext cx="10580684" cy="4893647"/>
          </a:xfrm>
          <a:prstGeom prst="rect">
            <a:avLst/>
          </a:prstGeom>
        </p:spPr>
        <p:txBody>
          <a:bodyPr wrap="square">
            <a:spAutoFit/>
          </a:bodyPr>
          <a:lstStyle/>
          <a:p>
            <a:r>
              <a:rPr lang="en-US" sz="2400" dirty="0"/>
              <a:t>Ms. </a:t>
            </a:r>
            <a:r>
              <a:rPr lang="en-US" sz="2400" dirty="0" err="1"/>
              <a:t>Seena</a:t>
            </a:r>
            <a:r>
              <a:rPr lang="en-US" sz="2400" dirty="0"/>
              <a:t> gives a series of exams during the semester in her chemistry class. At the end of the semester, she drops each student’s lowest test score before averaging the scores. She has asked you to design a program that will read a student’s test scores as input and calculate the average with the lowest score dropped. Here is the algorithm that you developed:</a:t>
            </a:r>
          </a:p>
          <a:p>
            <a:endParaRPr lang="en-US" sz="2400" dirty="0"/>
          </a:p>
          <a:p>
            <a:pPr marL="285750" indent="-285750">
              <a:buFont typeface="Arial" panose="020B0604020202020204" pitchFamily="34" charset="0"/>
              <a:buChar char="•"/>
            </a:pPr>
            <a:r>
              <a:rPr lang="en-US" sz="2400" dirty="0"/>
              <a:t>Get the student’s test scores.</a:t>
            </a:r>
          </a:p>
          <a:p>
            <a:pPr marL="285750" indent="-285750">
              <a:buFont typeface="Arial" panose="020B0604020202020204" pitchFamily="34" charset="0"/>
              <a:buChar char="•"/>
            </a:pPr>
            <a:r>
              <a:rPr lang="en-US" sz="2400" dirty="0"/>
              <a:t>Calculate the total of the scores.</a:t>
            </a:r>
          </a:p>
          <a:p>
            <a:pPr marL="285750" indent="-285750">
              <a:buFont typeface="Arial" panose="020B0604020202020204" pitchFamily="34" charset="0"/>
              <a:buChar char="•"/>
            </a:pPr>
            <a:r>
              <a:rPr lang="en-US" sz="2400" dirty="0"/>
              <a:t>Find the lowest score.</a:t>
            </a:r>
          </a:p>
          <a:p>
            <a:pPr marL="285750" indent="-285750">
              <a:buFont typeface="Arial" panose="020B0604020202020204" pitchFamily="34" charset="0"/>
              <a:buChar char="•"/>
            </a:pPr>
            <a:r>
              <a:rPr lang="en-US" sz="2400" dirty="0"/>
              <a:t>Subtract the lowest score from the total. This gives the adjusted total.</a:t>
            </a:r>
          </a:p>
          <a:p>
            <a:pPr marL="285750" indent="-285750">
              <a:buFont typeface="Arial" panose="020B0604020202020204" pitchFamily="34" charset="0"/>
              <a:buChar char="•"/>
            </a:pPr>
            <a:r>
              <a:rPr lang="en-US" sz="2400" dirty="0"/>
              <a:t>Divide the adjusted total by 1 less than the number of test scores. This is the average.</a:t>
            </a:r>
          </a:p>
          <a:p>
            <a:pPr marL="285750" indent="-285750">
              <a:buFont typeface="Arial" panose="020B0604020202020204" pitchFamily="34" charset="0"/>
              <a:buChar char="•"/>
            </a:pPr>
            <a:r>
              <a:rPr lang="en-US" sz="2400" dirty="0"/>
              <a:t>Display the average.</a:t>
            </a:r>
          </a:p>
        </p:txBody>
      </p:sp>
    </p:spTree>
    <p:extLst>
      <p:ext uri="{BB962C8B-B14F-4D97-AF65-F5344CB8AC3E}">
        <p14:creationId xmlns:p14="http://schemas.microsoft.com/office/powerpoint/2010/main" val="2894627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8C080-DEFB-4313-8CF3-B5632FEFBB4A}"/>
              </a:ext>
            </a:extLst>
          </p:cNvPr>
          <p:cNvSpPr>
            <a:spLocks noGrp="1"/>
          </p:cNvSpPr>
          <p:nvPr>
            <p:ph type="title"/>
          </p:nvPr>
        </p:nvSpPr>
        <p:spPr>
          <a:xfrm>
            <a:off x="903105" y="536807"/>
            <a:ext cx="9720072" cy="880513"/>
          </a:xfrm>
        </p:spPr>
        <p:txBody>
          <a:bodyPr/>
          <a:lstStyle/>
          <a:p>
            <a:pPr algn="ctr"/>
            <a:r>
              <a:rPr lang="en-US" dirty="0"/>
              <a:t>List Comprehensions</a:t>
            </a:r>
          </a:p>
        </p:txBody>
      </p:sp>
      <p:sp>
        <p:nvSpPr>
          <p:cNvPr id="3" name="Content Placeholder 2">
            <a:extLst>
              <a:ext uri="{FF2B5EF4-FFF2-40B4-BE49-F238E27FC236}">
                <a16:creationId xmlns:a16="http://schemas.microsoft.com/office/drawing/2014/main" id="{1807DF31-122C-4D2A-80CB-D6B024D70BF4}"/>
              </a:ext>
            </a:extLst>
          </p:cNvPr>
          <p:cNvSpPr>
            <a:spLocks noGrp="1"/>
          </p:cNvSpPr>
          <p:nvPr>
            <p:ph idx="1"/>
          </p:nvPr>
        </p:nvSpPr>
        <p:spPr>
          <a:xfrm>
            <a:off x="1104810" y="1592132"/>
            <a:ext cx="9720073" cy="1003151"/>
          </a:xfrm>
        </p:spPr>
        <p:txBody>
          <a:bodyPr/>
          <a:lstStyle/>
          <a:p>
            <a:r>
              <a:rPr lang="en-US" dirty="0"/>
              <a:t>A list comprehension is a concise expression that creates a new list by iterating over the elements of an existing list.</a:t>
            </a:r>
          </a:p>
        </p:txBody>
      </p:sp>
      <p:sp>
        <p:nvSpPr>
          <p:cNvPr id="4" name="Rectangle 3">
            <a:extLst>
              <a:ext uri="{FF2B5EF4-FFF2-40B4-BE49-F238E27FC236}">
                <a16:creationId xmlns:a16="http://schemas.microsoft.com/office/drawing/2014/main" id="{DD390686-C077-4432-B7FB-7474F4C2A5B6}"/>
              </a:ext>
            </a:extLst>
          </p:cNvPr>
          <p:cNvSpPr/>
          <p:nvPr/>
        </p:nvSpPr>
        <p:spPr>
          <a:xfrm>
            <a:off x="1104810" y="2351782"/>
            <a:ext cx="10284849" cy="2154436"/>
          </a:xfrm>
          <a:prstGeom prst="rect">
            <a:avLst/>
          </a:prstGeom>
        </p:spPr>
        <p:txBody>
          <a:bodyPr wrap="square">
            <a:spAutoFit/>
          </a:bodyPr>
          <a:lstStyle/>
          <a:p>
            <a:r>
              <a:rPr lang="en-US" sz="2000" dirty="0"/>
              <a:t>list1 = [1, 2, 3, 4]</a:t>
            </a:r>
          </a:p>
          <a:p>
            <a:r>
              <a:rPr lang="en-US" sz="2000" dirty="0"/>
              <a:t>list2 = []</a:t>
            </a:r>
          </a:p>
          <a:p>
            <a:r>
              <a:rPr lang="en-US" sz="2000" dirty="0"/>
              <a:t>for item in list1:</a:t>
            </a:r>
          </a:p>
          <a:p>
            <a:r>
              <a:rPr lang="en-US" sz="2000" dirty="0"/>
              <a:t>list2.append(item)</a:t>
            </a:r>
          </a:p>
          <a:p>
            <a:endParaRPr lang="en-US" dirty="0"/>
          </a:p>
          <a:p>
            <a:r>
              <a:rPr lang="en-US" dirty="0"/>
              <a:t>In this code, each time the loop iterates, it appends an element of list1 to list2. After this code executes, list2 will reference a copy of list1.</a:t>
            </a:r>
          </a:p>
        </p:txBody>
      </p:sp>
      <p:pic>
        <p:nvPicPr>
          <p:cNvPr id="5" name="Picture 4">
            <a:extLst>
              <a:ext uri="{FF2B5EF4-FFF2-40B4-BE49-F238E27FC236}">
                <a16:creationId xmlns:a16="http://schemas.microsoft.com/office/drawing/2014/main" id="{B616F358-9074-4174-B6A8-1004B581EB3F}"/>
              </a:ext>
            </a:extLst>
          </p:cNvPr>
          <p:cNvPicPr>
            <a:picLocks noChangeAspect="1"/>
          </p:cNvPicPr>
          <p:nvPr/>
        </p:nvPicPr>
        <p:blipFill>
          <a:blip r:embed="rId2"/>
          <a:stretch>
            <a:fillRect/>
          </a:stretch>
        </p:blipFill>
        <p:spPr>
          <a:xfrm>
            <a:off x="1758368" y="4728579"/>
            <a:ext cx="3553249" cy="1241913"/>
          </a:xfrm>
          <a:prstGeom prst="rect">
            <a:avLst/>
          </a:prstGeom>
        </p:spPr>
      </p:pic>
      <p:sp>
        <p:nvSpPr>
          <p:cNvPr id="6" name="Rectangle 5">
            <a:extLst>
              <a:ext uri="{FF2B5EF4-FFF2-40B4-BE49-F238E27FC236}">
                <a16:creationId xmlns:a16="http://schemas.microsoft.com/office/drawing/2014/main" id="{9AE4C2B8-2E93-476A-8C27-86C209346A94}"/>
              </a:ext>
            </a:extLst>
          </p:cNvPr>
          <p:cNvSpPr/>
          <p:nvPr/>
        </p:nvSpPr>
        <p:spPr>
          <a:xfrm>
            <a:off x="5763141" y="4168588"/>
            <a:ext cx="5768788" cy="2585323"/>
          </a:xfrm>
          <a:prstGeom prst="rect">
            <a:avLst/>
          </a:prstGeom>
          <a:solidFill>
            <a:srgbClr val="FFCCFF"/>
          </a:solidFill>
        </p:spPr>
        <p:txBody>
          <a:bodyPr wrap="square">
            <a:spAutoFit/>
          </a:bodyPr>
          <a:lstStyle/>
          <a:p>
            <a:r>
              <a:rPr lang="en-US" dirty="0"/>
              <a:t>list1 = [1, 2, 3, 4]</a:t>
            </a:r>
          </a:p>
          <a:p>
            <a:r>
              <a:rPr lang="en-US" dirty="0"/>
              <a:t>list2 = []</a:t>
            </a:r>
          </a:p>
          <a:p>
            <a:r>
              <a:rPr lang="en-US" dirty="0"/>
              <a:t>for item in list1:</a:t>
            </a:r>
          </a:p>
          <a:p>
            <a:r>
              <a:rPr lang="en-US" dirty="0"/>
              <a:t>list2.append(item**2)</a:t>
            </a:r>
          </a:p>
          <a:p>
            <a:endParaRPr lang="en-US" dirty="0"/>
          </a:p>
          <a:p>
            <a:r>
              <a:rPr lang="en-US" dirty="0"/>
              <a:t>The following code shows how the same operation can be performed with a list comprehension:</a:t>
            </a:r>
          </a:p>
          <a:p>
            <a:r>
              <a:rPr lang="en-US" dirty="0"/>
              <a:t>list1 = [1, 2, 3, 4]</a:t>
            </a:r>
          </a:p>
          <a:p>
            <a:r>
              <a:rPr lang="en-US" dirty="0"/>
              <a:t>list2 = [item**2 for item in list1]</a:t>
            </a:r>
          </a:p>
        </p:txBody>
      </p:sp>
      <p:sp>
        <p:nvSpPr>
          <p:cNvPr id="7" name="Rectangle 6">
            <a:extLst>
              <a:ext uri="{FF2B5EF4-FFF2-40B4-BE49-F238E27FC236}">
                <a16:creationId xmlns:a16="http://schemas.microsoft.com/office/drawing/2014/main" id="{6054BF86-EF26-4F0A-9BE4-DA89FB904F77}"/>
              </a:ext>
            </a:extLst>
          </p:cNvPr>
          <p:cNvSpPr/>
          <p:nvPr/>
        </p:nvSpPr>
        <p:spPr>
          <a:xfrm>
            <a:off x="7753138" y="4543913"/>
            <a:ext cx="3778791" cy="369332"/>
          </a:xfrm>
          <a:prstGeom prst="rect">
            <a:avLst/>
          </a:prstGeom>
          <a:solidFill>
            <a:srgbClr val="66CCFF"/>
          </a:solidFill>
        </p:spPr>
        <p:txBody>
          <a:bodyPr wrap="none">
            <a:spAutoFit/>
          </a:bodyPr>
          <a:lstStyle/>
          <a:p>
            <a:r>
              <a:rPr lang="en-US" dirty="0"/>
              <a:t>list2 will contain the values [1, 4, 9, 16]</a:t>
            </a:r>
          </a:p>
        </p:txBody>
      </p:sp>
    </p:spTree>
    <p:extLst>
      <p:ext uri="{BB962C8B-B14F-4D97-AF65-F5344CB8AC3E}">
        <p14:creationId xmlns:p14="http://schemas.microsoft.com/office/powerpoint/2010/main" val="94890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46472-0FEC-4CBF-B4A5-7DB4E4605F21}"/>
              </a:ext>
            </a:extLst>
          </p:cNvPr>
          <p:cNvSpPr>
            <a:spLocks noGrp="1"/>
          </p:cNvSpPr>
          <p:nvPr>
            <p:ph type="title"/>
          </p:nvPr>
        </p:nvSpPr>
        <p:spPr>
          <a:xfrm>
            <a:off x="1024127" y="275934"/>
            <a:ext cx="9720072" cy="1162902"/>
          </a:xfrm>
        </p:spPr>
        <p:txBody>
          <a:bodyPr/>
          <a:lstStyle/>
          <a:p>
            <a:pPr algn="ctr"/>
            <a:r>
              <a:rPr lang="en-US" dirty="0"/>
              <a:t>Two-Dimensional Lists</a:t>
            </a:r>
          </a:p>
        </p:txBody>
      </p:sp>
      <p:sp>
        <p:nvSpPr>
          <p:cNvPr id="3" name="Content Placeholder 2">
            <a:extLst>
              <a:ext uri="{FF2B5EF4-FFF2-40B4-BE49-F238E27FC236}">
                <a16:creationId xmlns:a16="http://schemas.microsoft.com/office/drawing/2014/main" id="{1D0FFBE9-D405-43CA-ABD3-ACD2F51CAB25}"/>
              </a:ext>
            </a:extLst>
          </p:cNvPr>
          <p:cNvSpPr>
            <a:spLocks noGrp="1"/>
          </p:cNvSpPr>
          <p:nvPr>
            <p:ph idx="1"/>
          </p:nvPr>
        </p:nvSpPr>
        <p:spPr>
          <a:xfrm>
            <a:off x="1235963" y="1301313"/>
            <a:ext cx="9720073" cy="820271"/>
          </a:xfrm>
        </p:spPr>
        <p:txBody>
          <a:bodyPr/>
          <a:lstStyle/>
          <a:p>
            <a:r>
              <a:rPr lang="en-US" dirty="0"/>
              <a:t>A two-dimensional list is a list that has other lists as its elements.</a:t>
            </a:r>
          </a:p>
        </p:txBody>
      </p:sp>
      <p:sp>
        <p:nvSpPr>
          <p:cNvPr id="4" name="Rectangle 3">
            <a:extLst>
              <a:ext uri="{FF2B5EF4-FFF2-40B4-BE49-F238E27FC236}">
                <a16:creationId xmlns:a16="http://schemas.microsoft.com/office/drawing/2014/main" id="{6CC10962-DC99-4333-B2FD-527BD8D596DE}"/>
              </a:ext>
            </a:extLst>
          </p:cNvPr>
          <p:cNvSpPr/>
          <p:nvPr/>
        </p:nvSpPr>
        <p:spPr>
          <a:xfrm>
            <a:off x="1629245" y="2000911"/>
            <a:ext cx="6096000" cy="4524315"/>
          </a:xfrm>
          <a:prstGeom prst="rect">
            <a:avLst/>
          </a:prstGeom>
          <a:solidFill>
            <a:srgbClr val="99FF99"/>
          </a:solidFill>
        </p:spPr>
        <p:txBody>
          <a:bodyPr>
            <a:spAutoFit/>
          </a:bodyPr>
          <a:lstStyle/>
          <a:p>
            <a:r>
              <a:rPr lang="en-US" dirty="0"/>
              <a:t> 1 # This program demonstrates a two-dimensional list.</a:t>
            </a:r>
          </a:p>
          <a:p>
            <a:r>
              <a:rPr lang="en-US" dirty="0"/>
              <a:t> 2 </a:t>
            </a:r>
          </a:p>
          <a:p>
            <a:r>
              <a:rPr lang="en-US" dirty="0"/>
              <a:t> 3 def main():</a:t>
            </a:r>
          </a:p>
          <a:p>
            <a:r>
              <a:rPr lang="en-US" dirty="0"/>
              <a:t> 4 # Create a two-dimensional list.</a:t>
            </a:r>
          </a:p>
          <a:p>
            <a:r>
              <a:rPr lang="en-US" dirty="0"/>
              <a:t> 5 values = [[1, 2, 3],</a:t>
            </a:r>
          </a:p>
          <a:p>
            <a:r>
              <a:rPr lang="en-US" dirty="0"/>
              <a:t> 6              [10, 20, 30],</a:t>
            </a:r>
          </a:p>
          <a:p>
            <a:r>
              <a:rPr lang="en-US" dirty="0"/>
              <a:t> 7              [100, 200, 300]]</a:t>
            </a:r>
          </a:p>
          <a:p>
            <a:r>
              <a:rPr lang="en-US" dirty="0"/>
              <a:t> 8 </a:t>
            </a:r>
          </a:p>
          <a:p>
            <a:r>
              <a:rPr lang="en-US" dirty="0"/>
              <a:t> 9 # Display the list elements.</a:t>
            </a:r>
          </a:p>
          <a:p>
            <a:r>
              <a:rPr lang="en-US" dirty="0"/>
              <a:t>10 for row in values:</a:t>
            </a:r>
          </a:p>
          <a:p>
            <a:r>
              <a:rPr lang="en-US" dirty="0"/>
              <a:t>11 for element in row:</a:t>
            </a:r>
          </a:p>
          <a:p>
            <a:r>
              <a:rPr lang="en-US" dirty="0"/>
              <a:t>12 print(element)</a:t>
            </a:r>
          </a:p>
          <a:p>
            <a:r>
              <a:rPr lang="en-US" dirty="0"/>
              <a:t>13 </a:t>
            </a:r>
          </a:p>
          <a:p>
            <a:r>
              <a:rPr lang="en-US" dirty="0"/>
              <a:t>14 # Call the main function.</a:t>
            </a:r>
          </a:p>
          <a:p>
            <a:r>
              <a:rPr lang="en-US" dirty="0"/>
              <a:t>15 if _ _name_ _ == '_ _main_ _':</a:t>
            </a:r>
          </a:p>
          <a:p>
            <a:r>
              <a:rPr lang="en-US" dirty="0"/>
              <a:t>16 main()</a:t>
            </a:r>
          </a:p>
        </p:txBody>
      </p:sp>
      <p:sp>
        <p:nvSpPr>
          <p:cNvPr id="6" name="Rectangle 5">
            <a:extLst>
              <a:ext uri="{FF2B5EF4-FFF2-40B4-BE49-F238E27FC236}">
                <a16:creationId xmlns:a16="http://schemas.microsoft.com/office/drawing/2014/main" id="{6C4C6C34-08D9-4A0A-A5C7-B9EDE6723D02}"/>
              </a:ext>
            </a:extLst>
          </p:cNvPr>
          <p:cNvSpPr/>
          <p:nvPr/>
        </p:nvSpPr>
        <p:spPr>
          <a:xfrm>
            <a:off x="6260590" y="3146963"/>
            <a:ext cx="3520980" cy="2862322"/>
          </a:xfrm>
          <a:prstGeom prst="rect">
            <a:avLst/>
          </a:prstGeom>
          <a:solidFill>
            <a:schemeClr val="accent6">
              <a:lumMod val="20000"/>
              <a:lumOff val="80000"/>
            </a:schemeClr>
          </a:solidFill>
        </p:spPr>
        <p:txBody>
          <a:bodyPr wrap="square">
            <a:spAutoFit/>
          </a:bodyPr>
          <a:lstStyle/>
          <a:p>
            <a:r>
              <a:rPr lang="pt-BR" dirty="0"/>
              <a:t>Program Output</a:t>
            </a:r>
          </a:p>
          <a:p>
            <a:r>
              <a:rPr lang="pt-BR" dirty="0"/>
              <a:t>1</a:t>
            </a:r>
          </a:p>
          <a:p>
            <a:r>
              <a:rPr lang="pt-BR" dirty="0"/>
              <a:t>2</a:t>
            </a:r>
          </a:p>
          <a:p>
            <a:r>
              <a:rPr lang="pt-BR" dirty="0"/>
              <a:t>3</a:t>
            </a:r>
          </a:p>
          <a:p>
            <a:r>
              <a:rPr lang="pt-BR" dirty="0"/>
              <a:t>10</a:t>
            </a:r>
          </a:p>
          <a:p>
            <a:r>
              <a:rPr lang="pt-BR" dirty="0"/>
              <a:t>20</a:t>
            </a:r>
          </a:p>
          <a:p>
            <a:r>
              <a:rPr lang="pt-BR" dirty="0"/>
              <a:t>30</a:t>
            </a:r>
          </a:p>
          <a:p>
            <a:r>
              <a:rPr lang="pt-BR" dirty="0"/>
              <a:t>100</a:t>
            </a:r>
          </a:p>
          <a:p>
            <a:r>
              <a:rPr lang="pt-BR" dirty="0"/>
              <a:t>200</a:t>
            </a:r>
          </a:p>
          <a:p>
            <a:r>
              <a:rPr lang="pt-BR" dirty="0"/>
              <a:t>300</a:t>
            </a:r>
            <a:endParaRPr lang="en-US" dirty="0"/>
          </a:p>
        </p:txBody>
      </p:sp>
    </p:spTree>
    <p:extLst>
      <p:ext uri="{BB962C8B-B14F-4D97-AF65-F5344CB8AC3E}">
        <p14:creationId xmlns:p14="http://schemas.microsoft.com/office/powerpoint/2010/main" val="2334473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DA4E1C-0633-431C-AE21-AB1FB53853F9}"/>
              </a:ext>
            </a:extLst>
          </p:cNvPr>
          <p:cNvSpPr/>
          <p:nvPr/>
        </p:nvSpPr>
        <p:spPr>
          <a:xfrm>
            <a:off x="1084728" y="-79653"/>
            <a:ext cx="6364941" cy="7017306"/>
          </a:xfrm>
          <a:prstGeom prst="rect">
            <a:avLst/>
          </a:prstGeom>
          <a:solidFill>
            <a:schemeClr val="accent4">
              <a:lumMod val="20000"/>
              <a:lumOff val="80000"/>
            </a:schemeClr>
          </a:solidFill>
        </p:spPr>
        <p:txBody>
          <a:bodyPr wrap="square">
            <a:spAutoFit/>
          </a:bodyPr>
          <a:lstStyle/>
          <a:p>
            <a:r>
              <a:rPr lang="en-US" dirty="0"/>
              <a:t> 1 # This program assigns random numbers to</a:t>
            </a:r>
          </a:p>
          <a:p>
            <a:r>
              <a:rPr lang="en-US" dirty="0"/>
              <a:t> 2 # a two-dimensional list.</a:t>
            </a:r>
          </a:p>
          <a:p>
            <a:r>
              <a:rPr lang="en-US" dirty="0"/>
              <a:t> 3 import random</a:t>
            </a:r>
          </a:p>
          <a:p>
            <a:r>
              <a:rPr lang="en-US" dirty="0"/>
              <a:t> 4</a:t>
            </a:r>
          </a:p>
          <a:p>
            <a:r>
              <a:rPr lang="en-US" dirty="0"/>
              <a:t> 5 # Constants for rows and columns</a:t>
            </a:r>
          </a:p>
          <a:p>
            <a:r>
              <a:rPr lang="en-US" dirty="0"/>
              <a:t> 6 ROWS = 3</a:t>
            </a:r>
          </a:p>
          <a:p>
            <a:r>
              <a:rPr lang="en-US" dirty="0"/>
              <a:t> 7 COLS = 4</a:t>
            </a:r>
          </a:p>
          <a:p>
            <a:r>
              <a:rPr lang="en-US" dirty="0"/>
              <a:t> 8</a:t>
            </a:r>
          </a:p>
          <a:p>
            <a:r>
              <a:rPr lang="en-US" dirty="0"/>
              <a:t> 9 def main():</a:t>
            </a:r>
          </a:p>
          <a:p>
            <a:r>
              <a:rPr lang="en-US" dirty="0"/>
              <a:t>10 # Create a two-dimensional list.</a:t>
            </a:r>
          </a:p>
          <a:p>
            <a:r>
              <a:rPr lang="en-US" dirty="0"/>
              <a:t>11 values = [[0, 0, 0, 0],</a:t>
            </a:r>
          </a:p>
          <a:p>
            <a:r>
              <a:rPr lang="en-US" dirty="0"/>
              <a:t>12              [0, 0, 0, 0],</a:t>
            </a:r>
          </a:p>
          <a:p>
            <a:r>
              <a:rPr lang="en-US" dirty="0"/>
              <a:t>13              [0, 0, 0, 0]]</a:t>
            </a:r>
          </a:p>
          <a:p>
            <a:r>
              <a:rPr lang="en-US" dirty="0"/>
              <a:t>14</a:t>
            </a:r>
          </a:p>
          <a:p>
            <a:r>
              <a:rPr lang="en-US" dirty="0"/>
              <a:t>15 # Fill the list with random numbers.</a:t>
            </a:r>
          </a:p>
          <a:p>
            <a:r>
              <a:rPr lang="en-US" dirty="0"/>
              <a:t>16 for r in range(ROWS):</a:t>
            </a:r>
          </a:p>
          <a:p>
            <a:r>
              <a:rPr lang="en-US" dirty="0"/>
              <a:t>17 for c in range(COLS):</a:t>
            </a:r>
          </a:p>
          <a:p>
            <a:r>
              <a:rPr lang="en-US" dirty="0"/>
              <a:t>18 values[r][c] = </a:t>
            </a:r>
            <a:r>
              <a:rPr lang="en-US" dirty="0" err="1"/>
              <a:t>random.randint</a:t>
            </a:r>
            <a:r>
              <a:rPr lang="en-US" dirty="0"/>
              <a:t>(1, 100)</a:t>
            </a:r>
          </a:p>
          <a:p>
            <a:r>
              <a:rPr lang="en-US" dirty="0"/>
              <a:t>19</a:t>
            </a:r>
          </a:p>
          <a:p>
            <a:r>
              <a:rPr lang="en-US" dirty="0"/>
              <a:t>20 # Display the random numbers.</a:t>
            </a:r>
          </a:p>
          <a:p>
            <a:r>
              <a:rPr lang="en-US" dirty="0"/>
              <a:t>21 print(values)</a:t>
            </a:r>
          </a:p>
          <a:p>
            <a:r>
              <a:rPr lang="en-US" dirty="0"/>
              <a:t>22</a:t>
            </a:r>
          </a:p>
          <a:p>
            <a:r>
              <a:rPr lang="en-US" dirty="0"/>
              <a:t>23 # Call the main function.</a:t>
            </a:r>
          </a:p>
          <a:p>
            <a:r>
              <a:rPr lang="en-US" dirty="0"/>
              <a:t>24 if _ _name_ _ == '_ _main_ _':</a:t>
            </a:r>
          </a:p>
          <a:p>
            <a:r>
              <a:rPr lang="en-US" dirty="0"/>
              <a:t>25 main()</a:t>
            </a:r>
          </a:p>
        </p:txBody>
      </p:sp>
      <p:sp>
        <p:nvSpPr>
          <p:cNvPr id="7" name="Rectangle 6">
            <a:extLst>
              <a:ext uri="{FF2B5EF4-FFF2-40B4-BE49-F238E27FC236}">
                <a16:creationId xmlns:a16="http://schemas.microsoft.com/office/drawing/2014/main" id="{78305D6D-C433-48AA-8007-6B61838DC7D8}"/>
              </a:ext>
            </a:extLst>
          </p:cNvPr>
          <p:cNvSpPr/>
          <p:nvPr/>
        </p:nvSpPr>
        <p:spPr>
          <a:xfrm>
            <a:off x="5011272" y="3240305"/>
            <a:ext cx="6096000" cy="646331"/>
          </a:xfrm>
          <a:prstGeom prst="rect">
            <a:avLst/>
          </a:prstGeom>
          <a:solidFill>
            <a:schemeClr val="accent1">
              <a:lumMod val="40000"/>
              <a:lumOff val="60000"/>
            </a:schemeClr>
          </a:solidFill>
        </p:spPr>
        <p:txBody>
          <a:bodyPr>
            <a:spAutoFit/>
          </a:bodyPr>
          <a:lstStyle/>
          <a:p>
            <a:r>
              <a:rPr lang="pt-BR" dirty="0"/>
              <a:t>Program Output</a:t>
            </a:r>
          </a:p>
          <a:p>
            <a:r>
              <a:rPr lang="pt-BR" dirty="0"/>
              <a:t>[[4, 17, 34, 24], [46, 21, 54, 10], [54, 92, 20, 100]]</a:t>
            </a:r>
            <a:endParaRPr lang="en-US" dirty="0"/>
          </a:p>
        </p:txBody>
      </p:sp>
    </p:spTree>
    <p:extLst>
      <p:ext uri="{BB962C8B-B14F-4D97-AF65-F5344CB8AC3E}">
        <p14:creationId xmlns:p14="http://schemas.microsoft.com/office/powerpoint/2010/main" val="1316164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D3C96-4C89-4F84-8A79-4FF483CD0AA2}"/>
              </a:ext>
            </a:extLst>
          </p:cNvPr>
          <p:cNvSpPr>
            <a:spLocks noGrp="1"/>
          </p:cNvSpPr>
          <p:nvPr>
            <p:ph type="title"/>
          </p:nvPr>
        </p:nvSpPr>
        <p:spPr>
          <a:xfrm>
            <a:off x="1024129" y="249040"/>
            <a:ext cx="9720072" cy="934301"/>
          </a:xfrm>
        </p:spPr>
        <p:txBody>
          <a:bodyPr/>
          <a:lstStyle/>
          <a:p>
            <a:pPr algn="ctr"/>
            <a:r>
              <a:rPr lang="en-US" dirty="0"/>
              <a:t>Tuples</a:t>
            </a:r>
          </a:p>
        </p:txBody>
      </p:sp>
      <p:sp>
        <p:nvSpPr>
          <p:cNvPr id="3" name="Content Placeholder 2">
            <a:extLst>
              <a:ext uri="{FF2B5EF4-FFF2-40B4-BE49-F238E27FC236}">
                <a16:creationId xmlns:a16="http://schemas.microsoft.com/office/drawing/2014/main" id="{C36F7FFE-89FD-4284-860F-6BE903F713E6}"/>
              </a:ext>
            </a:extLst>
          </p:cNvPr>
          <p:cNvSpPr>
            <a:spLocks noGrp="1"/>
          </p:cNvSpPr>
          <p:nvPr>
            <p:ph idx="1"/>
          </p:nvPr>
        </p:nvSpPr>
        <p:spPr>
          <a:xfrm>
            <a:off x="1235963" y="1653988"/>
            <a:ext cx="9720073" cy="4023360"/>
          </a:xfrm>
        </p:spPr>
        <p:txBody>
          <a:bodyPr/>
          <a:lstStyle/>
          <a:p>
            <a:r>
              <a:rPr lang="en-US" dirty="0"/>
              <a:t>A tuple is an immutable sequence, which means that its contents cannot be changed.</a:t>
            </a:r>
          </a:p>
        </p:txBody>
      </p:sp>
      <p:sp>
        <p:nvSpPr>
          <p:cNvPr id="4" name="Rectangle 3">
            <a:extLst>
              <a:ext uri="{FF2B5EF4-FFF2-40B4-BE49-F238E27FC236}">
                <a16:creationId xmlns:a16="http://schemas.microsoft.com/office/drawing/2014/main" id="{60418F8D-6B03-456D-B7E1-CC45FA4023D2}"/>
              </a:ext>
            </a:extLst>
          </p:cNvPr>
          <p:cNvSpPr/>
          <p:nvPr/>
        </p:nvSpPr>
        <p:spPr>
          <a:xfrm>
            <a:off x="3048000" y="2967335"/>
            <a:ext cx="6096000" cy="923330"/>
          </a:xfrm>
          <a:prstGeom prst="rect">
            <a:avLst/>
          </a:prstGeom>
        </p:spPr>
        <p:txBody>
          <a:bodyPr>
            <a:spAutoFit/>
          </a:bodyPr>
          <a:lstStyle/>
          <a:p>
            <a:r>
              <a:rPr lang="en-US" dirty="0"/>
              <a:t>&gt;&gt;&gt; </a:t>
            </a:r>
            <a:r>
              <a:rPr lang="en-US" dirty="0" err="1"/>
              <a:t>my_tuple</a:t>
            </a:r>
            <a:r>
              <a:rPr lang="en-US" dirty="0"/>
              <a:t> = (1, 2, 3, 4, 5) Enter</a:t>
            </a:r>
          </a:p>
          <a:p>
            <a:r>
              <a:rPr lang="en-US" dirty="0"/>
              <a:t>&gt;&gt;&gt; print(</a:t>
            </a:r>
            <a:r>
              <a:rPr lang="en-US" dirty="0" err="1"/>
              <a:t>my_tuple</a:t>
            </a:r>
            <a:r>
              <a:rPr lang="en-US" dirty="0"/>
              <a:t>) Enter</a:t>
            </a:r>
          </a:p>
          <a:p>
            <a:r>
              <a:rPr lang="en-US" dirty="0"/>
              <a:t>(1, 2, 3, 4, 5)</a:t>
            </a:r>
          </a:p>
        </p:txBody>
      </p:sp>
    </p:spTree>
    <p:extLst>
      <p:ext uri="{BB962C8B-B14F-4D97-AF65-F5344CB8AC3E}">
        <p14:creationId xmlns:p14="http://schemas.microsoft.com/office/powerpoint/2010/main" val="406769733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29F68FFC-748B-4FC3-BF39-7F84A6D5840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58ABB186A85454283779F1D5AC4F082" ma:contentTypeVersion="9" ma:contentTypeDescription="Create a new document." ma:contentTypeScope="" ma:versionID="1583c6d60e1d6fc869d40f5e29b18f89">
  <xsd:schema xmlns:xsd="http://www.w3.org/2001/XMLSchema" xmlns:xs="http://www.w3.org/2001/XMLSchema" xmlns:p="http://schemas.microsoft.com/office/2006/metadata/properties" xmlns:ns3="5e421343-59c8-40ef-9ea1-ece5ea67b612" targetNamespace="http://schemas.microsoft.com/office/2006/metadata/properties" ma:root="true" ma:fieldsID="9e04e0dd77756da3005a42894ade9327" ns3:_="">
    <xsd:import namespace="5e421343-59c8-40ef-9ea1-ece5ea67b612"/>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21343-59c8-40ef-9ea1-ece5ea67b6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6348BB-5B60-4745-89B6-B3545B0555EB}">
  <ds:schemaRefs>
    <ds:schemaRef ds:uri="http://purl.org/dc/dcmitype/"/>
    <ds:schemaRef ds:uri="http://schemas.microsoft.com/office/2006/documentManagement/types"/>
    <ds:schemaRef ds:uri="http://purl.org/dc/elements/1.1/"/>
    <ds:schemaRef ds:uri="5e421343-59c8-40ef-9ea1-ece5ea67b612"/>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875616A9-219A-441B-9EED-9160ED2531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21343-59c8-40ef-9ea1-ece5ea67b6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655C04E-2E03-487A-91C9-C9A40A516A6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Integral</Template>
  <TotalTime>417</TotalTime>
  <Words>2284</Words>
  <Application>Microsoft Office PowerPoint</Application>
  <PresentationFormat>Widescreen</PresentationFormat>
  <Paragraphs>308</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Tw Cen MT</vt:lpstr>
      <vt:lpstr>Tw Cen MT Condensed</vt:lpstr>
      <vt:lpstr>Wingdings</vt:lpstr>
      <vt:lpstr>Wingdings 3</vt:lpstr>
      <vt:lpstr>Integral</vt:lpstr>
      <vt:lpstr>TOPIC 8: Lists and Tuples</vt:lpstr>
      <vt:lpstr>CONTENTS</vt:lpstr>
      <vt:lpstr>Sequences</vt:lpstr>
      <vt:lpstr>The Repetition Operator</vt:lpstr>
      <vt:lpstr>Iterating over a List with the for Loop</vt:lpstr>
      <vt:lpstr>PowerPoint Presentation</vt:lpstr>
      <vt:lpstr>PowerPoint Presentation</vt:lpstr>
      <vt:lpstr>List Slicing</vt:lpstr>
      <vt:lpstr>Finding Items in Lists with the in Operator</vt:lpstr>
      <vt:lpstr>List Methods and Useful Built-in Functions</vt:lpstr>
      <vt:lpstr>PowerPoint Presentation</vt:lpstr>
      <vt:lpstr>Copying Lists</vt:lpstr>
      <vt:lpstr>Processing lists</vt:lpstr>
      <vt:lpstr>question</vt:lpstr>
      <vt:lpstr>List Comprehensions</vt:lpstr>
      <vt:lpstr>Two-Dimensional Lists</vt:lpstr>
      <vt:lpstr>PowerPoint Presentation</vt:lpstr>
      <vt:lpstr>Tuples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8: Lists and Tuples</dc:title>
  <dc:creator>Navitha A/P. Gunalan</dc:creator>
  <cp:lastModifiedBy>Navitha A/P. Gunalan</cp:lastModifiedBy>
  <cp:revision>22</cp:revision>
  <dcterms:created xsi:type="dcterms:W3CDTF">2023-10-16T15:02:11Z</dcterms:created>
  <dcterms:modified xsi:type="dcterms:W3CDTF">2023-10-20T06:33:24Z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0x010100958ABB186A85454283779F1D5AC4F082</vt:lpwstr>
  </property>
</Properties>
</file>