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  <p:sldId id="257" r:id="rId6"/>
    <p:sldId id="258" r:id="rId7"/>
    <p:sldId id="259" r:id="rId8"/>
    <p:sldId id="260" r:id="rId9"/>
    <p:sldId id="264" r:id="rId10"/>
    <p:sldId id="261" r:id="rId11"/>
    <p:sldId id="262" r:id="rId12"/>
    <p:sldId id="263" r:id="rId13"/>
    <p:sldId id="265" r:id="rId14"/>
    <p:sldId id="266" r:id="rId15"/>
    <p:sldId id="267" r:id="rId16"/>
    <p:sldId id="268" r:id="rId17"/>
    <p:sldId id="273" r:id="rId18"/>
    <p:sldId id="274" r:id="rId19"/>
    <p:sldId id="269" r:id="rId20"/>
    <p:sldId id="271" r:id="rId21"/>
    <p:sldId id="270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66" y="-51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tha A/P. Gunalan" userId="ea7bfe52-eb47-41e4-a145-3fc04b43606e" providerId="ADAL" clId="{15968252-D9AB-404E-99BD-28C309F783B1}"/>
    <pc:docChg chg="undo custSel addSld modSld sldOrd">
      <pc:chgData name="Navitha A/P. Gunalan" userId="ea7bfe52-eb47-41e4-a145-3fc04b43606e" providerId="ADAL" clId="{15968252-D9AB-404E-99BD-28C309F783B1}" dt="2023-09-22T06:10:50.236" v="434" actId="14100"/>
      <pc:docMkLst>
        <pc:docMk/>
      </pc:docMkLst>
      <pc:sldChg chg="addSp delSp modSp add ord">
        <pc:chgData name="Navitha A/P. Gunalan" userId="ea7bfe52-eb47-41e4-a145-3fc04b43606e" providerId="ADAL" clId="{15968252-D9AB-404E-99BD-28C309F783B1}" dt="2023-09-19T03:31:00.113" v="6"/>
        <pc:sldMkLst>
          <pc:docMk/>
          <pc:sldMk cId="1127595671" sldId="264"/>
        </pc:sldMkLst>
        <pc:spChg chg="del">
          <ac:chgData name="Navitha A/P. Gunalan" userId="ea7bfe52-eb47-41e4-a145-3fc04b43606e" providerId="ADAL" clId="{15968252-D9AB-404E-99BD-28C309F783B1}" dt="2023-09-19T03:30:09.034" v="1"/>
          <ac:spMkLst>
            <pc:docMk/>
            <pc:sldMk cId="1127595671" sldId="264"/>
            <ac:spMk id="3" creationId="{9D5CAB9E-859B-4949-AFCE-04E304957833}"/>
          </ac:spMkLst>
        </pc:spChg>
        <pc:picChg chg="add mod">
          <ac:chgData name="Navitha A/P. Gunalan" userId="ea7bfe52-eb47-41e4-a145-3fc04b43606e" providerId="ADAL" clId="{15968252-D9AB-404E-99BD-28C309F783B1}" dt="2023-09-19T03:30:18.991" v="5" actId="14100"/>
          <ac:picMkLst>
            <pc:docMk/>
            <pc:sldMk cId="1127595671" sldId="264"/>
            <ac:picMk id="1026" creationId="{A16E0C1D-24E9-48A8-8799-ECF5E12D15E2}"/>
          </ac:picMkLst>
        </pc:picChg>
      </pc:sldChg>
      <pc:sldChg chg="addSp delSp modSp add">
        <pc:chgData name="Navitha A/P. Gunalan" userId="ea7bfe52-eb47-41e4-a145-3fc04b43606e" providerId="ADAL" clId="{15968252-D9AB-404E-99BD-28C309F783B1}" dt="2023-09-21T16:01:35.448" v="85" actId="1076"/>
        <pc:sldMkLst>
          <pc:docMk/>
          <pc:sldMk cId="1817973132" sldId="265"/>
        </pc:sldMkLst>
        <pc:spChg chg="mod">
          <ac:chgData name="Navitha A/P. Gunalan" userId="ea7bfe52-eb47-41e4-a145-3fc04b43606e" providerId="ADAL" clId="{15968252-D9AB-404E-99BD-28C309F783B1}" dt="2023-09-21T15:49:08.653" v="36" actId="120"/>
          <ac:spMkLst>
            <pc:docMk/>
            <pc:sldMk cId="1817973132" sldId="265"/>
            <ac:spMk id="2" creationId="{9ADC89F0-F684-4D37-AE76-B9C263815B18}"/>
          </ac:spMkLst>
        </pc:spChg>
        <pc:spChg chg="mod">
          <ac:chgData name="Navitha A/P. Gunalan" userId="ea7bfe52-eb47-41e4-a145-3fc04b43606e" providerId="ADAL" clId="{15968252-D9AB-404E-99BD-28C309F783B1}" dt="2023-09-21T16:00:57.733" v="81" actId="1076"/>
          <ac:spMkLst>
            <pc:docMk/>
            <pc:sldMk cId="1817973132" sldId="265"/>
            <ac:spMk id="3" creationId="{C9BFDD67-AB4A-46EB-8BD0-B2232DE4F285}"/>
          </ac:spMkLst>
        </pc:spChg>
        <pc:spChg chg="add del mod">
          <ac:chgData name="Navitha A/P. Gunalan" userId="ea7bfe52-eb47-41e4-a145-3fc04b43606e" providerId="ADAL" clId="{15968252-D9AB-404E-99BD-28C309F783B1}" dt="2023-09-21T15:47:46.647" v="22"/>
          <ac:spMkLst>
            <pc:docMk/>
            <pc:sldMk cId="1817973132" sldId="265"/>
            <ac:spMk id="4" creationId="{0EDB7B91-2583-448A-AF81-A16EBACF8AAC}"/>
          </ac:spMkLst>
        </pc:spChg>
        <pc:spChg chg="add del">
          <ac:chgData name="Navitha A/P. Gunalan" userId="ea7bfe52-eb47-41e4-a145-3fc04b43606e" providerId="ADAL" clId="{15968252-D9AB-404E-99BD-28C309F783B1}" dt="2023-09-21T15:47:53.655" v="28"/>
          <ac:spMkLst>
            <pc:docMk/>
            <pc:sldMk cId="1817973132" sldId="265"/>
            <ac:spMk id="5" creationId="{918480F8-17C4-4756-A763-E9DFA9BE9AC6}"/>
          </ac:spMkLst>
        </pc:spChg>
        <pc:spChg chg="add mod">
          <ac:chgData name="Navitha A/P. Gunalan" userId="ea7bfe52-eb47-41e4-a145-3fc04b43606e" providerId="ADAL" clId="{15968252-D9AB-404E-99BD-28C309F783B1}" dt="2023-09-21T16:01:02.784" v="82" actId="1076"/>
          <ac:spMkLst>
            <pc:docMk/>
            <pc:sldMk cId="1817973132" sldId="265"/>
            <ac:spMk id="6" creationId="{81098DF2-0840-4698-AE45-9ABA44C2E20D}"/>
          </ac:spMkLst>
        </pc:spChg>
        <pc:spChg chg="add del">
          <ac:chgData name="Navitha A/P. Gunalan" userId="ea7bfe52-eb47-41e4-a145-3fc04b43606e" providerId="ADAL" clId="{15968252-D9AB-404E-99BD-28C309F783B1}" dt="2023-09-21T15:59:10.919" v="49"/>
          <ac:spMkLst>
            <pc:docMk/>
            <pc:sldMk cId="1817973132" sldId="265"/>
            <ac:spMk id="7" creationId="{A5A2698C-6426-423E-B6AA-3E60C94B396A}"/>
          </ac:spMkLst>
        </pc:spChg>
        <pc:spChg chg="add mod">
          <ac:chgData name="Navitha A/P. Gunalan" userId="ea7bfe52-eb47-41e4-a145-3fc04b43606e" providerId="ADAL" clId="{15968252-D9AB-404E-99BD-28C309F783B1}" dt="2023-09-21T16:01:35.448" v="85" actId="1076"/>
          <ac:spMkLst>
            <pc:docMk/>
            <pc:sldMk cId="1817973132" sldId="265"/>
            <ac:spMk id="8" creationId="{F776AB7B-8971-4721-8BA8-79E0A734A131}"/>
          </ac:spMkLst>
        </pc:spChg>
      </pc:sldChg>
      <pc:sldChg chg="addSp delSp modSp add">
        <pc:chgData name="Navitha A/P. Gunalan" userId="ea7bfe52-eb47-41e4-a145-3fc04b43606e" providerId="ADAL" clId="{15968252-D9AB-404E-99BD-28C309F783B1}" dt="2023-09-21T16:08:21.797" v="155" actId="1076"/>
        <pc:sldMkLst>
          <pc:docMk/>
          <pc:sldMk cId="2699963839" sldId="266"/>
        </pc:sldMkLst>
        <pc:spChg chg="mod">
          <ac:chgData name="Navitha A/P. Gunalan" userId="ea7bfe52-eb47-41e4-a145-3fc04b43606e" providerId="ADAL" clId="{15968252-D9AB-404E-99BD-28C309F783B1}" dt="2023-09-21T16:08:21.797" v="155" actId="1076"/>
          <ac:spMkLst>
            <pc:docMk/>
            <pc:sldMk cId="2699963839" sldId="266"/>
            <ac:spMk id="2" creationId="{58CA385A-6A68-4E07-9B6D-6D07B5F3A0AE}"/>
          </ac:spMkLst>
        </pc:spChg>
        <pc:spChg chg="mod">
          <ac:chgData name="Navitha A/P. Gunalan" userId="ea7bfe52-eb47-41e4-a145-3fc04b43606e" providerId="ADAL" clId="{15968252-D9AB-404E-99BD-28C309F783B1}" dt="2023-09-21T16:08:17.150" v="154" actId="1076"/>
          <ac:spMkLst>
            <pc:docMk/>
            <pc:sldMk cId="2699963839" sldId="266"/>
            <ac:spMk id="3" creationId="{639743D7-7AF1-4BDD-AA07-9C6B785B2A75}"/>
          </ac:spMkLst>
        </pc:spChg>
        <pc:spChg chg="add del mod">
          <ac:chgData name="Navitha A/P. Gunalan" userId="ea7bfe52-eb47-41e4-a145-3fc04b43606e" providerId="ADAL" clId="{15968252-D9AB-404E-99BD-28C309F783B1}" dt="2023-09-21T16:07:35.614" v="142"/>
          <ac:spMkLst>
            <pc:docMk/>
            <pc:sldMk cId="2699963839" sldId="266"/>
            <ac:spMk id="4" creationId="{F5666670-696E-4624-818F-CA1C691325B1}"/>
          </ac:spMkLst>
        </pc:spChg>
        <pc:spChg chg="add del">
          <ac:chgData name="Navitha A/P. Gunalan" userId="ea7bfe52-eb47-41e4-a145-3fc04b43606e" providerId="ADAL" clId="{15968252-D9AB-404E-99BD-28C309F783B1}" dt="2023-09-21T16:05:48.042" v="108"/>
          <ac:spMkLst>
            <pc:docMk/>
            <pc:sldMk cId="2699963839" sldId="266"/>
            <ac:spMk id="5" creationId="{871E3349-B27B-447D-B284-6C59C4F82320}"/>
          </ac:spMkLst>
        </pc:spChg>
        <pc:spChg chg="add del mod">
          <ac:chgData name="Navitha A/P. Gunalan" userId="ea7bfe52-eb47-41e4-a145-3fc04b43606e" providerId="ADAL" clId="{15968252-D9AB-404E-99BD-28C309F783B1}" dt="2023-09-21T16:08:10.588" v="152"/>
          <ac:spMkLst>
            <pc:docMk/>
            <pc:sldMk cId="2699963839" sldId="266"/>
            <ac:spMk id="6" creationId="{AAE6CC99-8C0E-4B20-979B-C46C95CF605C}"/>
          </ac:spMkLst>
        </pc:spChg>
      </pc:sldChg>
      <pc:sldChg chg="addSp modSp add">
        <pc:chgData name="Navitha A/P. Gunalan" userId="ea7bfe52-eb47-41e4-a145-3fc04b43606e" providerId="ADAL" clId="{15968252-D9AB-404E-99BD-28C309F783B1}" dt="2023-09-21T16:08:42.877" v="160" actId="1076"/>
        <pc:sldMkLst>
          <pc:docMk/>
          <pc:sldMk cId="800559213" sldId="267"/>
        </pc:sldMkLst>
        <pc:spChg chg="mod">
          <ac:chgData name="Navitha A/P. Gunalan" userId="ea7bfe52-eb47-41e4-a145-3fc04b43606e" providerId="ADAL" clId="{15968252-D9AB-404E-99BD-28C309F783B1}" dt="2023-09-21T16:08:25.063" v="156" actId="20577"/>
          <ac:spMkLst>
            <pc:docMk/>
            <pc:sldMk cId="800559213" sldId="267"/>
            <ac:spMk id="3" creationId="{8D5DD7C7-7790-4280-934F-678D1B57612A}"/>
          </ac:spMkLst>
        </pc:spChg>
        <pc:spChg chg="add mod">
          <ac:chgData name="Navitha A/P. Gunalan" userId="ea7bfe52-eb47-41e4-a145-3fc04b43606e" providerId="ADAL" clId="{15968252-D9AB-404E-99BD-28C309F783B1}" dt="2023-09-21T16:08:03.823" v="151" actId="1076"/>
          <ac:spMkLst>
            <pc:docMk/>
            <pc:sldMk cId="800559213" sldId="267"/>
            <ac:spMk id="4" creationId="{42D13A7C-F9D1-4F65-BD65-341B4F9E7DC5}"/>
          </ac:spMkLst>
        </pc:spChg>
        <pc:spChg chg="add mod">
          <ac:chgData name="Navitha A/P. Gunalan" userId="ea7bfe52-eb47-41e4-a145-3fc04b43606e" providerId="ADAL" clId="{15968252-D9AB-404E-99BD-28C309F783B1}" dt="2023-09-21T16:08:42.877" v="160" actId="1076"/>
          <ac:spMkLst>
            <pc:docMk/>
            <pc:sldMk cId="800559213" sldId="267"/>
            <ac:spMk id="5" creationId="{91285689-FE4E-4D21-99B7-C1C926E78C9A}"/>
          </ac:spMkLst>
        </pc:spChg>
      </pc:sldChg>
      <pc:sldChg chg="addSp delSp modSp add">
        <pc:chgData name="Navitha A/P. Gunalan" userId="ea7bfe52-eb47-41e4-a145-3fc04b43606e" providerId="ADAL" clId="{15968252-D9AB-404E-99BD-28C309F783B1}" dt="2023-09-21T16:24:57.291" v="194" actId="20577"/>
        <pc:sldMkLst>
          <pc:docMk/>
          <pc:sldMk cId="3118951030" sldId="268"/>
        </pc:sldMkLst>
        <pc:spChg chg="del">
          <ac:chgData name="Navitha A/P. Gunalan" userId="ea7bfe52-eb47-41e4-a145-3fc04b43606e" providerId="ADAL" clId="{15968252-D9AB-404E-99BD-28C309F783B1}" dt="2023-09-21T16:18:12.813" v="165"/>
          <ac:spMkLst>
            <pc:docMk/>
            <pc:sldMk cId="3118951030" sldId="268"/>
            <ac:spMk id="2" creationId="{5068094F-3B00-4404-84C5-F93D44DF70EA}"/>
          </ac:spMkLst>
        </pc:spChg>
        <pc:spChg chg="mod">
          <ac:chgData name="Navitha A/P. Gunalan" userId="ea7bfe52-eb47-41e4-a145-3fc04b43606e" providerId="ADAL" clId="{15968252-D9AB-404E-99BD-28C309F783B1}" dt="2023-09-21T16:19:17.302" v="177" actId="14100"/>
          <ac:spMkLst>
            <pc:docMk/>
            <pc:sldMk cId="3118951030" sldId="268"/>
            <ac:spMk id="3" creationId="{94C9CE05-E2C9-437F-BED7-7D67B655B160}"/>
          </ac:spMkLst>
        </pc:spChg>
        <pc:spChg chg="add del">
          <ac:chgData name="Navitha A/P. Gunalan" userId="ea7bfe52-eb47-41e4-a145-3fc04b43606e" providerId="ADAL" clId="{15968252-D9AB-404E-99BD-28C309F783B1}" dt="2023-09-21T16:19:44.883" v="181"/>
          <ac:spMkLst>
            <pc:docMk/>
            <pc:sldMk cId="3118951030" sldId="268"/>
            <ac:spMk id="4" creationId="{3C705ECB-F26B-4E65-B876-878BC65A4526}"/>
          </ac:spMkLst>
        </pc:spChg>
        <pc:spChg chg="add mod">
          <ac:chgData name="Navitha A/P. Gunalan" userId="ea7bfe52-eb47-41e4-a145-3fc04b43606e" providerId="ADAL" clId="{15968252-D9AB-404E-99BD-28C309F783B1}" dt="2023-09-21T16:24:57.291" v="194" actId="20577"/>
          <ac:spMkLst>
            <pc:docMk/>
            <pc:sldMk cId="3118951030" sldId="268"/>
            <ac:spMk id="5" creationId="{5D34AA2E-3F76-44F2-BC44-58F3B1B43E9A}"/>
          </ac:spMkLst>
        </pc:spChg>
      </pc:sldChg>
      <pc:sldChg chg="addSp delSp modSp add">
        <pc:chgData name="Navitha A/P. Gunalan" userId="ea7bfe52-eb47-41e4-a145-3fc04b43606e" providerId="ADAL" clId="{15968252-D9AB-404E-99BD-28C309F783B1}" dt="2023-09-21T16:31:41.210" v="214" actId="12"/>
        <pc:sldMkLst>
          <pc:docMk/>
          <pc:sldMk cId="2812857707" sldId="269"/>
        </pc:sldMkLst>
        <pc:spChg chg="mod">
          <ac:chgData name="Navitha A/P. Gunalan" userId="ea7bfe52-eb47-41e4-a145-3fc04b43606e" providerId="ADAL" clId="{15968252-D9AB-404E-99BD-28C309F783B1}" dt="2023-09-21T16:30:41.175" v="203" actId="120"/>
          <ac:spMkLst>
            <pc:docMk/>
            <pc:sldMk cId="2812857707" sldId="269"/>
            <ac:spMk id="2" creationId="{00FC0E50-A23F-47E0-847C-4B9FBA981FEF}"/>
          </ac:spMkLst>
        </pc:spChg>
        <pc:spChg chg="del">
          <ac:chgData name="Navitha A/P. Gunalan" userId="ea7bfe52-eb47-41e4-a145-3fc04b43606e" providerId="ADAL" clId="{15968252-D9AB-404E-99BD-28C309F783B1}" dt="2023-09-21T16:30:32.909" v="199"/>
          <ac:spMkLst>
            <pc:docMk/>
            <pc:sldMk cId="2812857707" sldId="269"/>
            <ac:spMk id="3" creationId="{F44DD377-60C8-435E-9A8F-2A6C2500F7FB}"/>
          </ac:spMkLst>
        </pc:spChg>
        <pc:spChg chg="add mod">
          <ac:chgData name="Navitha A/P. Gunalan" userId="ea7bfe52-eb47-41e4-a145-3fc04b43606e" providerId="ADAL" clId="{15968252-D9AB-404E-99BD-28C309F783B1}" dt="2023-09-21T16:31:41.210" v="214" actId="12"/>
          <ac:spMkLst>
            <pc:docMk/>
            <pc:sldMk cId="2812857707" sldId="269"/>
            <ac:spMk id="5" creationId="{B42FECC2-3099-4CE8-A1C4-E5FFA793B306}"/>
          </ac:spMkLst>
        </pc:spChg>
        <pc:picChg chg="add mod">
          <ac:chgData name="Navitha A/P. Gunalan" userId="ea7bfe52-eb47-41e4-a145-3fc04b43606e" providerId="ADAL" clId="{15968252-D9AB-404E-99BD-28C309F783B1}" dt="2023-09-21T16:30:54.574" v="209" actId="14100"/>
          <ac:picMkLst>
            <pc:docMk/>
            <pc:sldMk cId="2812857707" sldId="269"/>
            <ac:picMk id="4" creationId="{B95FB18B-B89D-47F0-92E3-21A537338E45}"/>
          </ac:picMkLst>
        </pc:picChg>
      </pc:sldChg>
      <pc:sldChg chg="addSp delSp modSp add modAnim">
        <pc:chgData name="Navitha A/P. Gunalan" userId="ea7bfe52-eb47-41e4-a145-3fc04b43606e" providerId="ADAL" clId="{15968252-D9AB-404E-99BD-28C309F783B1}" dt="2023-09-21T16:48:05.094" v="371"/>
        <pc:sldMkLst>
          <pc:docMk/>
          <pc:sldMk cId="19893526" sldId="270"/>
        </pc:sldMkLst>
        <pc:spChg chg="del">
          <ac:chgData name="Navitha A/P. Gunalan" userId="ea7bfe52-eb47-41e4-a145-3fc04b43606e" providerId="ADAL" clId="{15968252-D9AB-404E-99BD-28C309F783B1}" dt="2023-09-21T16:34:22.560" v="231"/>
          <ac:spMkLst>
            <pc:docMk/>
            <pc:sldMk cId="19893526" sldId="270"/>
            <ac:spMk id="2" creationId="{588E01B8-D5EE-479C-8CF3-09A373F4E804}"/>
          </ac:spMkLst>
        </pc:spChg>
        <pc:spChg chg="mod">
          <ac:chgData name="Navitha A/P. Gunalan" userId="ea7bfe52-eb47-41e4-a145-3fc04b43606e" providerId="ADAL" clId="{15968252-D9AB-404E-99BD-28C309F783B1}" dt="2023-09-21T16:47:42.331" v="368" actId="1076"/>
          <ac:spMkLst>
            <pc:docMk/>
            <pc:sldMk cId="19893526" sldId="270"/>
            <ac:spMk id="3" creationId="{FB21A0FE-40E7-44D2-94E6-A8FBEA61DF4D}"/>
          </ac:spMkLst>
        </pc:spChg>
        <pc:spChg chg="add mod">
          <ac:chgData name="Navitha A/P. Gunalan" userId="ea7bfe52-eb47-41e4-a145-3fc04b43606e" providerId="ADAL" clId="{15968252-D9AB-404E-99BD-28C309F783B1}" dt="2023-09-21T16:46:43.391" v="359" actId="1076"/>
          <ac:spMkLst>
            <pc:docMk/>
            <pc:sldMk cId="19893526" sldId="270"/>
            <ac:spMk id="4" creationId="{7F5C3B64-FB2D-43CC-B82A-F462EB28BDEC}"/>
          </ac:spMkLst>
        </pc:spChg>
        <pc:spChg chg="add mod">
          <ac:chgData name="Navitha A/P. Gunalan" userId="ea7bfe52-eb47-41e4-a145-3fc04b43606e" providerId="ADAL" clId="{15968252-D9AB-404E-99BD-28C309F783B1}" dt="2023-09-21T16:47:47.179" v="369" actId="1076"/>
          <ac:spMkLst>
            <pc:docMk/>
            <pc:sldMk cId="19893526" sldId="270"/>
            <ac:spMk id="5" creationId="{DE530B6D-3DD6-47B9-AAF7-E8A276D45807}"/>
          </ac:spMkLst>
        </pc:spChg>
      </pc:sldChg>
      <pc:sldChg chg="addSp delSp modSp add">
        <pc:chgData name="Navitha A/P. Gunalan" userId="ea7bfe52-eb47-41e4-a145-3fc04b43606e" providerId="ADAL" clId="{15968252-D9AB-404E-99BD-28C309F783B1}" dt="2023-09-21T16:41:59.938" v="336" actId="20577"/>
        <pc:sldMkLst>
          <pc:docMk/>
          <pc:sldMk cId="2657150998" sldId="271"/>
        </pc:sldMkLst>
        <pc:spChg chg="del">
          <ac:chgData name="Navitha A/P. Gunalan" userId="ea7bfe52-eb47-41e4-a145-3fc04b43606e" providerId="ADAL" clId="{15968252-D9AB-404E-99BD-28C309F783B1}" dt="2023-09-21T16:35:51.688" v="241"/>
          <ac:spMkLst>
            <pc:docMk/>
            <pc:sldMk cId="2657150998" sldId="271"/>
            <ac:spMk id="2" creationId="{FE36C605-D379-4F6C-8FF5-6242E4165E16}"/>
          </ac:spMkLst>
        </pc:spChg>
        <pc:spChg chg="del">
          <ac:chgData name="Navitha A/P. Gunalan" userId="ea7bfe52-eb47-41e4-a145-3fc04b43606e" providerId="ADAL" clId="{15968252-D9AB-404E-99BD-28C309F783B1}" dt="2023-09-21T16:35:55.113" v="242"/>
          <ac:spMkLst>
            <pc:docMk/>
            <pc:sldMk cId="2657150998" sldId="271"/>
            <ac:spMk id="3" creationId="{6204608D-5394-4296-8FCE-994D97A8AD48}"/>
          </ac:spMkLst>
        </pc:spChg>
        <pc:spChg chg="add mod">
          <ac:chgData name="Navitha A/P. Gunalan" userId="ea7bfe52-eb47-41e4-a145-3fc04b43606e" providerId="ADAL" clId="{15968252-D9AB-404E-99BD-28C309F783B1}" dt="2023-09-21T16:39:47.861" v="271" actId="14100"/>
          <ac:spMkLst>
            <pc:docMk/>
            <pc:sldMk cId="2657150998" sldId="271"/>
            <ac:spMk id="4" creationId="{521C014E-FA0E-4819-9D05-1C6D285DB770}"/>
          </ac:spMkLst>
        </pc:spChg>
        <pc:spChg chg="add mod">
          <ac:chgData name="Navitha A/P. Gunalan" userId="ea7bfe52-eb47-41e4-a145-3fc04b43606e" providerId="ADAL" clId="{15968252-D9AB-404E-99BD-28C309F783B1}" dt="2023-09-21T16:40:46.405" v="279" actId="1076"/>
          <ac:spMkLst>
            <pc:docMk/>
            <pc:sldMk cId="2657150998" sldId="271"/>
            <ac:spMk id="5" creationId="{1C8D383E-0165-4959-8E9D-217AD4816312}"/>
          </ac:spMkLst>
        </pc:spChg>
        <pc:spChg chg="add del">
          <ac:chgData name="Navitha A/P. Gunalan" userId="ea7bfe52-eb47-41e4-a145-3fc04b43606e" providerId="ADAL" clId="{15968252-D9AB-404E-99BD-28C309F783B1}" dt="2023-09-21T16:39:17.818" v="263"/>
          <ac:spMkLst>
            <pc:docMk/>
            <pc:sldMk cId="2657150998" sldId="271"/>
            <ac:spMk id="6" creationId="{856E4AE6-31B6-410F-8CCE-F7EA03CCC591}"/>
          </ac:spMkLst>
        </pc:spChg>
        <pc:spChg chg="add mod">
          <ac:chgData name="Navitha A/P. Gunalan" userId="ea7bfe52-eb47-41e4-a145-3fc04b43606e" providerId="ADAL" clId="{15968252-D9AB-404E-99BD-28C309F783B1}" dt="2023-09-21T16:41:59.938" v="336" actId="20577"/>
          <ac:spMkLst>
            <pc:docMk/>
            <pc:sldMk cId="2657150998" sldId="271"/>
            <ac:spMk id="7" creationId="{4517F998-64A2-4148-A4FC-D1744D4F263A}"/>
          </ac:spMkLst>
        </pc:spChg>
      </pc:sldChg>
      <pc:sldChg chg="delSp modSp add">
        <pc:chgData name="Navitha A/P. Gunalan" userId="ea7bfe52-eb47-41e4-a145-3fc04b43606e" providerId="ADAL" clId="{15968252-D9AB-404E-99BD-28C309F783B1}" dt="2023-09-21T16:49:13.474" v="416" actId="20577"/>
        <pc:sldMkLst>
          <pc:docMk/>
          <pc:sldMk cId="1857809561" sldId="272"/>
        </pc:sldMkLst>
        <pc:spChg chg="mod">
          <ac:chgData name="Navitha A/P. Gunalan" userId="ea7bfe52-eb47-41e4-a145-3fc04b43606e" providerId="ADAL" clId="{15968252-D9AB-404E-99BD-28C309F783B1}" dt="2023-09-21T16:49:13.474" v="416" actId="20577"/>
          <ac:spMkLst>
            <pc:docMk/>
            <pc:sldMk cId="1857809561" sldId="272"/>
            <ac:spMk id="2" creationId="{BAB75ECF-34CC-41C5-A2BB-4633F0DD8F8E}"/>
          </ac:spMkLst>
        </pc:spChg>
        <pc:spChg chg="del">
          <ac:chgData name="Navitha A/P. Gunalan" userId="ea7bfe52-eb47-41e4-a145-3fc04b43606e" providerId="ADAL" clId="{15968252-D9AB-404E-99BD-28C309F783B1}" dt="2023-09-21T16:48:29.452" v="373"/>
          <ac:spMkLst>
            <pc:docMk/>
            <pc:sldMk cId="1857809561" sldId="272"/>
            <ac:spMk id="3" creationId="{919E42C2-26F2-438E-9B16-77DCC9105C2C}"/>
          </ac:spMkLst>
        </pc:spChg>
      </pc:sldChg>
      <pc:sldChg chg="addSp delSp modSp add ord">
        <pc:chgData name="Navitha A/P. Gunalan" userId="ea7bfe52-eb47-41e4-a145-3fc04b43606e" providerId="ADAL" clId="{15968252-D9AB-404E-99BD-28C309F783B1}" dt="2023-09-22T06:09:54.315" v="423" actId="1076"/>
        <pc:sldMkLst>
          <pc:docMk/>
          <pc:sldMk cId="4141051585" sldId="273"/>
        </pc:sldMkLst>
        <pc:spChg chg="del">
          <ac:chgData name="Navitha A/P. Gunalan" userId="ea7bfe52-eb47-41e4-a145-3fc04b43606e" providerId="ADAL" clId="{15968252-D9AB-404E-99BD-28C309F783B1}" dt="2023-09-22T06:09:47.293" v="419"/>
          <ac:spMkLst>
            <pc:docMk/>
            <pc:sldMk cId="4141051585" sldId="273"/>
            <ac:spMk id="3" creationId="{4038BA4B-E935-4C9B-BDCC-7E3D9B8AAC56}"/>
          </ac:spMkLst>
        </pc:spChg>
        <pc:picChg chg="add mod">
          <ac:chgData name="Navitha A/P. Gunalan" userId="ea7bfe52-eb47-41e4-a145-3fc04b43606e" providerId="ADAL" clId="{15968252-D9AB-404E-99BD-28C309F783B1}" dt="2023-09-22T06:09:54.315" v="423" actId="1076"/>
          <ac:picMkLst>
            <pc:docMk/>
            <pc:sldMk cId="4141051585" sldId="273"/>
            <ac:picMk id="4" creationId="{ACD11BB8-88DB-4A53-B594-C817E77221A8}"/>
          </ac:picMkLst>
        </pc:picChg>
      </pc:sldChg>
      <pc:sldChg chg="addSp modSp add">
        <pc:chgData name="Navitha A/P. Gunalan" userId="ea7bfe52-eb47-41e4-a145-3fc04b43606e" providerId="ADAL" clId="{15968252-D9AB-404E-99BD-28C309F783B1}" dt="2023-09-22T06:10:50.236" v="434" actId="14100"/>
        <pc:sldMkLst>
          <pc:docMk/>
          <pc:sldMk cId="2974293258" sldId="274"/>
        </pc:sldMkLst>
        <pc:spChg chg="mod">
          <ac:chgData name="Navitha A/P. Gunalan" userId="ea7bfe52-eb47-41e4-a145-3fc04b43606e" providerId="ADAL" clId="{15968252-D9AB-404E-99BD-28C309F783B1}" dt="2023-09-22T06:10:30.307" v="430" actId="1076"/>
          <ac:spMkLst>
            <pc:docMk/>
            <pc:sldMk cId="2974293258" sldId="274"/>
            <ac:spMk id="3" creationId="{1BAD4771-C030-41E2-BA37-79B46CE285A6}"/>
          </ac:spMkLst>
        </pc:spChg>
        <pc:spChg chg="add mod">
          <ac:chgData name="Navitha A/P. Gunalan" userId="ea7bfe52-eb47-41e4-a145-3fc04b43606e" providerId="ADAL" clId="{15968252-D9AB-404E-99BD-28C309F783B1}" dt="2023-09-22T06:10:50.236" v="434" actId="14100"/>
          <ac:spMkLst>
            <pc:docMk/>
            <pc:sldMk cId="2974293258" sldId="274"/>
            <ac:spMk id="4" creationId="{AD5BF61B-E8D2-4A61-AF77-E53B870ADD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03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4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5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33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4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61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994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9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2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8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0781E62C-BB3A-4268-9F2D-81473935DAD5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F656D868-78F3-451C-A53D-3227A7EF0B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56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6489-8E67-497A-A6F4-FF7639792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5 loop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52222-ED89-4111-B9EE-9506D93A10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8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91643-37F0-4077-A424-9943A9A0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C256C-82BD-4957-AD44-8AC6FB96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5.1 Definite and indefinite loops</a:t>
            </a:r>
          </a:p>
          <a:p>
            <a:r>
              <a:rPr lang="en-US" sz="2800" dirty="0"/>
              <a:t>5.2 Interactive loop and sentinel loop </a:t>
            </a:r>
          </a:p>
          <a:p>
            <a:r>
              <a:rPr lang="en-US" sz="2800" dirty="0"/>
              <a:t>5.3 End-of-file loop </a:t>
            </a:r>
          </a:p>
          <a:p>
            <a:r>
              <a:rPr lang="en-US" sz="2800" dirty="0"/>
              <a:t>5.4 Nested loop structures</a:t>
            </a:r>
          </a:p>
          <a:p>
            <a:r>
              <a:rPr lang="en-US" sz="2800" dirty="0"/>
              <a:t>5.5 Boolean algebra</a:t>
            </a:r>
          </a:p>
        </p:txBody>
      </p:sp>
    </p:spTree>
    <p:extLst>
      <p:ext uri="{BB962C8B-B14F-4D97-AF65-F5344CB8AC3E}">
        <p14:creationId xmlns:p14="http://schemas.microsoft.com/office/powerpoint/2010/main" val="146234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028F4-5A59-432C-B408-5FAA0042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417"/>
            <a:ext cx="10058400" cy="1371600"/>
          </a:xfrm>
        </p:spPr>
        <p:txBody>
          <a:bodyPr/>
          <a:lstStyle/>
          <a:p>
            <a:pPr algn="ctr"/>
            <a:r>
              <a:rPr lang="en-US" dirty="0"/>
              <a:t>Definite and indefinite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92D32-0481-4849-8428-C328506BC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1839382"/>
            <a:ext cx="5535706" cy="3931920"/>
          </a:xfrm>
        </p:spPr>
        <p:txBody>
          <a:bodyPr/>
          <a:lstStyle/>
          <a:p>
            <a:r>
              <a:rPr lang="en-MY" dirty="0"/>
              <a:t>A definite loop, also known as a "for loop" or "count-controlled loop," is a type of loop where the number of iterations is predetermined or explicitly defined before the loop starts executing. </a:t>
            </a:r>
          </a:p>
          <a:p>
            <a:r>
              <a:rPr lang="en-MY" dirty="0"/>
              <a:t>These loops are commonly used when you know the exact number of times you want to repeat a block of code. 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97307-AEA1-4615-967C-13A02F80FCEB}"/>
              </a:ext>
            </a:extLst>
          </p:cNvPr>
          <p:cNvSpPr txBox="1"/>
          <p:nvPr/>
        </p:nvSpPr>
        <p:spPr>
          <a:xfrm>
            <a:off x="6736978" y="1475939"/>
            <a:ext cx="4585446" cy="4801314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b="1" dirty="0"/>
              <a:t>Program 4-4 (simple_loop1.py)</a:t>
            </a:r>
            <a:endParaRPr lang="en-US" dirty="0"/>
          </a:p>
          <a:p>
            <a:r>
              <a:rPr lang="en-MY" dirty="0"/>
              <a:t>1 # This program demonstrates a simple for loop</a:t>
            </a:r>
            <a:endParaRPr lang="en-US" dirty="0"/>
          </a:p>
          <a:p>
            <a:r>
              <a:rPr lang="en-MY" dirty="0"/>
              <a:t>2 # that uses a list of numbers.</a:t>
            </a:r>
            <a:endParaRPr lang="en-US" dirty="0"/>
          </a:p>
          <a:p>
            <a:r>
              <a:rPr lang="en-MY" dirty="0"/>
              <a:t>3</a:t>
            </a:r>
            <a:endParaRPr lang="en-US" dirty="0"/>
          </a:p>
          <a:p>
            <a:r>
              <a:rPr lang="en-MY" dirty="0"/>
              <a:t>4 print('I will display the numbers 1 through 5.')</a:t>
            </a:r>
            <a:endParaRPr lang="en-US" dirty="0"/>
          </a:p>
          <a:p>
            <a:r>
              <a:rPr lang="en-MY" dirty="0"/>
              <a:t>5 for </a:t>
            </a:r>
            <a:r>
              <a:rPr lang="en-MY" dirty="0" err="1"/>
              <a:t>num</a:t>
            </a:r>
            <a:r>
              <a:rPr lang="en-MY" dirty="0"/>
              <a:t> in [1, 2, 3, 4, 5]:</a:t>
            </a:r>
            <a:endParaRPr lang="en-US" dirty="0"/>
          </a:p>
          <a:p>
            <a:r>
              <a:rPr lang="en-MY" dirty="0"/>
              <a:t>6 print(</a:t>
            </a:r>
            <a:r>
              <a:rPr lang="en-MY" dirty="0" err="1"/>
              <a:t>num</a:t>
            </a:r>
            <a:r>
              <a:rPr lang="en-MY" dirty="0"/>
              <a:t>)</a:t>
            </a:r>
            <a:endParaRPr lang="en-US" dirty="0"/>
          </a:p>
          <a:p>
            <a:r>
              <a:rPr lang="en-MY" dirty="0"/>
              <a:t> </a:t>
            </a:r>
            <a:endParaRPr lang="en-US" dirty="0"/>
          </a:p>
          <a:p>
            <a:r>
              <a:rPr lang="en-MY" b="1" dirty="0"/>
              <a:t>Program Output</a:t>
            </a:r>
            <a:endParaRPr lang="en-US" dirty="0"/>
          </a:p>
          <a:p>
            <a:r>
              <a:rPr lang="en-MY" dirty="0"/>
              <a:t>I will display the numbers 1 through 5.</a:t>
            </a:r>
            <a:endParaRPr lang="en-US" dirty="0"/>
          </a:p>
          <a:p>
            <a:r>
              <a:rPr lang="en-MY" dirty="0"/>
              <a:t>1</a:t>
            </a:r>
            <a:endParaRPr lang="en-US" dirty="0"/>
          </a:p>
          <a:p>
            <a:r>
              <a:rPr lang="en-MY" dirty="0"/>
              <a:t>2</a:t>
            </a:r>
            <a:endParaRPr lang="en-US" dirty="0"/>
          </a:p>
          <a:p>
            <a:r>
              <a:rPr lang="en-MY" dirty="0"/>
              <a:t>3</a:t>
            </a:r>
            <a:endParaRPr lang="en-US" dirty="0"/>
          </a:p>
          <a:p>
            <a:r>
              <a:rPr lang="en-MY" dirty="0"/>
              <a:t>4</a:t>
            </a:r>
            <a:endParaRPr lang="en-US" dirty="0"/>
          </a:p>
          <a:p>
            <a:r>
              <a:rPr lang="en-MY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14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080BF-FB10-46D8-8BDD-A19809CF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545CB-A930-4F6F-9388-9BFF59728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2869" y="642595"/>
            <a:ext cx="8295495" cy="55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9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68193-2C31-48B3-ADD0-7A3305F69005}"/>
              </a:ext>
            </a:extLst>
          </p:cNvPr>
          <p:cNvSpPr/>
          <p:nvPr/>
        </p:nvSpPr>
        <p:spPr>
          <a:xfrm>
            <a:off x="1004046" y="1177666"/>
            <a:ext cx="4845423" cy="3899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MY" sz="20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4-5 </a:t>
            </a:r>
            <a:r>
              <a:rPr lang="en-MY" sz="2000" b="1" kern="0" dirty="0">
                <a:solidFill>
                  <a:srgbClr val="000000"/>
                </a:solidFill>
                <a:latin typeface="ArialMonoMTPro-Bold"/>
                <a:ea typeface="Calibri" panose="020F0502020204030204" pitchFamily="34" charset="0"/>
                <a:cs typeface="ArialMonoMTPro-Bold"/>
              </a:rPr>
              <a:t>(simple_loop2.py)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This program also demonstrates a simple for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loop that uses a list of numbers.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print('I will display the odd numbers 1 through 9.')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for </a:t>
            </a: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num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 in [1, 3, 5, 7, 9]: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6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</a:t>
            </a: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num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)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20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Output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I will display the odd numbers 1 through 9.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5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7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9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26C7B-0A2C-4446-94F0-1039E487F3F5}"/>
              </a:ext>
            </a:extLst>
          </p:cNvPr>
          <p:cNvSpPr/>
          <p:nvPr/>
        </p:nvSpPr>
        <p:spPr>
          <a:xfrm>
            <a:off x="6624920" y="1177666"/>
            <a:ext cx="4697507" cy="284539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MY" sz="20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4-6 </a:t>
            </a:r>
            <a:r>
              <a:rPr lang="en-MY" sz="2000" b="1" kern="0" dirty="0">
                <a:solidFill>
                  <a:srgbClr val="000000"/>
                </a:solidFill>
                <a:latin typeface="ArialMonoMTPro-Bold"/>
                <a:ea typeface="Calibri" panose="020F0502020204030204" pitchFamily="34" charset="0"/>
                <a:cs typeface="ArialMonoMTPro-Bold"/>
              </a:rPr>
              <a:t>(simple_loop3.py)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This program also demonstrates a simple for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loop that uses a list of strings.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for name in ['</a:t>
            </a: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Winken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', '</a:t>
            </a: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Blinken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', 'Nod']: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print(name)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20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Output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Winken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 err="1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Blinken</a:t>
            </a:r>
            <a:endParaRPr lang="en-US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MY" sz="1600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Nod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4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6CD1-892C-4D72-ABF5-74F77737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s://pynative.com/wp-content/uploads/2021/04/steps-to-use-range.png">
            <a:extLst>
              <a:ext uri="{FF2B5EF4-FFF2-40B4-BE49-F238E27FC236}">
                <a16:creationId xmlns:a16="http://schemas.microsoft.com/office/drawing/2014/main" id="{A16E0C1D-24E9-48A8-8799-ECF5E12D15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413" y="374520"/>
            <a:ext cx="5385710" cy="634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5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9FC3-D8AF-4F77-B5D3-3557F997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154" y="271631"/>
            <a:ext cx="11445689" cy="1371600"/>
          </a:xfrm>
        </p:spPr>
        <p:txBody>
          <a:bodyPr>
            <a:normAutofit/>
          </a:bodyPr>
          <a:lstStyle/>
          <a:p>
            <a:pPr algn="ctr"/>
            <a:r>
              <a:rPr lang="en-MY" sz="4400" b="1" dirty="0"/>
              <a:t>Using the range Function with the for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C29E4-67DB-4C92-B138-B06D0C92E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893" y="1643231"/>
            <a:ext cx="5029201" cy="450207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sz="24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4-7 </a:t>
            </a:r>
            <a:r>
              <a:rPr lang="en-MY" sz="2400" b="1" kern="0" dirty="0">
                <a:solidFill>
                  <a:srgbClr val="000000"/>
                </a:solidFill>
                <a:latin typeface="ArialMonoMTPro-Bold"/>
                <a:ea typeface="Calibri" panose="020F0502020204030204" pitchFamily="34" charset="0"/>
                <a:cs typeface="ArialMonoMTPro-Bold"/>
              </a:rPr>
              <a:t>(simple_loop4.py)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1 </a:t>
            </a: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This program demonstrates how the range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2 </a:t>
            </a: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function can be used with a for loop.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3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4 </a:t>
            </a: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# Print a message five times.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5 </a:t>
            </a: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for x in range(5):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kern="0" dirty="0">
                <a:solidFill>
                  <a:srgbClr val="1473FF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6 </a:t>
            </a: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print('Hello world')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>
              <a:lnSpc>
                <a:spcPct val="107000"/>
              </a:lnSpc>
              <a:spcBef>
                <a:spcPts val="0"/>
              </a:spcBef>
            </a:pPr>
            <a:r>
              <a:rPr lang="en-MY" sz="2400" b="1" kern="0" dirty="0">
                <a:solidFill>
                  <a:srgbClr val="000000"/>
                </a:solidFill>
                <a:latin typeface="StoneSansITCStd-Bold"/>
                <a:ea typeface="Calibri" panose="020F0502020204030204" pitchFamily="34" charset="0"/>
                <a:cs typeface="StoneSansITCStd-Bold"/>
              </a:rPr>
              <a:t>Program Output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Hello world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Hello world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Hello world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Hello world</a:t>
            </a:r>
            <a:endParaRPr lang="en-US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MY" kern="0" dirty="0">
                <a:solidFill>
                  <a:srgbClr val="000000"/>
                </a:solidFill>
                <a:latin typeface="ArialMonoMTPro"/>
                <a:ea typeface="Calibri" panose="020F0502020204030204" pitchFamily="34" charset="0"/>
                <a:cs typeface="ArialMonoMTPro"/>
              </a:rPr>
              <a:t>Hello world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0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ABF1-F0E9-4D20-B846-7CCE6B3B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53" y="104711"/>
            <a:ext cx="11331388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Using the Target Variable Inside the Loop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C6723F-B5E6-4ADD-8017-D1DDD15A91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54" y="1258874"/>
            <a:ext cx="4043081" cy="30710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35C27-027B-44AB-AC50-528FCEB15CEC}"/>
              </a:ext>
            </a:extLst>
          </p:cNvPr>
          <p:cNvSpPr txBox="1"/>
          <p:nvPr/>
        </p:nvSpPr>
        <p:spPr>
          <a:xfrm>
            <a:off x="4724400" y="1258874"/>
            <a:ext cx="4565277" cy="36625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Program 4-8 (squares.py)</a:t>
            </a:r>
          </a:p>
          <a:p>
            <a:r>
              <a:rPr lang="en-US" sz="1600" dirty="0"/>
              <a:t> 1 # This program uses a loop to display a</a:t>
            </a:r>
          </a:p>
          <a:p>
            <a:r>
              <a:rPr lang="en-US" sz="1600" dirty="0"/>
              <a:t>2 # table showing the numbers 1 through 10</a:t>
            </a:r>
          </a:p>
          <a:p>
            <a:r>
              <a:rPr lang="en-US" sz="1600" dirty="0"/>
              <a:t>3 # and their squares.</a:t>
            </a:r>
          </a:p>
          <a:p>
            <a:r>
              <a:rPr lang="en-US" sz="1600" dirty="0"/>
              <a:t>4</a:t>
            </a:r>
          </a:p>
          <a:p>
            <a:r>
              <a:rPr lang="en-US" sz="1600" dirty="0"/>
              <a:t>5 # Print the table headings.</a:t>
            </a:r>
          </a:p>
          <a:p>
            <a:r>
              <a:rPr lang="en-US" sz="1600" dirty="0"/>
              <a:t>6 print('Number\</a:t>
            </a:r>
            <a:r>
              <a:rPr lang="en-US" sz="1600" dirty="0" err="1"/>
              <a:t>tSquare</a:t>
            </a:r>
            <a:r>
              <a:rPr lang="en-US" sz="1600" dirty="0"/>
              <a:t>')</a:t>
            </a:r>
          </a:p>
          <a:p>
            <a:r>
              <a:rPr lang="en-US" sz="1600" dirty="0"/>
              <a:t>7 print('--------------')</a:t>
            </a:r>
          </a:p>
          <a:p>
            <a:r>
              <a:rPr lang="en-US" sz="1600" dirty="0"/>
              <a:t>8</a:t>
            </a:r>
          </a:p>
          <a:p>
            <a:r>
              <a:rPr lang="en-US" sz="1600" dirty="0"/>
              <a:t>9 # Print the numbers 1 through 10</a:t>
            </a:r>
          </a:p>
          <a:p>
            <a:r>
              <a:rPr lang="en-US" sz="1600" dirty="0"/>
              <a:t>10 # and their squares.</a:t>
            </a:r>
          </a:p>
          <a:p>
            <a:r>
              <a:rPr lang="en-US" sz="1600" dirty="0"/>
              <a:t>11 for number in range(1, 11):</a:t>
            </a:r>
          </a:p>
          <a:p>
            <a:r>
              <a:rPr lang="en-US" sz="1600" dirty="0"/>
              <a:t>12 square = number**2</a:t>
            </a:r>
          </a:p>
          <a:p>
            <a:r>
              <a:rPr lang="en-US" sz="1600" dirty="0"/>
              <a:t>13 print(f'{number}\t{square}')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0CC468-3C55-41A4-8EF3-9ED884CA0A44}"/>
              </a:ext>
            </a:extLst>
          </p:cNvPr>
          <p:cNvSpPr/>
          <p:nvPr/>
        </p:nvSpPr>
        <p:spPr>
          <a:xfrm>
            <a:off x="9289677" y="2382259"/>
            <a:ext cx="2451848" cy="3693319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Program Output</a:t>
            </a:r>
          </a:p>
          <a:p>
            <a:r>
              <a:rPr lang="en-US" dirty="0"/>
              <a:t>Number Square</a:t>
            </a:r>
          </a:p>
          <a:p>
            <a:r>
              <a:rPr lang="en-US" dirty="0"/>
              <a:t>---------------</a:t>
            </a:r>
          </a:p>
          <a:p>
            <a:r>
              <a:rPr lang="en-US" dirty="0"/>
              <a:t>1 1</a:t>
            </a:r>
          </a:p>
          <a:p>
            <a:r>
              <a:rPr lang="en-US" dirty="0"/>
              <a:t>2 4</a:t>
            </a:r>
          </a:p>
          <a:p>
            <a:r>
              <a:rPr lang="en-US" dirty="0"/>
              <a:t>3 9</a:t>
            </a:r>
          </a:p>
          <a:p>
            <a:r>
              <a:rPr lang="en-US" dirty="0"/>
              <a:t>4 16</a:t>
            </a:r>
          </a:p>
          <a:p>
            <a:r>
              <a:rPr lang="en-US" dirty="0"/>
              <a:t>5 25</a:t>
            </a:r>
          </a:p>
          <a:p>
            <a:r>
              <a:rPr lang="en-US" dirty="0"/>
              <a:t>6 36</a:t>
            </a:r>
          </a:p>
          <a:p>
            <a:r>
              <a:rPr lang="en-US" dirty="0"/>
              <a:t>7 49</a:t>
            </a:r>
          </a:p>
          <a:p>
            <a:r>
              <a:rPr lang="en-US" dirty="0"/>
              <a:t>8 64</a:t>
            </a:r>
          </a:p>
          <a:p>
            <a:r>
              <a:rPr lang="en-US" dirty="0"/>
              <a:t>9 81</a:t>
            </a:r>
          </a:p>
          <a:p>
            <a:r>
              <a:rPr lang="en-US" dirty="0"/>
              <a:t>10 100</a:t>
            </a:r>
          </a:p>
        </p:txBody>
      </p:sp>
    </p:spTree>
    <p:extLst>
      <p:ext uri="{BB962C8B-B14F-4D97-AF65-F5344CB8AC3E}">
        <p14:creationId xmlns:p14="http://schemas.microsoft.com/office/powerpoint/2010/main" val="638576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DE7BFF-A676-4F05-B6DD-BCD75F2584D0}"/>
              </a:ext>
            </a:extLst>
          </p:cNvPr>
          <p:cNvSpPr txBox="1"/>
          <p:nvPr/>
        </p:nvSpPr>
        <p:spPr>
          <a:xfrm>
            <a:off x="1385047" y="491820"/>
            <a:ext cx="5620871" cy="563231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(speed_converter.py)</a:t>
            </a:r>
          </a:p>
          <a:p>
            <a:r>
              <a:rPr lang="en-US" dirty="0"/>
              <a:t> 1 # This program converts the speeds 60 kph</a:t>
            </a:r>
          </a:p>
          <a:p>
            <a:r>
              <a:rPr lang="en-US" dirty="0"/>
              <a:t>2 # through 130 kph (in 10 kph increments)</a:t>
            </a:r>
          </a:p>
          <a:p>
            <a:r>
              <a:rPr lang="en-US" dirty="0"/>
              <a:t>3 # to mph.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 START_SPEED = 60 # Starting speed</a:t>
            </a:r>
          </a:p>
          <a:p>
            <a:r>
              <a:rPr lang="en-US" dirty="0"/>
              <a:t>6 END_SPEED = 131 # Ending speed</a:t>
            </a:r>
          </a:p>
          <a:p>
            <a:r>
              <a:rPr lang="en-US" dirty="0"/>
              <a:t>7 INCREMENT = 10 # Speed increment</a:t>
            </a:r>
          </a:p>
          <a:p>
            <a:r>
              <a:rPr lang="en-US" dirty="0"/>
              <a:t>8 CONVERSION_FACTOR = 0.6214 # Conversion factor</a:t>
            </a:r>
          </a:p>
          <a:p>
            <a:r>
              <a:rPr lang="en-US" dirty="0"/>
              <a:t>9</a:t>
            </a:r>
          </a:p>
          <a:p>
            <a:r>
              <a:rPr lang="en-US" dirty="0"/>
              <a:t>10 # Print the table headings.</a:t>
            </a:r>
          </a:p>
          <a:p>
            <a:r>
              <a:rPr lang="en-US" dirty="0"/>
              <a:t>11 print('KPH\</a:t>
            </a:r>
            <a:r>
              <a:rPr lang="en-US" dirty="0" err="1"/>
              <a:t>tMPH</a:t>
            </a:r>
            <a:r>
              <a:rPr lang="en-US" dirty="0"/>
              <a:t>')</a:t>
            </a:r>
          </a:p>
          <a:p>
            <a:r>
              <a:rPr lang="en-US" dirty="0"/>
              <a:t>12 print('--------------')</a:t>
            </a:r>
          </a:p>
          <a:p>
            <a:r>
              <a:rPr lang="en-US" dirty="0"/>
              <a:t>13</a:t>
            </a:r>
          </a:p>
          <a:p>
            <a:r>
              <a:rPr lang="en-US" dirty="0"/>
              <a:t>14 # Print the speeds.</a:t>
            </a:r>
          </a:p>
          <a:p>
            <a:r>
              <a:rPr lang="en-US" dirty="0"/>
              <a:t>15 for kph in range(START_SPEED, END_SPEED, INCREMENT)</a:t>
            </a:r>
          </a:p>
          <a:p>
            <a:r>
              <a:rPr lang="en-US" dirty="0"/>
              <a:t>16 mph = kph * CONVERSION_FACTOR</a:t>
            </a:r>
          </a:p>
          <a:p>
            <a:r>
              <a:rPr lang="en-US" dirty="0"/>
              <a:t>17 print(f'{kph}\t{mph:.1f}')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143959-2565-4799-AD3E-48B682ABD97C}"/>
              </a:ext>
            </a:extLst>
          </p:cNvPr>
          <p:cNvSpPr/>
          <p:nvPr/>
        </p:nvSpPr>
        <p:spPr>
          <a:xfrm>
            <a:off x="7005918" y="1388694"/>
            <a:ext cx="2761130" cy="313932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Program Output</a:t>
            </a:r>
          </a:p>
          <a:p>
            <a:r>
              <a:rPr lang="en-US" dirty="0"/>
              <a:t>KPH MPH</a:t>
            </a:r>
          </a:p>
          <a:p>
            <a:r>
              <a:rPr lang="en-US" dirty="0"/>
              <a:t>----------------</a:t>
            </a:r>
          </a:p>
          <a:p>
            <a:r>
              <a:rPr lang="en-US" dirty="0"/>
              <a:t>60     37.3</a:t>
            </a:r>
          </a:p>
          <a:p>
            <a:r>
              <a:rPr lang="en-US" dirty="0"/>
              <a:t>70     43.5</a:t>
            </a:r>
          </a:p>
          <a:p>
            <a:r>
              <a:rPr lang="en-US" dirty="0"/>
              <a:t>80     49.7</a:t>
            </a:r>
          </a:p>
          <a:p>
            <a:r>
              <a:rPr lang="en-US" dirty="0"/>
              <a:t>90     55.9</a:t>
            </a:r>
          </a:p>
          <a:p>
            <a:r>
              <a:rPr lang="en-US" dirty="0"/>
              <a:t>100   62.1</a:t>
            </a:r>
          </a:p>
          <a:p>
            <a:r>
              <a:rPr lang="en-US" dirty="0"/>
              <a:t>110   68.4</a:t>
            </a:r>
          </a:p>
          <a:p>
            <a:r>
              <a:rPr lang="en-US" dirty="0"/>
              <a:t>120   74.6</a:t>
            </a:r>
          </a:p>
          <a:p>
            <a:r>
              <a:rPr lang="en-US" dirty="0"/>
              <a:t>130   80.8</a:t>
            </a:r>
          </a:p>
        </p:txBody>
      </p:sp>
    </p:spTree>
    <p:extLst>
      <p:ext uri="{BB962C8B-B14F-4D97-AF65-F5344CB8AC3E}">
        <p14:creationId xmlns:p14="http://schemas.microsoft.com/office/powerpoint/2010/main" val="2966429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89F0-F684-4D37-AE76-B9C263815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6921"/>
            <a:ext cx="10058400" cy="1092077"/>
          </a:xfrm>
        </p:spPr>
        <p:txBody>
          <a:bodyPr/>
          <a:lstStyle/>
          <a:p>
            <a:r>
              <a:rPr lang="en-US" dirty="0"/>
              <a:t>Sentinels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FDD67-AB4A-46EB-8BD0-B2232DE4F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5" y="1368998"/>
            <a:ext cx="3316941" cy="3931920"/>
          </a:xfrm>
        </p:spPr>
        <p:txBody>
          <a:bodyPr/>
          <a:lstStyle/>
          <a:p>
            <a:r>
              <a:rPr lang="en-US" dirty="0"/>
              <a:t>A sentinel is a special value that marks the end of a sequence of items.</a:t>
            </a:r>
          </a:p>
          <a:p>
            <a:r>
              <a:rPr lang="en-US" dirty="0"/>
              <a:t>When a program reads the sentinel value, it knows it has reached the end of the sequence, so the loop terminates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098DF2-0840-4698-AE45-9ABA44C2E20D}"/>
              </a:ext>
            </a:extLst>
          </p:cNvPr>
          <p:cNvSpPr/>
          <p:nvPr/>
        </p:nvSpPr>
        <p:spPr>
          <a:xfrm>
            <a:off x="3715873" y="945847"/>
            <a:ext cx="4616823" cy="526297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1 # This program displays property taxes.</a:t>
            </a:r>
          </a:p>
          <a:p>
            <a:r>
              <a:rPr lang="en-US" sz="1400" dirty="0"/>
              <a:t>2 </a:t>
            </a:r>
          </a:p>
          <a:p>
            <a:r>
              <a:rPr lang="en-US" sz="1400" dirty="0"/>
              <a:t>3 TAX_FACTOR = 0.0065 # Represents the tax factor</a:t>
            </a:r>
          </a:p>
          <a:p>
            <a:r>
              <a:rPr lang="en-US" sz="1400" dirty="0"/>
              <a:t>5 # Get the first lot number.</a:t>
            </a:r>
          </a:p>
          <a:p>
            <a:r>
              <a:rPr lang="en-US" sz="1400" dirty="0"/>
              <a:t>6 print('Enter the property lot number or enter 0 to end.')</a:t>
            </a:r>
          </a:p>
          <a:p>
            <a:r>
              <a:rPr lang="en-US" sz="1400" dirty="0"/>
              <a:t>7 lot = int(input('Lot number: '))</a:t>
            </a:r>
          </a:p>
          <a:p>
            <a:r>
              <a:rPr lang="en-US" sz="1400" dirty="0"/>
              <a:t>8 </a:t>
            </a:r>
          </a:p>
          <a:p>
            <a:r>
              <a:rPr lang="en-US" sz="1400" dirty="0"/>
              <a:t>9 # Continue processing as long as the user</a:t>
            </a:r>
          </a:p>
          <a:p>
            <a:r>
              <a:rPr lang="en-US" sz="1400" dirty="0"/>
              <a:t>10 # does not enter lot number 0.</a:t>
            </a:r>
          </a:p>
          <a:p>
            <a:r>
              <a:rPr lang="en-US" sz="1400" dirty="0"/>
              <a:t>11 while lot != 0:</a:t>
            </a:r>
          </a:p>
          <a:p>
            <a:r>
              <a:rPr lang="en-US" sz="1400" dirty="0"/>
              <a:t>12 # Get the property value.</a:t>
            </a:r>
          </a:p>
          <a:p>
            <a:r>
              <a:rPr lang="en-US" sz="1400" dirty="0"/>
              <a:t>13 value = float(input('Enter the property value: '))</a:t>
            </a:r>
          </a:p>
          <a:p>
            <a:r>
              <a:rPr lang="en-US" sz="1400" dirty="0"/>
              <a:t>14 </a:t>
            </a:r>
          </a:p>
          <a:p>
            <a:r>
              <a:rPr lang="en-US" sz="1400" dirty="0"/>
              <a:t>15 # Calculate the property's tax.</a:t>
            </a:r>
          </a:p>
          <a:p>
            <a:r>
              <a:rPr lang="en-US" sz="1400" dirty="0"/>
              <a:t>16 tax = value * TAX_FACTOR</a:t>
            </a:r>
          </a:p>
          <a:p>
            <a:r>
              <a:rPr lang="en-US" sz="1400" dirty="0"/>
              <a:t>17 </a:t>
            </a:r>
          </a:p>
          <a:p>
            <a:r>
              <a:rPr lang="en-US" sz="1400" dirty="0"/>
              <a:t>18 # Display the tax.</a:t>
            </a:r>
          </a:p>
          <a:p>
            <a:r>
              <a:rPr lang="en-US" sz="1400" dirty="0"/>
              <a:t>19 print(</a:t>
            </a:r>
            <a:r>
              <a:rPr lang="en-US" sz="1400" dirty="0" err="1"/>
              <a:t>f'Property</a:t>
            </a:r>
            <a:r>
              <a:rPr lang="en-US" sz="1400" dirty="0"/>
              <a:t> tax: ${tax:,.2f}')</a:t>
            </a:r>
          </a:p>
          <a:p>
            <a:r>
              <a:rPr lang="en-US" sz="1400" dirty="0"/>
              <a:t>20 </a:t>
            </a:r>
          </a:p>
          <a:p>
            <a:r>
              <a:rPr lang="en-US" sz="1400" dirty="0"/>
              <a:t>21 # Get the next lot number.</a:t>
            </a:r>
          </a:p>
          <a:p>
            <a:r>
              <a:rPr lang="en-US" sz="1400" dirty="0"/>
              <a:t>22 print('Enter the next lot number or enter 0 to end.')</a:t>
            </a:r>
          </a:p>
          <a:p>
            <a:r>
              <a:rPr lang="en-US" sz="1400" dirty="0"/>
              <a:t>23 lot = int(input('Lot number: '))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76AB7B-8971-4721-8BA8-79E0A734A131}"/>
              </a:ext>
            </a:extLst>
          </p:cNvPr>
          <p:cNvSpPr/>
          <p:nvPr/>
        </p:nvSpPr>
        <p:spPr>
          <a:xfrm>
            <a:off x="7920318" y="3746646"/>
            <a:ext cx="4894730" cy="3108543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Program Output (with input shown in bold)</a:t>
            </a:r>
          </a:p>
          <a:p>
            <a:endParaRPr lang="en-US" sz="1400" dirty="0"/>
          </a:p>
          <a:p>
            <a:r>
              <a:rPr lang="en-US" sz="1400" dirty="0"/>
              <a:t>Enter the property lot number or enter 0 to end. </a:t>
            </a:r>
          </a:p>
          <a:p>
            <a:r>
              <a:rPr lang="en-US" sz="1400" dirty="0"/>
              <a:t>Lot number: 100 </a:t>
            </a:r>
          </a:p>
          <a:p>
            <a:r>
              <a:rPr lang="en-US" sz="1400" dirty="0"/>
              <a:t>Enter the property value: 100000.00 </a:t>
            </a:r>
          </a:p>
          <a:p>
            <a:r>
              <a:rPr lang="en-US" sz="1400" dirty="0"/>
              <a:t>Property tax: $650.00.</a:t>
            </a:r>
          </a:p>
          <a:p>
            <a:endParaRPr lang="en-US" sz="1400" dirty="0"/>
          </a:p>
          <a:p>
            <a:r>
              <a:rPr lang="en-US" sz="1400" dirty="0"/>
              <a:t>Enter the next lot number or enter 0 to end.</a:t>
            </a:r>
          </a:p>
          <a:p>
            <a:r>
              <a:rPr lang="en-US" sz="1400" dirty="0"/>
              <a:t>Lot number: 200</a:t>
            </a:r>
          </a:p>
          <a:p>
            <a:r>
              <a:rPr lang="en-US" sz="1400" dirty="0"/>
              <a:t>Enter the property value: 5000.00 </a:t>
            </a:r>
          </a:p>
          <a:p>
            <a:r>
              <a:rPr lang="en-US" sz="1400" dirty="0"/>
              <a:t>Property tax: $32.50.</a:t>
            </a:r>
          </a:p>
          <a:p>
            <a:endParaRPr lang="en-US" sz="1400" dirty="0"/>
          </a:p>
          <a:p>
            <a:r>
              <a:rPr lang="en-US" sz="1400" dirty="0"/>
              <a:t>Enter the next lot number or enter 0 to end.</a:t>
            </a:r>
          </a:p>
          <a:p>
            <a:r>
              <a:rPr lang="en-US" sz="1400" dirty="0"/>
              <a:t>Lot number: 0</a:t>
            </a:r>
          </a:p>
        </p:txBody>
      </p:sp>
    </p:spTree>
    <p:extLst>
      <p:ext uri="{BB962C8B-B14F-4D97-AF65-F5344CB8AC3E}">
        <p14:creationId xmlns:p14="http://schemas.microsoft.com/office/powerpoint/2010/main" val="181797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385A-6A68-4E07-9B6D-6D07B5F3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682" y="747568"/>
            <a:ext cx="10058400" cy="769347"/>
          </a:xfrm>
        </p:spPr>
        <p:txBody>
          <a:bodyPr/>
          <a:lstStyle/>
          <a:p>
            <a:pPr algn="ctr"/>
            <a:r>
              <a:rPr lang="en-US" dirty="0"/>
              <a:t>Input Validation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743D7-7AF1-4BDD-AA07-9C6B785B2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917" y="1793838"/>
            <a:ext cx="9610165" cy="3931920"/>
          </a:xfrm>
        </p:spPr>
        <p:txBody>
          <a:bodyPr/>
          <a:lstStyle/>
          <a:p>
            <a:r>
              <a:rPr lang="en-US" dirty="0"/>
              <a:t>Input validation is the process of inspecting data that has been input to a program, to make sure it is valid before it is used in a computation.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Input validation is commonly done with a loop that iterates as long as an input variable references bad data</a:t>
            </a:r>
          </a:p>
        </p:txBody>
      </p:sp>
    </p:spTree>
    <p:extLst>
      <p:ext uri="{BB962C8B-B14F-4D97-AF65-F5344CB8AC3E}">
        <p14:creationId xmlns:p14="http://schemas.microsoft.com/office/powerpoint/2010/main" val="2699963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89E2-F54E-471D-B186-F2224A4A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DD7C7-7790-4280-934F-678D1B576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D13A7C-F9D1-4F65-BD65-341B4F9E7DC5}"/>
              </a:ext>
            </a:extLst>
          </p:cNvPr>
          <p:cNvSpPr/>
          <p:nvPr/>
        </p:nvSpPr>
        <p:spPr>
          <a:xfrm>
            <a:off x="649941" y="889843"/>
            <a:ext cx="6858002" cy="507831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 # This program calculates retail prices.</a:t>
            </a:r>
          </a:p>
          <a:p>
            <a:r>
              <a:rPr lang="en-US" dirty="0"/>
              <a:t>2 MARK_UP = 2.5 # The markup percentage</a:t>
            </a:r>
          </a:p>
          <a:p>
            <a:r>
              <a:rPr lang="en-US" dirty="0"/>
              <a:t>3 another = 'y' # Variable to control the loop.</a:t>
            </a:r>
          </a:p>
          <a:p>
            <a:r>
              <a:rPr lang="en-US" dirty="0"/>
              <a:t>4 </a:t>
            </a:r>
          </a:p>
          <a:p>
            <a:r>
              <a:rPr lang="en-US" dirty="0"/>
              <a:t>5 # Process one or more items.</a:t>
            </a:r>
          </a:p>
          <a:p>
            <a:r>
              <a:rPr lang="en-US" dirty="0"/>
              <a:t>6 while another == 'y' or another == 'Y':</a:t>
            </a:r>
          </a:p>
          <a:p>
            <a:r>
              <a:rPr lang="en-US" dirty="0"/>
              <a:t>7 # Get the item's wholesale cost.</a:t>
            </a:r>
          </a:p>
          <a:p>
            <a:r>
              <a:rPr lang="en-US" dirty="0"/>
              <a:t>8 wholesale = float(input("Enter the item's wholesale cost: "))</a:t>
            </a:r>
          </a:p>
          <a:p>
            <a:r>
              <a:rPr lang="en-US" dirty="0"/>
              <a:t>9 </a:t>
            </a:r>
          </a:p>
          <a:p>
            <a:r>
              <a:rPr lang="en-US" dirty="0"/>
              <a:t>10 # Calculate the retail price.</a:t>
            </a:r>
          </a:p>
          <a:p>
            <a:r>
              <a:rPr lang="en-US" dirty="0"/>
              <a:t>11 retail = wholesale * MARK_UP</a:t>
            </a:r>
          </a:p>
          <a:p>
            <a:r>
              <a:rPr lang="en-US" dirty="0"/>
              <a:t>12 </a:t>
            </a:r>
          </a:p>
          <a:p>
            <a:r>
              <a:rPr lang="en-US" dirty="0"/>
              <a:t>13 # Display the retail price.</a:t>
            </a:r>
          </a:p>
          <a:p>
            <a:r>
              <a:rPr lang="en-US" dirty="0"/>
              <a:t>14 print(</a:t>
            </a:r>
            <a:r>
              <a:rPr lang="en-US" dirty="0" err="1"/>
              <a:t>f'Retail</a:t>
            </a:r>
            <a:r>
              <a:rPr lang="en-US" dirty="0"/>
              <a:t> price: ${retail:,.2f}')</a:t>
            </a:r>
          </a:p>
          <a:p>
            <a:r>
              <a:rPr lang="en-US" dirty="0"/>
              <a:t>15 </a:t>
            </a:r>
          </a:p>
          <a:p>
            <a:r>
              <a:rPr lang="en-US" dirty="0"/>
              <a:t>16 # Do this again?</a:t>
            </a:r>
          </a:p>
          <a:p>
            <a:r>
              <a:rPr lang="en-US" dirty="0"/>
              <a:t>17 another = input('Do you have another item? ' +</a:t>
            </a:r>
          </a:p>
          <a:p>
            <a:r>
              <a:rPr lang="en-US" dirty="0"/>
              <a:t>18 '(Enter y for yes): 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285689-FE4E-4D21-99B7-C1C926E78C9A}"/>
              </a:ext>
            </a:extLst>
          </p:cNvPr>
          <p:cNvSpPr/>
          <p:nvPr/>
        </p:nvSpPr>
        <p:spPr>
          <a:xfrm>
            <a:off x="7364507" y="1413062"/>
            <a:ext cx="4576482" cy="403187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Program Output (with input shown in bold)</a:t>
            </a:r>
          </a:p>
          <a:p>
            <a:endParaRPr lang="en-US" sz="1600" dirty="0"/>
          </a:p>
          <a:p>
            <a:r>
              <a:rPr lang="en-US" sz="1600" dirty="0"/>
              <a:t>Enter the item's wholesale cost: 10.00</a:t>
            </a:r>
          </a:p>
          <a:p>
            <a:r>
              <a:rPr lang="en-US" sz="1600" dirty="0"/>
              <a:t>Retail price: $25.00</a:t>
            </a:r>
          </a:p>
          <a:p>
            <a:r>
              <a:rPr lang="en-US" sz="1600" dirty="0"/>
              <a:t>Do you have another item? (Enter y for yes): y</a:t>
            </a:r>
          </a:p>
          <a:p>
            <a:endParaRPr lang="en-US" sz="1600" dirty="0"/>
          </a:p>
          <a:p>
            <a:r>
              <a:rPr lang="en-US" sz="1600" dirty="0"/>
              <a:t>Enter the item's wholesale cost: 15.00</a:t>
            </a:r>
          </a:p>
          <a:p>
            <a:r>
              <a:rPr lang="en-US" sz="1600" dirty="0"/>
              <a:t>Retail price: $37.50</a:t>
            </a:r>
          </a:p>
          <a:p>
            <a:r>
              <a:rPr lang="en-US" sz="1600" dirty="0"/>
              <a:t>Do you have another item? (Enter y for yes): y </a:t>
            </a:r>
          </a:p>
          <a:p>
            <a:endParaRPr lang="en-US" sz="1600" dirty="0"/>
          </a:p>
          <a:p>
            <a:r>
              <a:rPr lang="en-US" sz="1600" dirty="0"/>
              <a:t>Enter the item's wholesale cost: 12.50 Enter</a:t>
            </a:r>
          </a:p>
          <a:p>
            <a:r>
              <a:rPr lang="en-US" sz="1600" dirty="0"/>
              <a:t>Retail price: $31.25</a:t>
            </a:r>
          </a:p>
          <a:p>
            <a:r>
              <a:rPr lang="en-US" sz="1600" dirty="0"/>
              <a:t>Do you have another item? (Enter y for yes): 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0559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CE05-E2C9-437F-BED7-7D67B655B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435685"/>
            <a:ext cx="4742331" cy="5978562"/>
          </a:xfrm>
          <a:solidFill>
            <a:schemeClr val="accent4">
              <a:lumMod val="50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1 # This program calculates retail prices.</a:t>
            </a:r>
          </a:p>
          <a:p>
            <a:pPr marL="0" indent="0">
              <a:buNone/>
            </a:pPr>
            <a:r>
              <a:rPr lang="en-US" dirty="0"/>
              <a:t>2 MARK_UP = 2.5 # The markup percentage</a:t>
            </a:r>
          </a:p>
          <a:p>
            <a:pPr marL="0" indent="0">
              <a:buNone/>
            </a:pPr>
            <a:r>
              <a:rPr lang="en-US" dirty="0"/>
              <a:t>3 another = 'y' # Variable to control the loop.</a:t>
            </a:r>
          </a:p>
          <a:p>
            <a:pPr marL="0" indent="0">
              <a:buNone/>
            </a:pPr>
            <a:r>
              <a:rPr lang="en-US" dirty="0"/>
              <a:t>4 </a:t>
            </a:r>
          </a:p>
          <a:p>
            <a:pPr marL="0" indent="0">
              <a:buNone/>
            </a:pPr>
            <a:r>
              <a:rPr lang="en-US" dirty="0"/>
              <a:t>5 # Process one or more items.</a:t>
            </a:r>
          </a:p>
          <a:p>
            <a:pPr marL="0" indent="0">
              <a:buNone/>
            </a:pPr>
            <a:r>
              <a:rPr lang="en-US" dirty="0"/>
              <a:t>6 while another == 'y' or another == 'Y':</a:t>
            </a:r>
          </a:p>
          <a:p>
            <a:pPr marL="0" indent="0">
              <a:buNone/>
            </a:pPr>
            <a:r>
              <a:rPr lang="en-US" dirty="0"/>
              <a:t>7 # Get the item's wholesale cost.</a:t>
            </a:r>
          </a:p>
          <a:p>
            <a:pPr marL="0" indent="0">
              <a:buNone/>
            </a:pPr>
            <a:r>
              <a:rPr lang="en-US" dirty="0"/>
              <a:t>8 wholesale = float(input("Enter the item's wholesale cost: "))</a:t>
            </a:r>
          </a:p>
          <a:p>
            <a:pPr marL="0" indent="0">
              <a:buNone/>
            </a:pPr>
            <a:r>
              <a:rPr lang="en-US" dirty="0"/>
              <a:t>9 </a:t>
            </a:r>
          </a:p>
          <a:p>
            <a:pPr marL="0" indent="0">
              <a:buNone/>
            </a:pPr>
            <a:r>
              <a:rPr lang="en-US" dirty="0"/>
              <a:t>10 # Validate the wholesale cost.</a:t>
            </a:r>
          </a:p>
          <a:p>
            <a:pPr marL="0" indent="0">
              <a:buNone/>
            </a:pPr>
            <a:r>
              <a:rPr lang="en-US" dirty="0"/>
              <a:t>11 while wholesale &lt; 0:</a:t>
            </a:r>
          </a:p>
          <a:p>
            <a:pPr marL="0" indent="0">
              <a:buNone/>
            </a:pPr>
            <a:r>
              <a:rPr lang="en-US" dirty="0"/>
              <a:t>12 print('ERROR: the cost cannot be negative.')</a:t>
            </a:r>
          </a:p>
          <a:p>
            <a:pPr marL="0" indent="0">
              <a:buNone/>
            </a:pPr>
            <a:r>
              <a:rPr lang="en-US" dirty="0"/>
              <a:t>13 wholesale = float(input('Enter the correct ' +</a:t>
            </a:r>
          </a:p>
          <a:p>
            <a:pPr marL="0" indent="0">
              <a:buNone/>
            </a:pPr>
            <a:r>
              <a:rPr lang="en-US" dirty="0"/>
              <a:t>14 'wholesale cost: '))</a:t>
            </a:r>
          </a:p>
          <a:p>
            <a:pPr marL="0" indent="0">
              <a:buNone/>
            </a:pPr>
            <a:r>
              <a:rPr lang="en-US" dirty="0"/>
              <a:t>15 </a:t>
            </a:r>
          </a:p>
          <a:p>
            <a:pPr marL="0" indent="0">
              <a:buNone/>
            </a:pPr>
            <a:r>
              <a:rPr lang="en-US" dirty="0"/>
              <a:t>16 # Calculate the retail price.</a:t>
            </a:r>
          </a:p>
          <a:p>
            <a:pPr marL="0" indent="0">
              <a:buNone/>
            </a:pPr>
            <a:r>
              <a:rPr lang="en-US" dirty="0"/>
              <a:t>17 retail = wholesale * MARK_UP</a:t>
            </a:r>
          </a:p>
          <a:p>
            <a:pPr marL="0" indent="0">
              <a:buNone/>
            </a:pPr>
            <a:r>
              <a:rPr lang="en-US" dirty="0"/>
              <a:t>18 </a:t>
            </a:r>
          </a:p>
          <a:p>
            <a:pPr marL="0" indent="0">
              <a:buNone/>
            </a:pPr>
            <a:r>
              <a:rPr lang="en-US" dirty="0"/>
              <a:t>19 # Display the retail price.</a:t>
            </a:r>
          </a:p>
          <a:p>
            <a:pPr marL="0" indent="0">
              <a:buNone/>
            </a:pPr>
            <a:r>
              <a:rPr lang="en-US" dirty="0"/>
              <a:t>20 print(</a:t>
            </a:r>
            <a:r>
              <a:rPr lang="en-US" dirty="0" err="1"/>
              <a:t>f'Retail</a:t>
            </a:r>
            <a:r>
              <a:rPr lang="en-US" dirty="0"/>
              <a:t> price: ${retail:,.2f}')</a:t>
            </a:r>
          </a:p>
          <a:p>
            <a:pPr marL="0" indent="0">
              <a:buNone/>
            </a:pPr>
            <a:r>
              <a:rPr lang="en-US" dirty="0"/>
              <a:t>21 </a:t>
            </a:r>
          </a:p>
          <a:p>
            <a:pPr marL="0" indent="0">
              <a:buNone/>
            </a:pPr>
            <a:r>
              <a:rPr lang="en-US" dirty="0"/>
              <a:t>22 </a:t>
            </a:r>
          </a:p>
          <a:p>
            <a:pPr marL="0" indent="0">
              <a:buNone/>
            </a:pPr>
            <a:r>
              <a:rPr lang="en-US" dirty="0"/>
              <a:t>23 # Do this again?</a:t>
            </a:r>
          </a:p>
          <a:p>
            <a:pPr marL="0" indent="0">
              <a:buNone/>
            </a:pPr>
            <a:r>
              <a:rPr lang="en-US" dirty="0"/>
              <a:t>24 another = input('Do you have another item? ' +</a:t>
            </a:r>
          </a:p>
          <a:p>
            <a:pPr marL="0" indent="0">
              <a:buNone/>
            </a:pPr>
            <a:r>
              <a:rPr lang="en-US" dirty="0"/>
              <a:t>25 '(Enter y for yes): 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AA2E-3F76-44F2-BC44-58F3B1B43E9A}"/>
              </a:ext>
            </a:extLst>
          </p:cNvPr>
          <p:cNvSpPr/>
          <p:nvPr/>
        </p:nvSpPr>
        <p:spPr>
          <a:xfrm>
            <a:off x="5580529" y="2377025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Program Output (with input shown in bold)</a:t>
            </a:r>
          </a:p>
          <a:p>
            <a:endParaRPr lang="en-US" dirty="0"/>
          </a:p>
          <a:p>
            <a:r>
              <a:rPr lang="en-US" dirty="0"/>
              <a:t>Enter the item's wholesale cost: −.50 </a:t>
            </a:r>
          </a:p>
          <a:p>
            <a:r>
              <a:rPr lang="en-US" dirty="0"/>
              <a:t>ERROR: the cost cannot be negative.</a:t>
            </a:r>
          </a:p>
          <a:p>
            <a:endParaRPr lang="en-US" dirty="0"/>
          </a:p>
          <a:p>
            <a:r>
              <a:rPr lang="en-US" dirty="0"/>
              <a:t>Enter the correct wholesale cost: 0.50</a:t>
            </a:r>
          </a:p>
          <a:p>
            <a:r>
              <a:rPr lang="en-US" dirty="0"/>
              <a:t>Retail price: $1.25</a:t>
            </a:r>
          </a:p>
          <a:p>
            <a:endParaRPr lang="en-US" dirty="0"/>
          </a:p>
          <a:p>
            <a:r>
              <a:rPr lang="en-US" dirty="0"/>
              <a:t>Do you have another item? (Enter y for yes): n</a:t>
            </a:r>
          </a:p>
        </p:txBody>
      </p:sp>
    </p:spTree>
    <p:extLst>
      <p:ext uri="{BB962C8B-B14F-4D97-AF65-F5344CB8AC3E}">
        <p14:creationId xmlns:p14="http://schemas.microsoft.com/office/powerpoint/2010/main" val="3118951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7B93-52C4-4A10-8DB7-857D150C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D11BB8-88DB-4A53-B594-C817E7722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069" y="739588"/>
            <a:ext cx="9051862" cy="547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5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7E03-CD10-4178-95B9-60808DDCC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4771-C030-41E2-BA37-79B46CE28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98755"/>
            <a:ext cx="7109012" cy="2952974"/>
          </a:xfrm>
          <a:solidFill>
            <a:srgbClr val="002060"/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number = int(input('Enter any number between 100 and 500 '))</a:t>
            </a:r>
          </a:p>
          <a:p>
            <a:pPr marL="0" indent="0">
              <a:buNone/>
            </a:pPr>
            <a:r>
              <a:rPr lang="en-US" dirty="0"/>
              <a:t># number greater than 100 and less than 500</a:t>
            </a:r>
          </a:p>
          <a:p>
            <a:pPr marL="0" indent="0">
              <a:buNone/>
            </a:pPr>
            <a:r>
              <a:rPr lang="en-US" dirty="0"/>
              <a:t>while number &lt; 100 or number &gt; 500:</a:t>
            </a:r>
          </a:p>
          <a:p>
            <a:pPr marL="0" indent="0">
              <a:buNone/>
            </a:pPr>
            <a:r>
              <a:rPr lang="en-US" dirty="0"/>
              <a:t>    print('Incorrect number, Please enter correct number:')</a:t>
            </a:r>
          </a:p>
          <a:p>
            <a:pPr marL="0" indent="0">
              <a:buNone/>
            </a:pPr>
            <a:r>
              <a:rPr lang="en-US" dirty="0"/>
              <a:t>    number = int(input('Enter a Number between 100 and 500 '))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    print("Given Number is correct", number)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BF61B-E8D2-4A61-AF77-E53B870ADD06}"/>
              </a:ext>
            </a:extLst>
          </p:cNvPr>
          <p:cNvSpPr/>
          <p:nvPr/>
        </p:nvSpPr>
        <p:spPr>
          <a:xfrm>
            <a:off x="4459940" y="3751729"/>
            <a:ext cx="6338047" cy="175432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Enter any number between 100 and 500 700</a:t>
            </a:r>
          </a:p>
          <a:p>
            <a:r>
              <a:rPr lang="en-US" dirty="0"/>
              <a:t>Incorrect number, Please enter correct number:</a:t>
            </a:r>
          </a:p>
          <a:p>
            <a:r>
              <a:rPr lang="en-US" dirty="0"/>
              <a:t>Enter a Number between 100 and 500 98</a:t>
            </a:r>
          </a:p>
          <a:p>
            <a:r>
              <a:rPr lang="en-US" dirty="0"/>
              <a:t>Incorrect number, Please enter correct number:</a:t>
            </a:r>
          </a:p>
          <a:p>
            <a:r>
              <a:rPr lang="en-US" dirty="0"/>
              <a:t>Enter a Number between 100 and 500 300</a:t>
            </a:r>
          </a:p>
          <a:p>
            <a:r>
              <a:rPr lang="en-US" dirty="0"/>
              <a:t>Given Number is correct 300</a:t>
            </a:r>
          </a:p>
        </p:txBody>
      </p:sp>
    </p:spTree>
    <p:extLst>
      <p:ext uri="{BB962C8B-B14F-4D97-AF65-F5344CB8AC3E}">
        <p14:creationId xmlns:p14="http://schemas.microsoft.com/office/powerpoint/2010/main" val="2974293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0E50-A23F-47E0-847C-4B9FBA98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7160"/>
            <a:ext cx="10058400" cy="1371600"/>
          </a:xfrm>
        </p:spPr>
        <p:txBody>
          <a:bodyPr/>
          <a:lstStyle/>
          <a:p>
            <a:r>
              <a:rPr lang="en-US" dirty="0"/>
              <a:t>Nested Loops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5FB18B-B89D-47F0-92E3-21A537338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2541" y="497541"/>
            <a:ext cx="5525549" cy="59167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2FECC2-3099-4CE8-A1C4-E5FFA793B306}"/>
              </a:ext>
            </a:extLst>
          </p:cNvPr>
          <p:cNvSpPr/>
          <p:nvPr/>
        </p:nvSpPr>
        <p:spPr>
          <a:xfrm>
            <a:off x="1066800" y="2137646"/>
            <a:ext cx="3783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loop that is inside another loop is called a nested loop</a:t>
            </a:r>
          </a:p>
        </p:txBody>
      </p:sp>
    </p:spTree>
    <p:extLst>
      <p:ext uri="{BB962C8B-B14F-4D97-AF65-F5344CB8AC3E}">
        <p14:creationId xmlns:p14="http://schemas.microsoft.com/office/powerpoint/2010/main" val="2812857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1C014E-FA0E-4819-9D05-1C6D285DB770}"/>
              </a:ext>
            </a:extLst>
          </p:cNvPr>
          <p:cNvSpPr/>
          <p:nvPr/>
        </p:nvSpPr>
        <p:spPr>
          <a:xfrm>
            <a:off x="114300" y="60207"/>
            <a:ext cx="5981700" cy="5047536"/>
          </a:xfrm>
          <a:prstGeom prst="rect">
            <a:avLst/>
          </a:prstGeom>
          <a:solidFill>
            <a:srgbClr val="298B89"/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(test_score_averages.py)</a:t>
            </a:r>
          </a:p>
          <a:p>
            <a:r>
              <a:rPr lang="en-US" sz="1400" dirty="0"/>
              <a:t>1 # This program averages test scores. It asks the user for the</a:t>
            </a:r>
          </a:p>
          <a:p>
            <a:r>
              <a:rPr lang="en-US" sz="1400" dirty="0"/>
              <a:t>2 # number of students and the number of test scores per student.</a:t>
            </a:r>
          </a:p>
          <a:p>
            <a:r>
              <a:rPr lang="en-US" sz="1400" dirty="0"/>
              <a:t>3 </a:t>
            </a:r>
          </a:p>
          <a:p>
            <a:r>
              <a:rPr lang="en-US" sz="1400" dirty="0"/>
              <a:t>4 # Get the number of students.</a:t>
            </a:r>
          </a:p>
          <a:p>
            <a:r>
              <a:rPr lang="en-US" sz="1400" dirty="0"/>
              <a:t>5 </a:t>
            </a:r>
            <a:r>
              <a:rPr lang="en-US" sz="1400" dirty="0" err="1"/>
              <a:t>num_students</a:t>
            </a:r>
            <a:r>
              <a:rPr lang="en-US" sz="1400" dirty="0"/>
              <a:t> = int(input('How many students do you have? '))</a:t>
            </a:r>
          </a:p>
          <a:p>
            <a:r>
              <a:rPr lang="en-US" sz="1400" dirty="0"/>
              <a:t>6 </a:t>
            </a:r>
          </a:p>
          <a:p>
            <a:r>
              <a:rPr lang="en-US" sz="1400" dirty="0"/>
              <a:t>7 # Get the number of test scores per student.</a:t>
            </a:r>
          </a:p>
          <a:p>
            <a:r>
              <a:rPr lang="en-US" sz="1400" dirty="0"/>
              <a:t>8 </a:t>
            </a:r>
            <a:r>
              <a:rPr lang="en-US" sz="1400" dirty="0" err="1"/>
              <a:t>num_test_scores</a:t>
            </a:r>
            <a:r>
              <a:rPr lang="en-US" sz="1400" dirty="0"/>
              <a:t> = int(input('How many test scores per student? '))</a:t>
            </a:r>
          </a:p>
          <a:p>
            <a:r>
              <a:rPr lang="en-US" sz="1400" dirty="0"/>
              <a:t>9 </a:t>
            </a:r>
          </a:p>
          <a:p>
            <a:r>
              <a:rPr lang="en-US" sz="1400" dirty="0"/>
              <a:t>10 # Determine each student's average test score.</a:t>
            </a:r>
          </a:p>
          <a:p>
            <a:r>
              <a:rPr lang="en-US" sz="1400" dirty="0"/>
              <a:t>11 for student in range(</a:t>
            </a:r>
            <a:r>
              <a:rPr lang="en-US" sz="1400" dirty="0" err="1"/>
              <a:t>num_students</a:t>
            </a:r>
            <a:r>
              <a:rPr lang="en-US" sz="1400" dirty="0"/>
              <a:t>):</a:t>
            </a:r>
          </a:p>
          <a:p>
            <a:r>
              <a:rPr lang="en-US" sz="1400" dirty="0"/>
              <a:t>12 # Initialize an accumulator for the test scores.</a:t>
            </a:r>
          </a:p>
          <a:p>
            <a:r>
              <a:rPr lang="en-US" sz="1400" dirty="0"/>
              <a:t>13 total = 0.0</a:t>
            </a:r>
          </a:p>
          <a:p>
            <a:r>
              <a:rPr lang="en-US" sz="1400" dirty="0"/>
              <a:t>14 </a:t>
            </a:r>
          </a:p>
          <a:p>
            <a:r>
              <a:rPr lang="en-US" sz="1400" dirty="0"/>
              <a:t>15 # Display the student number.</a:t>
            </a:r>
          </a:p>
          <a:p>
            <a:r>
              <a:rPr lang="en-US" sz="1400" dirty="0"/>
              <a:t>16 print(</a:t>
            </a:r>
            <a:r>
              <a:rPr lang="en-US" sz="1400" dirty="0" err="1"/>
              <a:t>f'Student</a:t>
            </a:r>
            <a:r>
              <a:rPr lang="en-US" sz="1400" dirty="0"/>
              <a:t> number {student + 1}')</a:t>
            </a:r>
          </a:p>
          <a:p>
            <a:r>
              <a:rPr lang="en-US" sz="1400" dirty="0"/>
              <a:t>17 print('-----------------')</a:t>
            </a:r>
          </a:p>
          <a:p>
            <a:r>
              <a:rPr lang="en-US" sz="1400" dirty="0"/>
              <a:t>18 </a:t>
            </a:r>
          </a:p>
          <a:p>
            <a:r>
              <a:rPr lang="en-US" sz="1400" dirty="0"/>
              <a:t>19 # Get the student's test scores.</a:t>
            </a:r>
          </a:p>
          <a:p>
            <a:r>
              <a:rPr lang="en-US" sz="1400" dirty="0"/>
              <a:t>20 for </a:t>
            </a:r>
            <a:r>
              <a:rPr lang="en-US" sz="1400" dirty="0" err="1"/>
              <a:t>test_num</a:t>
            </a:r>
            <a:r>
              <a:rPr lang="en-US" sz="1400" dirty="0"/>
              <a:t> in range(</a:t>
            </a:r>
            <a:r>
              <a:rPr lang="en-US" sz="1400" dirty="0" err="1"/>
              <a:t>num_test_scores</a:t>
            </a:r>
            <a:r>
              <a:rPr lang="en-US" sz="1400" dirty="0"/>
              <a:t>):</a:t>
            </a:r>
          </a:p>
          <a:p>
            <a:r>
              <a:rPr lang="en-US" sz="1400" dirty="0"/>
              <a:t>21 print(</a:t>
            </a:r>
            <a:r>
              <a:rPr lang="en-US" sz="1400" dirty="0" err="1"/>
              <a:t>f'Test</a:t>
            </a:r>
            <a:r>
              <a:rPr lang="en-US" sz="1400" dirty="0"/>
              <a:t> number {</a:t>
            </a:r>
            <a:r>
              <a:rPr lang="en-US" sz="1400" dirty="0" err="1"/>
              <a:t>test_num</a:t>
            </a:r>
            <a:r>
              <a:rPr lang="en-US" sz="1400" dirty="0"/>
              <a:t> + 1}', end='')</a:t>
            </a:r>
          </a:p>
          <a:p>
            <a:r>
              <a:rPr lang="en-US" sz="1400" dirty="0"/>
              <a:t>22 score = float(input(': '))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D383E-0165-4959-8E9D-217AD4816312}"/>
              </a:ext>
            </a:extLst>
          </p:cNvPr>
          <p:cNvSpPr/>
          <p:nvPr/>
        </p:nvSpPr>
        <p:spPr>
          <a:xfrm>
            <a:off x="6096000" y="60207"/>
            <a:ext cx="5096436" cy="2462213"/>
          </a:xfrm>
          <a:prstGeom prst="rect">
            <a:avLst/>
          </a:prstGeom>
          <a:solidFill>
            <a:srgbClr val="298B89"/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23 </a:t>
            </a:r>
          </a:p>
          <a:p>
            <a:r>
              <a:rPr lang="en-US" sz="1400" dirty="0"/>
              <a:t>24 # Add the score to the accumulator.</a:t>
            </a:r>
          </a:p>
          <a:p>
            <a:r>
              <a:rPr lang="en-US" sz="1400" dirty="0"/>
              <a:t>25 total += score</a:t>
            </a:r>
          </a:p>
          <a:p>
            <a:r>
              <a:rPr lang="en-US" sz="1400" dirty="0"/>
              <a:t>26 </a:t>
            </a:r>
          </a:p>
          <a:p>
            <a:r>
              <a:rPr lang="en-US" sz="1400" dirty="0"/>
              <a:t>27 # Calculate the average test score for this student.</a:t>
            </a:r>
          </a:p>
          <a:p>
            <a:r>
              <a:rPr lang="en-US" sz="1400" dirty="0"/>
              <a:t>28 average = total / </a:t>
            </a:r>
            <a:r>
              <a:rPr lang="en-US" sz="1400" dirty="0" err="1"/>
              <a:t>num_test_scores</a:t>
            </a:r>
            <a:endParaRPr lang="en-US" sz="1400" dirty="0"/>
          </a:p>
          <a:p>
            <a:r>
              <a:rPr lang="en-US" sz="1400" dirty="0"/>
              <a:t>29 </a:t>
            </a:r>
          </a:p>
          <a:p>
            <a:r>
              <a:rPr lang="en-US" sz="1400" dirty="0"/>
              <a:t>30 # Display the average.</a:t>
            </a:r>
          </a:p>
          <a:p>
            <a:r>
              <a:rPr lang="en-US" sz="1400" dirty="0"/>
              <a:t>31 print(</a:t>
            </a:r>
            <a:r>
              <a:rPr lang="en-US" sz="1400" dirty="0" err="1"/>
              <a:t>f'The</a:t>
            </a:r>
            <a:r>
              <a:rPr lang="en-US" sz="1400" dirty="0"/>
              <a:t> average for student number {student + 1} '</a:t>
            </a:r>
          </a:p>
          <a:p>
            <a:r>
              <a:rPr lang="en-US" sz="1400" dirty="0"/>
              <a:t>32 </a:t>
            </a:r>
            <a:r>
              <a:rPr lang="en-US" sz="1400" dirty="0" err="1"/>
              <a:t>f'is</a:t>
            </a:r>
            <a:r>
              <a:rPr lang="en-US" sz="1400" dirty="0"/>
              <a:t>: {average:.1f}')</a:t>
            </a:r>
          </a:p>
          <a:p>
            <a:r>
              <a:rPr lang="en-US" sz="1400" dirty="0"/>
              <a:t>33 print()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7F998-64A2-4148-A4FC-D1744D4F263A}"/>
              </a:ext>
            </a:extLst>
          </p:cNvPr>
          <p:cNvSpPr/>
          <p:nvPr/>
        </p:nvSpPr>
        <p:spPr>
          <a:xfrm>
            <a:off x="5997388" y="2523821"/>
            <a:ext cx="4531659" cy="4154984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Program Output (with input shown in bold)</a:t>
            </a:r>
          </a:p>
          <a:p>
            <a:r>
              <a:rPr lang="en-US" sz="1200" dirty="0"/>
              <a:t>How many students do you have? 3 </a:t>
            </a:r>
          </a:p>
          <a:p>
            <a:r>
              <a:rPr lang="en-US" sz="1200" dirty="0"/>
              <a:t>How many test scores per student? 3 </a:t>
            </a:r>
          </a:p>
          <a:p>
            <a:r>
              <a:rPr lang="en-US" sz="1200" dirty="0"/>
              <a:t>M04_GADD8637_05_GE_C04.indd 224 24/04/2021 12:29</a:t>
            </a:r>
          </a:p>
          <a:p>
            <a:r>
              <a:rPr lang="en-US" sz="1200" dirty="0"/>
              <a:t>Student number 1</a:t>
            </a:r>
          </a:p>
          <a:p>
            <a:r>
              <a:rPr lang="en-US" sz="1200" dirty="0"/>
              <a:t>–––––––––––––––––</a:t>
            </a:r>
          </a:p>
          <a:p>
            <a:r>
              <a:rPr lang="en-US" sz="1200" dirty="0"/>
              <a:t>Test number 1: 100 </a:t>
            </a:r>
          </a:p>
          <a:p>
            <a:r>
              <a:rPr lang="en-US" sz="1200" dirty="0"/>
              <a:t>Test number 2: 95 </a:t>
            </a:r>
          </a:p>
          <a:p>
            <a:r>
              <a:rPr lang="en-US" sz="1200" dirty="0"/>
              <a:t>Test number 3: 90 </a:t>
            </a:r>
          </a:p>
          <a:p>
            <a:r>
              <a:rPr lang="en-US" sz="1200" dirty="0"/>
              <a:t>The average for student number 1 is: 95.0</a:t>
            </a:r>
          </a:p>
          <a:p>
            <a:r>
              <a:rPr lang="en-US" sz="1200" dirty="0"/>
              <a:t>Student number 2</a:t>
            </a:r>
          </a:p>
          <a:p>
            <a:r>
              <a:rPr lang="en-US" sz="1200" dirty="0"/>
              <a:t>–––––––––––––––––</a:t>
            </a:r>
          </a:p>
          <a:p>
            <a:r>
              <a:rPr lang="en-US" sz="1200" dirty="0"/>
              <a:t>Test number 1: 80 </a:t>
            </a:r>
          </a:p>
          <a:p>
            <a:r>
              <a:rPr lang="en-US" sz="1200" dirty="0"/>
              <a:t>Test number 2: 81 </a:t>
            </a:r>
          </a:p>
          <a:p>
            <a:r>
              <a:rPr lang="en-US" sz="1200" dirty="0"/>
              <a:t>Test number 3: 82 </a:t>
            </a:r>
          </a:p>
          <a:p>
            <a:r>
              <a:rPr lang="en-US" sz="1200" dirty="0"/>
              <a:t>The average for student number 2 is: 81.0</a:t>
            </a:r>
          </a:p>
          <a:p>
            <a:r>
              <a:rPr lang="en-US" sz="1200" dirty="0"/>
              <a:t>Student number 3</a:t>
            </a:r>
          </a:p>
          <a:p>
            <a:r>
              <a:rPr lang="en-US" sz="1200" dirty="0"/>
              <a:t>–––––––––––––––––</a:t>
            </a:r>
          </a:p>
          <a:p>
            <a:r>
              <a:rPr lang="en-US" sz="1200" dirty="0"/>
              <a:t>Test number 1: 75 </a:t>
            </a:r>
          </a:p>
          <a:p>
            <a:r>
              <a:rPr lang="en-US" sz="1200" dirty="0"/>
              <a:t>Test number 2: 85 </a:t>
            </a:r>
          </a:p>
          <a:p>
            <a:r>
              <a:rPr lang="en-US" sz="1200" dirty="0"/>
              <a:t>Test number 3: 80 </a:t>
            </a:r>
          </a:p>
          <a:p>
            <a:r>
              <a:rPr lang="en-US" sz="1200" dirty="0"/>
              <a:t>The average for student number 3 is: 80.0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5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A0FE-40E7-44D2-94E6-A8FBEA61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3" y="2291379"/>
            <a:ext cx="6315635" cy="1446904"/>
          </a:xfrm>
          <a:solidFill>
            <a:schemeClr val="accent6">
              <a:lumMod val="7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range(1, 6):  # Outer loop for rows (1 to 5)</a:t>
            </a:r>
          </a:p>
          <a:p>
            <a:pPr marL="0" indent="0">
              <a:buNone/>
            </a:pPr>
            <a:r>
              <a:rPr lang="en-US" dirty="0"/>
              <a:t>    for j in range(1, 11):  # Inner loop for columns (1 to 10)</a:t>
            </a:r>
          </a:p>
          <a:p>
            <a:pPr marL="0" indent="0">
              <a:buNone/>
            </a:pPr>
            <a:r>
              <a:rPr lang="en-US" dirty="0"/>
              <a:t>        product = </a:t>
            </a:r>
            <a:r>
              <a:rPr lang="en-US" dirty="0" err="1"/>
              <a:t>i</a:t>
            </a:r>
            <a:r>
              <a:rPr lang="en-US" dirty="0"/>
              <a:t> * j</a:t>
            </a:r>
          </a:p>
          <a:p>
            <a:pPr marL="0" indent="0">
              <a:buNone/>
            </a:pPr>
            <a:r>
              <a:rPr lang="en-US" dirty="0"/>
              <a:t>        print(f"{</a:t>
            </a:r>
            <a:r>
              <a:rPr lang="en-US" dirty="0" err="1"/>
              <a:t>i</a:t>
            </a:r>
            <a:r>
              <a:rPr lang="en-US" dirty="0"/>
              <a:t>} * {j} = {product}")</a:t>
            </a:r>
          </a:p>
          <a:p>
            <a:pPr marL="0" indent="0">
              <a:buNone/>
            </a:pPr>
            <a:r>
              <a:rPr lang="en-US" dirty="0"/>
              <a:t>    print()  # Print an empty line after each row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C3B64-FB2D-43CC-B82A-F462EB28BDEC}"/>
              </a:ext>
            </a:extLst>
          </p:cNvPr>
          <p:cNvSpPr/>
          <p:nvPr/>
        </p:nvSpPr>
        <p:spPr>
          <a:xfrm>
            <a:off x="6799728" y="387837"/>
            <a:ext cx="3030072" cy="6001643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1 * 1 = 1</a:t>
            </a:r>
          </a:p>
          <a:p>
            <a:r>
              <a:rPr lang="en-US" sz="1200" dirty="0"/>
              <a:t>1 * 2 = 2</a:t>
            </a:r>
          </a:p>
          <a:p>
            <a:r>
              <a:rPr lang="en-US" sz="1200" dirty="0"/>
              <a:t>1 * 3 = 3</a:t>
            </a:r>
          </a:p>
          <a:p>
            <a:r>
              <a:rPr lang="en-US" sz="1200" dirty="0"/>
              <a:t>1 * 4 = 4</a:t>
            </a:r>
          </a:p>
          <a:p>
            <a:r>
              <a:rPr lang="en-US" sz="1200" dirty="0"/>
              <a:t>1 * 5 = 5</a:t>
            </a:r>
          </a:p>
          <a:p>
            <a:r>
              <a:rPr lang="en-US" sz="1200" dirty="0"/>
              <a:t>1 * 6 = 6</a:t>
            </a:r>
          </a:p>
          <a:p>
            <a:r>
              <a:rPr lang="en-US" sz="1200" dirty="0"/>
              <a:t>1 * 7 = 7</a:t>
            </a:r>
          </a:p>
          <a:p>
            <a:r>
              <a:rPr lang="en-US" sz="1200" dirty="0"/>
              <a:t>1 * 8 = 8</a:t>
            </a:r>
          </a:p>
          <a:p>
            <a:r>
              <a:rPr lang="en-US" sz="1200" dirty="0"/>
              <a:t>1 * 9 = 9</a:t>
            </a:r>
          </a:p>
          <a:p>
            <a:r>
              <a:rPr lang="en-US" sz="1200" dirty="0"/>
              <a:t>1 * 10 = 10</a:t>
            </a:r>
          </a:p>
          <a:p>
            <a:endParaRPr lang="en-US" sz="1200" dirty="0"/>
          </a:p>
          <a:p>
            <a:r>
              <a:rPr lang="en-US" sz="1200" dirty="0"/>
              <a:t>2 * 1 = 2</a:t>
            </a:r>
          </a:p>
          <a:p>
            <a:r>
              <a:rPr lang="en-US" sz="1200" dirty="0"/>
              <a:t>2 * 2 = 4</a:t>
            </a:r>
          </a:p>
          <a:p>
            <a:r>
              <a:rPr lang="en-US" sz="1200" dirty="0"/>
              <a:t>2 * 3 = 6</a:t>
            </a:r>
          </a:p>
          <a:p>
            <a:r>
              <a:rPr lang="en-US" sz="1200" dirty="0"/>
              <a:t>2 * 4 = 8</a:t>
            </a:r>
          </a:p>
          <a:p>
            <a:r>
              <a:rPr lang="en-US" sz="1200" dirty="0"/>
              <a:t>2 * 5 = 10</a:t>
            </a:r>
          </a:p>
          <a:p>
            <a:r>
              <a:rPr lang="en-US" sz="1200" dirty="0"/>
              <a:t>2 * 6 = 12</a:t>
            </a:r>
          </a:p>
          <a:p>
            <a:r>
              <a:rPr lang="en-US" sz="1200" dirty="0"/>
              <a:t>2 * 7 = 14</a:t>
            </a:r>
          </a:p>
          <a:p>
            <a:r>
              <a:rPr lang="en-US" sz="1200" dirty="0"/>
              <a:t>2 * 8 = 16</a:t>
            </a:r>
          </a:p>
          <a:p>
            <a:r>
              <a:rPr lang="en-US" sz="1200" dirty="0"/>
              <a:t>2 * 9 = 18</a:t>
            </a:r>
          </a:p>
          <a:p>
            <a:r>
              <a:rPr lang="en-US" sz="1200" dirty="0"/>
              <a:t>2 * 10 = 20</a:t>
            </a:r>
          </a:p>
          <a:p>
            <a:endParaRPr lang="en-US" sz="1200" dirty="0"/>
          </a:p>
          <a:p>
            <a:r>
              <a:rPr lang="en-US" sz="1200" dirty="0"/>
              <a:t>3 * 1 = 3</a:t>
            </a:r>
          </a:p>
          <a:p>
            <a:r>
              <a:rPr lang="en-US" sz="1200" dirty="0"/>
              <a:t>3 * 2 = 6</a:t>
            </a:r>
          </a:p>
          <a:p>
            <a:r>
              <a:rPr lang="en-US" sz="1200" dirty="0"/>
              <a:t>3 * 3 = 9</a:t>
            </a:r>
          </a:p>
          <a:p>
            <a:r>
              <a:rPr lang="en-US" sz="1200" dirty="0"/>
              <a:t>3 * 4 = 12</a:t>
            </a:r>
          </a:p>
          <a:p>
            <a:r>
              <a:rPr lang="en-US" sz="1200" dirty="0"/>
              <a:t>3 * 5 = 15</a:t>
            </a:r>
          </a:p>
          <a:p>
            <a:r>
              <a:rPr lang="en-US" sz="1200" dirty="0"/>
              <a:t>3 * 6 = 18</a:t>
            </a:r>
          </a:p>
          <a:p>
            <a:r>
              <a:rPr lang="en-US" sz="1200" dirty="0"/>
              <a:t>3 * 7 = 21</a:t>
            </a:r>
          </a:p>
          <a:p>
            <a:r>
              <a:rPr lang="en-US" sz="1200" dirty="0"/>
              <a:t>3 * 8 = 24</a:t>
            </a:r>
          </a:p>
          <a:p>
            <a:r>
              <a:rPr lang="en-US" sz="1200" dirty="0"/>
              <a:t>3 * 9 = 27</a:t>
            </a:r>
          </a:p>
          <a:p>
            <a:r>
              <a:rPr lang="en-US" sz="1200" dirty="0"/>
              <a:t>3 * 10 = 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30B6D-3DD6-47B9-AAF7-E8A276D45807}"/>
              </a:ext>
            </a:extLst>
          </p:cNvPr>
          <p:cNvSpPr/>
          <p:nvPr/>
        </p:nvSpPr>
        <p:spPr>
          <a:xfrm>
            <a:off x="8953499" y="2138083"/>
            <a:ext cx="2344273" cy="397031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4 * 1 = 4</a:t>
            </a:r>
          </a:p>
          <a:p>
            <a:r>
              <a:rPr lang="en-US" sz="1200" dirty="0"/>
              <a:t>4 * 2 = 8</a:t>
            </a:r>
          </a:p>
          <a:p>
            <a:r>
              <a:rPr lang="en-US" sz="1200" dirty="0"/>
              <a:t>4 * 3 = 12</a:t>
            </a:r>
          </a:p>
          <a:p>
            <a:r>
              <a:rPr lang="en-US" sz="1200" dirty="0"/>
              <a:t>4 * 4 = 16</a:t>
            </a:r>
          </a:p>
          <a:p>
            <a:r>
              <a:rPr lang="en-US" sz="1200" dirty="0"/>
              <a:t>4 * 5 = 20</a:t>
            </a:r>
          </a:p>
          <a:p>
            <a:r>
              <a:rPr lang="en-US" sz="1200" dirty="0"/>
              <a:t>4 * 6 = 24</a:t>
            </a:r>
          </a:p>
          <a:p>
            <a:r>
              <a:rPr lang="en-US" sz="1200" dirty="0"/>
              <a:t>4 * 7 = 28</a:t>
            </a:r>
          </a:p>
          <a:p>
            <a:r>
              <a:rPr lang="en-US" sz="1200" dirty="0"/>
              <a:t>4 * 8 = 32</a:t>
            </a:r>
          </a:p>
          <a:p>
            <a:r>
              <a:rPr lang="en-US" sz="1200" dirty="0"/>
              <a:t>4 * 9 = 36</a:t>
            </a:r>
          </a:p>
          <a:p>
            <a:r>
              <a:rPr lang="en-US" sz="1200" dirty="0"/>
              <a:t>4 * 10 = 40</a:t>
            </a:r>
          </a:p>
          <a:p>
            <a:endParaRPr lang="en-US" sz="1200" dirty="0"/>
          </a:p>
          <a:p>
            <a:r>
              <a:rPr lang="en-US" sz="1200" dirty="0"/>
              <a:t>5 * 1 = 5</a:t>
            </a:r>
          </a:p>
          <a:p>
            <a:r>
              <a:rPr lang="en-US" sz="1200" dirty="0"/>
              <a:t>5 * 2 = 10</a:t>
            </a:r>
          </a:p>
          <a:p>
            <a:r>
              <a:rPr lang="en-US" sz="1200" dirty="0"/>
              <a:t>5 * 3 = 15</a:t>
            </a:r>
          </a:p>
          <a:p>
            <a:r>
              <a:rPr lang="en-US" sz="1200" dirty="0"/>
              <a:t>5 * 4 = 20</a:t>
            </a:r>
          </a:p>
          <a:p>
            <a:r>
              <a:rPr lang="en-US" sz="1200" dirty="0"/>
              <a:t>5 * 5 = 25</a:t>
            </a:r>
          </a:p>
          <a:p>
            <a:r>
              <a:rPr lang="en-US" sz="1200" dirty="0"/>
              <a:t>5 * 6 = 30</a:t>
            </a:r>
          </a:p>
          <a:p>
            <a:r>
              <a:rPr lang="en-US" sz="1200" dirty="0"/>
              <a:t>5 * 7 = 35</a:t>
            </a:r>
          </a:p>
          <a:p>
            <a:r>
              <a:rPr lang="en-US" sz="1200" dirty="0"/>
              <a:t>5 * 8 = 40</a:t>
            </a:r>
          </a:p>
          <a:p>
            <a:r>
              <a:rPr lang="en-US" sz="1200" dirty="0"/>
              <a:t>5 * 9 = 45</a:t>
            </a:r>
          </a:p>
          <a:p>
            <a:r>
              <a:rPr lang="en-US" sz="1200" dirty="0"/>
              <a:t>5 * 10 = 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5ECF-34CC-41C5-A2BB-4633F0DD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612" y="1153581"/>
            <a:ext cx="10058400" cy="4292477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THANK YOU</a:t>
            </a:r>
            <a:br>
              <a:rPr lang="en-US" sz="6600" b="1" dirty="0"/>
            </a:br>
            <a:br>
              <a:rPr lang="en-US" sz="6600" b="1" dirty="0"/>
            </a:br>
            <a:r>
              <a:rPr lang="en-US" sz="6600" b="1" dirty="0"/>
              <a:t> ANY QUESTION?</a:t>
            </a:r>
          </a:p>
        </p:txBody>
      </p:sp>
    </p:spTree>
    <p:extLst>
      <p:ext uri="{BB962C8B-B14F-4D97-AF65-F5344CB8AC3E}">
        <p14:creationId xmlns:p14="http://schemas.microsoft.com/office/powerpoint/2010/main" val="1857809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E373F802FD5D4FA366E03F82CBECBD" ma:contentTypeVersion="11" ma:contentTypeDescription="Create a new document." ma:contentTypeScope="" ma:versionID="e7bb6ac49fadee0a729510ab70551945">
  <xsd:schema xmlns:xsd="http://www.w3.org/2001/XMLSchema" xmlns:xs="http://www.w3.org/2001/XMLSchema" xmlns:p="http://schemas.microsoft.com/office/2006/metadata/properties" xmlns:ns2="5f703001-48fd-492c-89cd-9ef5d29326a7" xmlns:ns3="977aef9e-eef3-4e9d-b009-a9fb81c39d7e" targetNamespace="http://schemas.microsoft.com/office/2006/metadata/properties" ma:root="true" ma:fieldsID="70fc0a287aa130198cebb06051daacbe" ns2:_="" ns3:_="">
    <xsd:import namespace="5f703001-48fd-492c-89cd-9ef5d29326a7"/>
    <xsd:import namespace="977aef9e-eef3-4e9d-b009-a9fb81c39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03001-48fd-492c-89cd-9ef5d29326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0ca2e3-2c37-40a5-9514-c439ef36e0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7aef9e-eef3-4e9d-b009-a9fb81c39d7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599ad8d-ee68-401f-a68a-f187c1033bd3}" ma:internalName="TaxCatchAll" ma:showField="CatchAllData" ma:web="977aef9e-eef3-4e9d-b009-a9fb81c39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7aef9e-eef3-4e9d-b009-a9fb81c39d7e" xsi:nil="true"/>
    <lcf76f155ced4ddcb4097134ff3c332f xmlns="5f703001-48fd-492c-89cd-9ef5d29326a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E57A70-961A-4583-BD29-2BA6C8947CB5}"/>
</file>

<file path=customXml/itemProps2.xml><?xml version="1.0" encoding="utf-8"?>
<ds:datastoreItem xmlns:ds="http://schemas.openxmlformats.org/officeDocument/2006/customXml" ds:itemID="{6016BEFC-3346-4115-A34D-79DF042A1DF6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5e421343-59c8-40ef-9ea1-ece5ea67b612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2EF2458-26CF-40B1-8CDA-DE9D64C794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438</TotalTime>
  <Words>2271</Words>
  <Application>Microsoft Office PowerPoint</Application>
  <PresentationFormat>Widescreen</PresentationFormat>
  <Paragraphs>359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ArialMonoMTPro</vt:lpstr>
      <vt:lpstr>ArialMonoMTPro-Bold</vt:lpstr>
      <vt:lpstr>Calibri</vt:lpstr>
      <vt:lpstr>Century Gothic</vt:lpstr>
      <vt:lpstr>StoneSansITCStd-Bold</vt:lpstr>
      <vt:lpstr>Times New Roman</vt:lpstr>
      <vt:lpstr>Savon</vt:lpstr>
      <vt:lpstr>Topic 5 loop structures</vt:lpstr>
      <vt:lpstr>CONTENTS</vt:lpstr>
      <vt:lpstr>Definite and indefinite loops</vt:lpstr>
      <vt:lpstr>PowerPoint Presentation</vt:lpstr>
      <vt:lpstr>PowerPoint Presentation</vt:lpstr>
      <vt:lpstr>PowerPoint Presentation</vt:lpstr>
      <vt:lpstr>Using the range Function with the for Loop</vt:lpstr>
      <vt:lpstr>Using the Target Variable Inside the Loop</vt:lpstr>
      <vt:lpstr>PowerPoint Presentation</vt:lpstr>
      <vt:lpstr>Sentinels</vt:lpstr>
      <vt:lpstr>Input Validation Loops</vt:lpstr>
      <vt:lpstr>PowerPoint Presentation</vt:lpstr>
      <vt:lpstr>PowerPoint Presentation</vt:lpstr>
      <vt:lpstr>PowerPoint Presentation</vt:lpstr>
      <vt:lpstr>PowerPoint Presentation</vt:lpstr>
      <vt:lpstr>Nested Loops</vt:lpstr>
      <vt:lpstr>PowerPoint Presentation</vt:lpstr>
      <vt:lpstr>PowerPoint Presentation</vt:lpstr>
      <vt:lpstr>THANK YOU   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5 loop structures</dc:title>
  <dc:creator>Navitha A/P. Gunalan</dc:creator>
  <cp:lastModifiedBy>Navitha A/P. Gunalan</cp:lastModifiedBy>
  <cp:revision>16</cp:revision>
  <dcterms:created xsi:type="dcterms:W3CDTF">2023-09-18T14:24:02Z</dcterms:created>
  <dcterms:modified xsi:type="dcterms:W3CDTF">2023-09-22T07:50:27Z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0x010100F5E373F802FD5D4FA366E03F82CBECBD</vt:lpwstr>
  </property>
</Properties>
</file>