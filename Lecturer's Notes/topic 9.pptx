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itha A/P. Gunalan" userId="ea7bfe52-eb47-41e4-a145-3fc04b43606e" providerId="ADAL" clId="{3EB48576-DE8C-499B-BAB3-90955A0BAE79}"/>
    <pc:docChg chg="undo custSel addSld delSld modSld">
      <pc:chgData name="Navitha A/P. Gunalan" userId="ea7bfe52-eb47-41e4-a145-3fc04b43606e" providerId="ADAL" clId="{3EB48576-DE8C-499B-BAB3-90955A0BAE79}" dt="2023-10-25T04:39:31.737" v="252" actId="14100"/>
      <pc:docMkLst>
        <pc:docMk/>
      </pc:docMkLst>
      <pc:sldChg chg="addSp delSp modSp">
        <pc:chgData name="Navitha A/P. Gunalan" userId="ea7bfe52-eb47-41e4-a145-3fc04b43606e" providerId="ADAL" clId="{3EB48576-DE8C-499B-BAB3-90955A0BAE79}" dt="2023-10-24T03:28:57.780" v="26" actId="12"/>
        <pc:sldMkLst>
          <pc:docMk/>
          <pc:sldMk cId="2953820099" sldId="259"/>
        </pc:sldMkLst>
        <pc:spChg chg="del">
          <ac:chgData name="Navitha A/P. Gunalan" userId="ea7bfe52-eb47-41e4-a145-3fc04b43606e" providerId="ADAL" clId="{3EB48576-DE8C-499B-BAB3-90955A0BAE79}" dt="2023-10-24T03:25:20.440" v="4" actId="478"/>
          <ac:spMkLst>
            <pc:docMk/>
            <pc:sldMk cId="2953820099" sldId="259"/>
            <ac:spMk id="2" creationId="{199456EE-F98E-4735-9B10-40295B7B3F3B}"/>
          </ac:spMkLst>
        </pc:spChg>
        <pc:spChg chg="del">
          <ac:chgData name="Navitha A/P. Gunalan" userId="ea7bfe52-eb47-41e4-a145-3fc04b43606e" providerId="ADAL" clId="{3EB48576-DE8C-499B-BAB3-90955A0BAE79}" dt="2023-10-24T03:25:12.262" v="0"/>
          <ac:spMkLst>
            <pc:docMk/>
            <pc:sldMk cId="2953820099" sldId="259"/>
            <ac:spMk id="3" creationId="{9155974B-9B04-4644-8F1A-6D21AAF0AFD9}"/>
          </ac:spMkLst>
        </pc:spChg>
        <pc:spChg chg="add mod">
          <ac:chgData name="Navitha A/P. Gunalan" userId="ea7bfe52-eb47-41e4-a145-3fc04b43606e" providerId="ADAL" clId="{3EB48576-DE8C-499B-BAB3-90955A0BAE79}" dt="2023-10-24T03:28:57.780" v="26" actId="12"/>
          <ac:spMkLst>
            <pc:docMk/>
            <pc:sldMk cId="2953820099" sldId="259"/>
            <ac:spMk id="5" creationId="{F1AA728D-5AE8-449A-B910-87EFB7BB4839}"/>
          </ac:spMkLst>
        </pc:spChg>
        <pc:picChg chg="add mod">
          <ac:chgData name="Navitha A/P. Gunalan" userId="ea7bfe52-eb47-41e4-a145-3fc04b43606e" providerId="ADAL" clId="{3EB48576-DE8C-499B-BAB3-90955A0BAE79}" dt="2023-10-24T03:25:18.191" v="3" actId="14100"/>
          <ac:picMkLst>
            <pc:docMk/>
            <pc:sldMk cId="2953820099" sldId="259"/>
            <ac:picMk id="4" creationId="{ADCCE7B8-0436-4E36-A79F-81231EFDFFB0}"/>
          </ac:picMkLst>
        </pc:picChg>
      </pc:sldChg>
      <pc:sldChg chg="addSp modSp add">
        <pc:chgData name="Navitha A/P. Gunalan" userId="ea7bfe52-eb47-41e4-a145-3fc04b43606e" providerId="ADAL" clId="{3EB48576-DE8C-499B-BAB3-90955A0BAE79}" dt="2023-10-24T03:33:49.738" v="57" actId="12"/>
        <pc:sldMkLst>
          <pc:docMk/>
          <pc:sldMk cId="2132121667" sldId="260"/>
        </pc:sldMkLst>
        <pc:spChg chg="mod">
          <ac:chgData name="Navitha A/P. Gunalan" userId="ea7bfe52-eb47-41e4-a145-3fc04b43606e" providerId="ADAL" clId="{3EB48576-DE8C-499B-BAB3-90955A0BAE79}" dt="2023-10-24T03:30:57.886" v="35" actId="113"/>
          <ac:spMkLst>
            <pc:docMk/>
            <pc:sldMk cId="2132121667" sldId="260"/>
            <ac:spMk id="2" creationId="{CB595E45-F136-4DED-8E21-2298172D04DE}"/>
          </ac:spMkLst>
        </pc:spChg>
        <pc:spChg chg="mod">
          <ac:chgData name="Navitha A/P. Gunalan" userId="ea7bfe52-eb47-41e4-a145-3fc04b43606e" providerId="ADAL" clId="{3EB48576-DE8C-499B-BAB3-90955A0BAE79}" dt="2023-10-24T03:31:28.272" v="40" actId="14100"/>
          <ac:spMkLst>
            <pc:docMk/>
            <pc:sldMk cId="2132121667" sldId="260"/>
            <ac:spMk id="3" creationId="{580EEE79-ECA3-483B-98CA-7AADAABCD127}"/>
          </ac:spMkLst>
        </pc:spChg>
        <pc:spChg chg="add mod">
          <ac:chgData name="Navitha A/P. Gunalan" userId="ea7bfe52-eb47-41e4-a145-3fc04b43606e" providerId="ADAL" clId="{3EB48576-DE8C-499B-BAB3-90955A0BAE79}" dt="2023-10-24T03:33:49.738" v="57" actId="12"/>
          <ac:spMkLst>
            <pc:docMk/>
            <pc:sldMk cId="2132121667" sldId="260"/>
            <ac:spMk id="4" creationId="{2E3AEA13-7C4B-4A54-A23A-7893328A1C71}"/>
          </ac:spMkLst>
        </pc:spChg>
      </pc:sldChg>
      <pc:sldChg chg="addSp delSp modSp add">
        <pc:chgData name="Navitha A/P. Gunalan" userId="ea7bfe52-eb47-41e4-a145-3fc04b43606e" providerId="ADAL" clId="{3EB48576-DE8C-499B-BAB3-90955A0BAE79}" dt="2023-10-24T03:43:56.375" v="72"/>
        <pc:sldMkLst>
          <pc:docMk/>
          <pc:sldMk cId="2394712526" sldId="261"/>
        </pc:sldMkLst>
        <pc:spChg chg="mod">
          <ac:chgData name="Navitha A/P. Gunalan" userId="ea7bfe52-eb47-41e4-a145-3fc04b43606e" providerId="ADAL" clId="{3EB48576-DE8C-499B-BAB3-90955A0BAE79}" dt="2023-10-24T03:37:15.285" v="60" actId="120"/>
          <ac:spMkLst>
            <pc:docMk/>
            <pc:sldMk cId="2394712526" sldId="261"/>
            <ac:spMk id="2" creationId="{D87543BE-7115-4D71-87D6-E32A3BE0C960}"/>
          </ac:spMkLst>
        </pc:spChg>
        <pc:spChg chg="mod">
          <ac:chgData name="Navitha A/P. Gunalan" userId="ea7bfe52-eb47-41e4-a145-3fc04b43606e" providerId="ADAL" clId="{3EB48576-DE8C-499B-BAB3-90955A0BAE79}" dt="2023-10-24T03:37:37.557" v="64" actId="1076"/>
          <ac:spMkLst>
            <pc:docMk/>
            <pc:sldMk cId="2394712526" sldId="261"/>
            <ac:spMk id="3" creationId="{AEC71736-33CF-40E7-AC3B-DB27D89602C8}"/>
          </ac:spMkLst>
        </pc:spChg>
        <pc:spChg chg="add mod">
          <ac:chgData name="Navitha A/P. Gunalan" userId="ea7bfe52-eb47-41e4-a145-3fc04b43606e" providerId="ADAL" clId="{3EB48576-DE8C-499B-BAB3-90955A0BAE79}" dt="2023-10-24T03:40:17.499" v="68" actId="207"/>
          <ac:spMkLst>
            <pc:docMk/>
            <pc:sldMk cId="2394712526" sldId="261"/>
            <ac:spMk id="4" creationId="{10406D29-3822-4A04-85BE-0DE8BEF41A73}"/>
          </ac:spMkLst>
        </pc:spChg>
        <pc:spChg chg="add del mod">
          <ac:chgData name="Navitha A/P. Gunalan" userId="ea7bfe52-eb47-41e4-a145-3fc04b43606e" providerId="ADAL" clId="{3EB48576-DE8C-499B-BAB3-90955A0BAE79}" dt="2023-10-24T03:43:56.375" v="72"/>
          <ac:spMkLst>
            <pc:docMk/>
            <pc:sldMk cId="2394712526" sldId="261"/>
            <ac:spMk id="5" creationId="{1204ED2B-7B1B-44D3-9735-13D12060688E}"/>
          </ac:spMkLst>
        </pc:spChg>
      </pc:sldChg>
      <pc:sldChg chg="addSp delSp modSp add modAnim">
        <pc:chgData name="Navitha A/P. Gunalan" userId="ea7bfe52-eb47-41e4-a145-3fc04b43606e" providerId="ADAL" clId="{3EB48576-DE8C-499B-BAB3-90955A0BAE79}" dt="2023-10-24T03:46:35.410" v="101"/>
        <pc:sldMkLst>
          <pc:docMk/>
          <pc:sldMk cId="1525616029" sldId="262"/>
        </pc:sldMkLst>
        <pc:spChg chg="del">
          <ac:chgData name="Navitha A/P. Gunalan" userId="ea7bfe52-eb47-41e4-a145-3fc04b43606e" providerId="ADAL" clId="{3EB48576-DE8C-499B-BAB3-90955A0BAE79}" dt="2023-10-24T03:44:07.539" v="76" actId="478"/>
          <ac:spMkLst>
            <pc:docMk/>
            <pc:sldMk cId="1525616029" sldId="262"/>
            <ac:spMk id="2" creationId="{8E9B0B32-195D-41F7-8F16-5C12FA077E6B}"/>
          </ac:spMkLst>
        </pc:spChg>
        <pc:spChg chg="del">
          <ac:chgData name="Navitha A/P. Gunalan" userId="ea7bfe52-eb47-41e4-a145-3fc04b43606e" providerId="ADAL" clId="{3EB48576-DE8C-499B-BAB3-90955A0BAE79}" dt="2023-10-24T03:44:09.535" v="77" actId="478"/>
          <ac:spMkLst>
            <pc:docMk/>
            <pc:sldMk cId="1525616029" sldId="262"/>
            <ac:spMk id="3" creationId="{45F0007A-90F4-4FBB-B9B3-3419EA430C00}"/>
          </ac:spMkLst>
        </pc:spChg>
        <pc:spChg chg="add mod">
          <ac:chgData name="Navitha A/P. Gunalan" userId="ea7bfe52-eb47-41e4-a145-3fc04b43606e" providerId="ADAL" clId="{3EB48576-DE8C-499B-BAB3-90955A0BAE79}" dt="2023-10-24T03:44:40.591" v="84" actId="14100"/>
          <ac:spMkLst>
            <pc:docMk/>
            <pc:sldMk cId="1525616029" sldId="262"/>
            <ac:spMk id="4" creationId="{540025FB-D95C-456F-8ACD-DD04B3403B4F}"/>
          </ac:spMkLst>
        </pc:spChg>
        <pc:picChg chg="add mod">
          <ac:chgData name="Navitha A/P. Gunalan" userId="ea7bfe52-eb47-41e4-a145-3fc04b43606e" providerId="ADAL" clId="{3EB48576-DE8C-499B-BAB3-90955A0BAE79}" dt="2023-10-24T03:46:25.328" v="98" actId="1076"/>
          <ac:picMkLst>
            <pc:docMk/>
            <pc:sldMk cId="1525616029" sldId="262"/>
            <ac:picMk id="5" creationId="{A2ACE878-F9EB-444B-8428-CE03EFCC49DD}"/>
          </ac:picMkLst>
        </pc:picChg>
        <pc:picChg chg="add mod">
          <ac:chgData name="Navitha A/P. Gunalan" userId="ea7bfe52-eb47-41e4-a145-3fc04b43606e" providerId="ADAL" clId="{3EB48576-DE8C-499B-BAB3-90955A0BAE79}" dt="2023-10-24T03:46:27.308" v="99" actId="1076"/>
          <ac:picMkLst>
            <pc:docMk/>
            <pc:sldMk cId="1525616029" sldId="262"/>
            <ac:picMk id="6" creationId="{4A2F130E-4776-4175-ADBA-D70D0449299E}"/>
          </ac:picMkLst>
        </pc:picChg>
      </pc:sldChg>
      <pc:sldChg chg="add del">
        <pc:chgData name="Navitha A/P. Gunalan" userId="ea7bfe52-eb47-41e4-a145-3fc04b43606e" providerId="ADAL" clId="{3EB48576-DE8C-499B-BAB3-90955A0BAE79}" dt="2023-10-24T03:56:18.598" v="103" actId="2696"/>
        <pc:sldMkLst>
          <pc:docMk/>
          <pc:sldMk cId="293279981" sldId="263"/>
        </pc:sldMkLst>
      </pc:sldChg>
      <pc:sldChg chg="addSp delSp modSp add modAnim">
        <pc:chgData name="Navitha A/P. Gunalan" userId="ea7bfe52-eb47-41e4-a145-3fc04b43606e" providerId="ADAL" clId="{3EB48576-DE8C-499B-BAB3-90955A0BAE79}" dt="2023-10-25T02:05:11.035" v="140" actId="1076"/>
        <pc:sldMkLst>
          <pc:docMk/>
          <pc:sldMk cId="1751691139" sldId="263"/>
        </pc:sldMkLst>
        <pc:spChg chg="del">
          <ac:chgData name="Navitha A/P. Gunalan" userId="ea7bfe52-eb47-41e4-a145-3fc04b43606e" providerId="ADAL" clId="{3EB48576-DE8C-499B-BAB3-90955A0BAE79}" dt="2023-10-24T08:23:57.303" v="106"/>
          <ac:spMkLst>
            <pc:docMk/>
            <pc:sldMk cId="1751691139" sldId="263"/>
            <ac:spMk id="2" creationId="{5D3C3B0C-9205-49BD-BD50-72E3257C229D}"/>
          </ac:spMkLst>
        </pc:spChg>
        <pc:spChg chg="add mod">
          <ac:chgData name="Navitha A/P. Gunalan" userId="ea7bfe52-eb47-41e4-a145-3fc04b43606e" providerId="ADAL" clId="{3EB48576-DE8C-499B-BAB3-90955A0BAE79}" dt="2023-10-25T01:53:02.861" v="128" actId="1076"/>
          <ac:spMkLst>
            <pc:docMk/>
            <pc:sldMk cId="1751691139" sldId="263"/>
            <ac:spMk id="2" creationId="{7782611F-E519-421B-B80A-88B39B0A8E2C}"/>
          </ac:spMkLst>
        </pc:spChg>
        <pc:spChg chg="del">
          <ac:chgData name="Navitha A/P. Gunalan" userId="ea7bfe52-eb47-41e4-a145-3fc04b43606e" providerId="ADAL" clId="{3EB48576-DE8C-499B-BAB3-90955A0BAE79}" dt="2023-10-24T08:23:59.268" v="107"/>
          <ac:spMkLst>
            <pc:docMk/>
            <pc:sldMk cId="1751691139" sldId="263"/>
            <ac:spMk id="3" creationId="{B4327D7E-3DB6-4B00-9247-13ED4D8D1C96}"/>
          </ac:spMkLst>
        </pc:spChg>
        <pc:spChg chg="add mod">
          <ac:chgData name="Navitha A/P. Gunalan" userId="ea7bfe52-eb47-41e4-a145-3fc04b43606e" providerId="ADAL" clId="{3EB48576-DE8C-499B-BAB3-90955A0BAE79}" dt="2023-10-25T01:52:55.580" v="127" actId="1076"/>
          <ac:spMkLst>
            <pc:docMk/>
            <pc:sldMk cId="1751691139" sldId="263"/>
            <ac:spMk id="4" creationId="{0F01F4FC-1A0B-4A19-A9BC-B25982C6D991}"/>
          </ac:spMkLst>
        </pc:spChg>
        <pc:picChg chg="add mod modCrop">
          <ac:chgData name="Navitha A/P. Gunalan" userId="ea7bfe52-eb47-41e4-a145-3fc04b43606e" providerId="ADAL" clId="{3EB48576-DE8C-499B-BAB3-90955A0BAE79}" dt="2023-10-25T02:05:11.035" v="140" actId="1076"/>
          <ac:picMkLst>
            <pc:docMk/>
            <pc:sldMk cId="1751691139" sldId="263"/>
            <ac:picMk id="3" creationId="{32CE2221-D944-4305-B739-1DA90073425C}"/>
          </ac:picMkLst>
        </pc:picChg>
      </pc:sldChg>
      <pc:sldChg chg="addSp delSp modSp add">
        <pc:chgData name="Navitha A/P. Gunalan" userId="ea7bfe52-eb47-41e4-a145-3fc04b43606e" providerId="ADAL" clId="{3EB48576-DE8C-499B-BAB3-90955A0BAE79}" dt="2023-10-25T03:13:15.590" v="169" actId="1076"/>
        <pc:sldMkLst>
          <pc:docMk/>
          <pc:sldMk cId="3538366188" sldId="264"/>
        </pc:sldMkLst>
        <pc:spChg chg="mod">
          <ac:chgData name="Navitha A/P. Gunalan" userId="ea7bfe52-eb47-41e4-a145-3fc04b43606e" providerId="ADAL" clId="{3EB48576-DE8C-499B-BAB3-90955A0BAE79}" dt="2023-10-25T03:13:15.590" v="169" actId="1076"/>
          <ac:spMkLst>
            <pc:docMk/>
            <pc:sldMk cId="3538366188" sldId="264"/>
            <ac:spMk id="2" creationId="{2B70DB91-63C6-4D84-A356-BC4024BC43CC}"/>
          </ac:spMkLst>
        </pc:spChg>
        <pc:spChg chg="mod">
          <ac:chgData name="Navitha A/P. Gunalan" userId="ea7bfe52-eb47-41e4-a145-3fc04b43606e" providerId="ADAL" clId="{3EB48576-DE8C-499B-BAB3-90955A0BAE79}" dt="2023-10-25T03:13:13.612" v="168" actId="1076"/>
          <ac:spMkLst>
            <pc:docMk/>
            <pc:sldMk cId="3538366188" sldId="264"/>
            <ac:spMk id="3" creationId="{38B869EF-AB0F-4D60-B4F4-832E34119C52}"/>
          </ac:spMkLst>
        </pc:spChg>
        <pc:spChg chg="add del">
          <ac:chgData name="Navitha A/P. Gunalan" userId="ea7bfe52-eb47-41e4-a145-3fc04b43606e" providerId="ADAL" clId="{3EB48576-DE8C-499B-BAB3-90955A0BAE79}" dt="2023-10-25T03:12:35.753" v="159"/>
          <ac:spMkLst>
            <pc:docMk/>
            <pc:sldMk cId="3538366188" sldId="264"/>
            <ac:spMk id="4" creationId="{A5299D42-3903-4934-9DE4-0203E7B19051}"/>
          </ac:spMkLst>
        </pc:spChg>
      </pc:sldChg>
      <pc:sldChg chg="addSp delSp modSp add">
        <pc:chgData name="Navitha A/P. Gunalan" userId="ea7bfe52-eb47-41e4-a145-3fc04b43606e" providerId="ADAL" clId="{3EB48576-DE8C-499B-BAB3-90955A0BAE79}" dt="2023-10-25T03:51:21.709" v="200" actId="1076"/>
        <pc:sldMkLst>
          <pc:docMk/>
          <pc:sldMk cId="2940438619" sldId="265"/>
        </pc:sldMkLst>
        <pc:spChg chg="del">
          <ac:chgData name="Navitha A/P. Gunalan" userId="ea7bfe52-eb47-41e4-a145-3fc04b43606e" providerId="ADAL" clId="{3EB48576-DE8C-499B-BAB3-90955A0BAE79}" dt="2023-10-25T03:48:07.023" v="172"/>
          <ac:spMkLst>
            <pc:docMk/>
            <pc:sldMk cId="2940438619" sldId="265"/>
            <ac:spMk id="2" creationId="{872AE008-C859-4747-B491-56647688CBD8}"/>
          </ac:spMkLst>
        </pc:spChg>
        <pc:spChg chg="del">
          <ac:chgData name="Navitha A/P. Gunalan" userId="ea7bfe52-eb47-41e4-a145-3fc04b43606e" providerId="ADAL" clId="{3EB48576-DE8C-499B-BAB3-90955A0BAE79}" dt="2023-10-25T03:48:08.943" v="173"/>
          <ac:spMkLst>
            <pc:docMk/>
            <pc:sldMk cId="2940438619" sldId="265"/>
            <ac:spMk id="3" creationId="{2F12817A-3B29-4CD1-9BDE-7820C5108403}"/>
          </ac:spMkLst>
        </pc:spChg>
        <pc:spChg chg="add mod">
          <ac:chgData name="Navitha A/P. Gunalan" userId="ea7bfe52-eb47-41e4-a145-3fc04b43606e" providerId="ADAL" clId="{3EB48576-DE8C-499B-BAB3-90955A0BAE79}" dt="2023-10-25T03:50:18.034" v="192" actId="403"/>
          <ac:spMkLst>
            <pc:docMk/>
            <pc:sldMk cId="2940438619" sldId="265"/>
            <ac:spMk id="4" creationId="{AE185680-A707-4DB7-9CE3-114ED5917D4F}"/>
          </ac:spMkLst>
        </pc:spChg>
        <pc:spChg chg="add mod">
          <ac:chgData name="Navitha A/P. Gunalan" userId="ea7bfe52-eb47-41e4-a145-3fc04b43606e" providerId="ADAL" clId="{3EB48576-DE8C-499B-BAB3-90955A0BAE79}" dt="2023-10-25T03:50:26.657" v="193" actId="1076"/>
          <ac:spMkLst>
            <pc:docMk/>
            <pc:sldMk cId="2940438619" sldId="265"/>
            <ac:spMk id="5" creationId="{2BB1E00C-1036-47DC-A934-E6B61F47138A}"/>
          </ac:spMkLst>
        </pc:spChg>
        <pc:picChg chg="add mod">
          <ac:chgData name="Navitha A/P. Gunalan" userId="ea7bfe52-eb47-41e4-a145-3fc04b43606e" providerId="ADAL" clId="{3EB48576-DE8C-499B-BAB3-90955A0BAE79}" dt="2023-10-25T03:51:21.709" v="200" actId="1076"/>
          <ac:picMkLst>
            <pc:docMk/>
            <pc:sldMk cId="2940438619" sldId="265"/>
            <ac:picMk id="6" creationId="{57B50BC9-5B39-4050-A6BB-4F26AB968740}"/>
          </ac:picMkLst>
        </pc:picChg>
      </pc:sldChg>
      <pc:sldChg chg="addSp delSp modSp add">
        <pc:chgData name="Navitha A/P. Gunalan" userId="ea7bfe52-eb47-41e4-a145-3fc04b43606e" providerId="ADAL" clId="{3EB48576-DE8C-499B-BAB3-90955A0BAE79}" dt="2023-10-25T04:37:38.376" v="218" actId="1076"/>
        <pc:sldMkLst>
          <pc:docMk/>
          <pc:sldMk cId="253248847" sldId="266"/>
        </pc:sldMkLst>
        <pc:spChg chg="add del">
          <ac:chgData name="Navitha A/P. Gunalan" userId="ea7bfe52-eb47-41e4-a145-3fc04b43606e" providerId="ADAL" clId="{3EB48576-DE8C-499B-BAB3-90955A0BAE79}" dt="2023-10-25T04:11:37.917" v="213"/>
          <ac:spMkLst>
            <pc:docMk/>
            <pc:sldMk cId="253248847" sldId="266"/>
            <ac:spMk id="2" creationId="{CCBCF122-C1AE-4CD7-9C06-482219703225}"/>
          </ac:spMkLst>
        </pc:spChg>
        <pc:spChg chg="add del mod">
          <ac:chgData name="Navitha A/P. Gunalan" userId="ea7bfe52-eb47-41e4-a145-3fc04b43606e" providerId="ADAL" clId="{3EB48576-DE8C-499B-BAB3-90955A0BAE79}" dt="2023-10-25T04:11:39.692" v="214"/>
          <ac:spMkLst>
            <pc:docMk/>
            <pc:sldMk cId="253248847" sldId="266"/>
            <ac:spMk id="3" creationId="{11715379-F717-4938-B944-78D883E26B44}"/>
          </ac:spMkLst>
        </pc:spChg>
        <pc:picChg chg="add del mod">
          <ac:chgData name="Navitha A/P. Gunalan" userId="ea7bfe52-eb47-41e4-a145-3fc04b43606e" providerId="ADAL" clId="{3EB48576-DE8C-499B-BAB3-90955A0BAE79}" dt="2023-10-25T04:11:23.495" v="211"/>
          <ac:picMkLst>
            <pc:docMk/>
            <pc:sldMk cId="253248847" sldId="266"/>
            <ac:picMk id="4" creationId="{394530A1-D57B-422F-B008-E8018F5D6BC5}"/>
          </ac:picMkLst>
        </pc:picChg>
        <pc:picChg chg="add mod">
          <ac:chgData name="Navitha A/P. Gunalan" userId="ea7bfe52-eb47-41e4-a145-3fc04b43606e" providerId="ADAL" clId="{3EB48576-DE8C-499B-BAB3-90955A0BAE79}" dt="2023-10-25T04:37:38.376" v="218" actId="1076"/>
          <ac:picMkLst>
            <pc:docMk/>
            <pc:sldMk cId="253248847" sldId="266"/>
            <ac:picMk id="5" creationId="{8E2DD1B5-1D07-4B2E-9EB9-1F32A8634A7C}"/>
          </ac:picMkLst>
        </pc:picChg>
      </pc:sldChg>
      <pc:sldChg chg="addSp delSp modSp add">
        <pc:chgData name="Navitha A/P. Gunalan" userId="ea7bfe52-eb47-41e4-a145-3fc04b43606e" providerId="ADAL" clId="{3EB48576-DE8C-499B-BAB3-90955A0BAE79}" dt="2023-10-25T04:39:31.737" v="252" actId="14100"/>
        <pc:sldMkLst>
          <pc:docMk/>
          <pc:sldMk cId="3988461056" sldId="267"/>
        </pc:sldMkLst>
        <pc:spChg chg="mod">
          <ac:chgData name="Navitha A/P. Gunalan" userId="ea7bfe52-eb47-41e4-a145-3fc04b43606e" providerId="ADAL" clId="{3EB48576-DE8C-499B-BAB3-90955A0BAE79}" dt="2023-10-25T04:39:31.737" v="252" actId="14100"/>
          <ac:spMkLst>
            <pc:docMk/>
            <pc:sldMk cId="3988461056" sldId="267"/>
            <ac:spMk id="2" creationId="{76307E52-003A-4AC6-AEA1-5D90BA906694}"/>
          </ac:spMkLst>
        </pc:spChg>
        <pc:spChg chg="del mod">
          <ac:chgData name="Navitha A/P. Gunalan" userId="ea7bfe52-eb47-41e4-a145-3fc04b43606e" providerId="ADAL" clId="{3EB48576-DE8C-499B-BAB3-90955A0BAE79}" dt="2023-10-25T04:37:59.355" v="225"/>
          <ac:spMkLst>
            <pc:docMk/>
            <pc:sldMk cId="3988461056" sldId="267"/>
            <ac:spMk id="3" creationId="{A8507DF3-9CC7-4275-BCDC-40229D82F86A}"/>
          </ac:spMkLst>
        </pc:spChg>
        <pc:spChg chg="add mod">
          <ac:chgData name="Navitha A/P. Gunalan" userId="ea7bfe52-eb47-41e4-a145-3fc04b43606e" providerId="ADAL" clId="{3EB48576-DE8C-499B-BAB3-90955A0BAE79}" dt="2023-10-25T04:39:14.458" v="239" actId="1076"/>
          <ac:spMkLst>
            <pc:docMk/>
            <pc:sldMk cId="3988461056" sldId="267"/>
            <ac:spMk id="4" creationId="{DF6DFE75-35A6-466E-8209-62C513BCDAD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F632-E916-4BE2-A8AF-7CA33E2BD193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18E7A08A-7F28-47B4-9E88-680792D2C847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929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F632-E916-4BE2-A8AF-7CA33E2BD193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A08A-7F28-47B4-9E88-680792D2C84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740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F632-E916-4BE2-A8AF-7CA33E2BD193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A08A-7F28-47B4-9E88-680792D2C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09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F632-E916-4BE2-A8AF-7CA33E2BD193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A08A-7F28-47B4-9E88-680792D2C84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189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F632-E916-4BE2-A8AF-7CA33E2BD193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A08A-7F28-47B4-9E88-680792D2C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713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F632-E916-4BE2-A8AF-7CA33E2BD193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A08A-7F28-47B4-9E88-680792D2C84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521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F632-E916-4BE2-A8AF-7CA33E2BD193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A08A-7F28-47B4-9E88-680792D2C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1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F632-E916-4BE2-A8AF-7CA33E2BD193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A08A-7F28-47B4-9E88-680792D2C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968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F632-E916-4BE2-A8AF-7CA33E2BD193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A08A-7F28-47B4-9E88-680792D2C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455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F632-E916-4BE2-A8AF-7CA33E2BD193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A08A-7F28-47B4-9E88-680792D2C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751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F632-E916-4BE2-A8AF-7CA33E2BD193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A08A-7F28-47B4-9E88-680792D2C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921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Eigth level</a:t>
            </a:r>
          </a:p>
          <a:p>
            <a:pPr lvl="8"/>
            <a:r>
              <a:rPr lang="en-US" dirty="0"/>
              <a:t>Ninth level</a:t>
            </a:r>
          </a:p>
          <a:p>
            <a:pPr lvl="4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F4FF632-E916-4BE2-A8AF-7CA33E2BD193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E7A08A-7F28-47B4-9E88-680792D2C847}" type="slidenum">
              <a:rPr lang="en-US" smtClean="0"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440894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22020-40C1-40A7-A7ED-F435FD4117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Object-Oriented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D3D8C0-21A6-4F68-A49F-16EA18F051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TOPIC 9</a:t>
            </a:r>
          </a:p>
        </p:txBody>
      </p:sp>
    </p:spTree>
    <p:extLst>
      <p:ext uri="{BB962C8B-B14F-4D97-AF65-F5344CB8AC3E}">
        <p14:creationId xmlns:p14="http://schemas.microsoft.com/office/powerpoint/2010/main" val="1787647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9C73E-52F6-49B7-95F4-893392D2A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067" y="592903"/>
            <a:ext cx="7958331" cy="1077229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74F37-3ECD-431B-BEF5-6E5538C44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0528" y="1430086"/>
            <a:ext cx="7796540" cy="3997828"/>
          </a:xfrm>
        </p:spPr>
        <p:txBody>
          <a:bodyPr>
            <a:normAutofit/>
          </a:bodyPr>
          <a:lstStyle/>
          <a:p>
            <a:r>
              <a:rPr lang="en-US" sz="2400" dirty="0"/>
              <a:t>9.1 Procedural and Object-Oriented Programming Defining Classes:</a:t>
            </a:r>
          </a:p>
          <a:p>
            <a:r>
              <a:rPr lang="en-US" sz="2400" dirty="0"/>
              <a:t>9.2 Classes</a:t>
            </a:r>
          </a:p>
          <a:p>
            <a:r>
              <a:rPr lang="en-US" sz="2400" dirty="0"/>
              <a:t>9.3Instances</a:t>
            </a:r>
          </a:p>
        </p:txBody>
      </p:sp>
    </p:spTree>
    <p:extLst>
      <p:ext uri="{BB962C8B-B14F-4D97-AF65-F5344CB8AC3E}">
        <p14:creationId xmlns:p14="http://schemas.microsoft.com/office/powerpoint/2010/main" val="161241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DB61C-F415-482F-A090-BB07E6E0B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549" y="269441"/>
            <a:ext cx="7958331" cy="1077229"/>
          </a:xfrm>
        </p:spPr>
        <p:txBody>
          <a:bodyPr/>
          <a:lstStyle/>
          <a:p>
            <a:pPr algn="ctr"/>
            <a:r>
              <a:rPr lang="en-US" dirty="0"/>
              <a:t>9.1 Procedural and Object-Oriented </a:t>
            </a:r>
            <a:br>
              <a:rPr lang="en-US" dirty="0"/>
            </a:br>
            <a:r>
              <a:rPr lang="en-US" dirty="0"/>
              <a:t>Programming Defining Classes: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E4F7B-EB18-4EAA-AD27-99C6CB59C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7235" y="1769728"/>
            <a:ext cx="8918671" cy="3997828"/>
          </a:xfrm>
        </p:spPr>
        <p:txBody>
          <a:bodyPr/>
          <a:lstStyle/>
          <a:p>
            <a:pPr algn="just"/>
            <a:r>
              <a:rPr lang="en-US" dirty="0"/>
              <a:t>Procedural programming is a method of writing software. It is a programming practice centered on the procedures or actions that take place in a program. Object-oriented programming is centered on objects. Objects are created from abstract data types that encapsulate data and functions together.</a:t>
            </a:r>
          </a:p>
        </p:txBody>
      </p:sp>
    </p:spTree>
    <p:extLst>
      <p:ext uri="{BB962C8B-B14F-4D97-AF65-F5344CB8AC3E}">
        <p14:creationId xmlns:p14="http://schemas.microsoft.com/office/powerpoint/2010/main" val="1169537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DCCE7B8-0436-4E36-A79F-81231EFDFF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1906" y="655323"/>
            <a:ext cx="3845859" cy="526275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1AA728D-5AE8-449A-B910-87EFB7BB4839}"/>
              </a:ext>
            </a:extLst>
          </p:cNvPr>
          <p:cNvSpPr/>
          <p:nvPr/>
        </p:nvSpPr>
        <p:spPr>
          <a:xfrm>
            <a:off x="5804647" y="1719480"/>
            <a:ext cx="539675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/>
              <a:t>OOP addresses the problem of code and data separation through encapsulation and data hiding.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/>
              <a:t>Encapsulation refers to the combining of data and code into a single object.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/>
              <a:t>Data hiding refers to an object’s ability to hide its data attributes from code that is outside the object.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/>
              <a:t>Only the object’s methods may directly access and make changes to the object’s data attributes.</a:t>
            </a:r>
          </a:p>
        </p:txBody>
      </p:sp>
    </p:spTree>
    <p:extLst>
      <p:ext uri="{BB962C8B-B14F-4D97-AF65-F5344CB8AC3E}">
        <p14:creationId xmlns:p14="http://schemas.microsoft.com/office/powerpoint/2010/main" val="2953820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95E45-F136-4DED-8E21-2298172D0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9079" y="269441"/>
            <a:ext cx="7958331" cy="1077229"/>
          </a:xfrm>
        </p:spPr>
        <p:txBody>
          <a:bodyPr/>
          <a:lstStyle/>
          <a:p>
            <a:pPr algn="ctr"/>
            <a:r>
              <a:rPr lang="en-US" sz="4800" b="1" dirty="0"/>
              <a:t>Classes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EEE79-ECA3-483B-98CA-7AADAABCD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7730" y="1314492"/>
            <a:ext cx="8667494" cy="1077229"/>
          </a:xfrm>
        </p:spPr>
        <p:txBody>
          <a:bodyPr/>
          <a:lstStyle/>
          <a:p>
            <a:r>
              <a:rPr lang="en-US" dirty="0"/>
              <a:t>A class is code that specifies the data attributes and methods for a particular type of object.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3AEA13-7C4B-4A54-A23A-7893328A1C71}"/>
              </a:ext>
            </a:extLst>
          </p:cNvPr>
          <p:cNvSpPr/>
          <p:nvPr/>
        </p:nvSpPr>
        <p:spPr>
          <a:xfrm>
            <a:off x="2043626" y="2670192"/>
            <a:ext cx="844923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How objects are created in software.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Before an object can be created, it must be designed by a programmer.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programmer determines the data attributes and methods that are necessary, then creates a class.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 class is code that specifies the data attributes and methods of a particular type of object.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Think of a class as a “blueprint” from which objects may be created. It serves a similar purpose as the blueprint for a house.</a:t>
            </a:r>
          </a:p>
        </p:txBody>
      </p:sp>
    </p:spTree>
    <p:extLst>
      <p:ext uri="{BB962C8B-B14F-4D97-AF65-F5344CB8AC3E}">
        <p14:creationId xmlns:p14="http://schemas.microsoft.com/office/powerpoint/2010/main" val="2132121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543BE-7115-4D71-87D6-E32A3BE0C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Class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71736-33CF-40E7-AC3B-DB27D8960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808" y="1635257"/>
            <a:ext cx="7958330" cy="1077229"/>
          </a:xfrm>
        </p:spPr>
        <p:txBody>
          <a:bodyPr/>
          <a:lstStyle/>
          <a:p>
            <a:r>
              <a:rPr lang="en-US" dirty="0"/>
              <a:t>A class definition is a set of statements that define a class’s methods and data attributes.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406D29-3822-4A04-85BE-0DE8BEF41A73}"/>
              </a:ext>
            </a:extLst>
          </p:cNvPr>
          <p:cNvSpPr/>
          <p:nvPr/>
        </p:nvSpPr>
        <p:spPr>
          <a:xfrm>
            <a:off x="3034553" y="2893356"/>
            <a:ext cx="5746376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NOTE: The _ _</a:t>
            </a:r>
            <a:r>
              <a:rPr lang="en-US" dirty="0" err="1"/>
              <a:t>init</a:t>
            </a:r>
            <a:r>
              <a:rPr lang="en-US" dirty="0"/>
              <a:t>_ _ method is usually the first method inside a class definition.</a:t>
            </a:r>
          </a:p>
        </p:txBody>
      </p:sp>
    </p:spTree>
    <p:extLst>
      <p:ext uri="{BB962C8B-B14F-4D97-AF65-F5344CB8AC3E}">
        <p14:creationId xmlns:p14="http://schemas.microsoft.com/office/powerpoint/2010/main" val="2394712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0025FB-D95C-456F-8ACD-DD04B3403B4F}"/>
              </a:ext>
            </a:extLst>
          </p:cNvPr>
          <p:cNvSpPr/>
          <p:nvPr/>
        </p:nvSpPr>
        <p:spPr>
          <a:xfrm>
            <a:off x="1326777" y="197346"/>
            <a:ext cx="5302623" cy="646330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/>
              <a:t>import random</a:t>
            </a:r>
          </a:p>
          <a:p>
            <a:endParaRPr lang="en-US" sz="1600" dirty="0"/>
          </a:p>
          <a:p>
            <a:r>
              <a:rPr lang="en-US" sz="1600" dirty="0"/>
              <a:t>class Coin:</a:t>
            </a:r>
          </a:p>
          <a:p>
            <a:endParaRPr lang="en-US" sz="1600" dirty="0"/>
          </a:p>
          <a:p>
            <a:r>
              <a:rPr lang="en-US" sz="1600" dirty="0"/>
              <a:t>    def __</a:t>
            </a:r>
            <a:r>
              <a:rPr lang="en-US" sz="1600" dirty="0" err="1"/>
              <a:t>init</a:t>
            </a:r>
            <a:r>
              <a:rPr lang="en-US" sz="1600" dirty="0"/>
              <a:t>__(self):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self.sideup</a:t>
            </a:r>
            <a:r>
              <a:rPr lang="en-US" sz="1600" dirty="0"/>
              <a:t> = 'Heads'</a:t>
            </a:r>
          </a:p>
          <a:p>
            <a:endParaRPr lang="en-US" sz="1600" dirty="0"/>
          </a:p>
          <a:p>
            <a:r>
              <a:rPr lang="en-US" sz="1600" dirty="0"/>
              <a:t>    def toss(self):</a:t>
            </a:r>
          </a:p>
          <a:p>
            <a:r>
              <a:rPr lang="en-US" sz="1600" dirty="0"/>
              <a:t>        if </a:t>
            </a:r>
            <a:r>
              <a:rPr lang="en-US" sz="1600" dirty="0" err="1"/>
              <a:t>random.randint</a:t>
            </a:r>
            <a:r>
              <a:rPr lang="en-US" sz="1600" dirty="0"/>
              <a:t>(0, 1) == 0: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self.sideup</a:t>
            </a:r>
            <a:r>
              <a:rPr lang="en-US" sz="1600" dirty="0"/>
              <a:t> = 'Heads'</a:t>
            </a:r>
          </a:p>
          <a:p>
            <a:r>
              <a:rPr lang="en-US" sz="1600" dirty="0"/>
              <a:t>        else: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self.sideup</a:t>
            </a:r>
            <a:r>
              <a:rPr lang="en-US" sz="1600" dirty="0"/>
              <a:t> = 'Tails'</a:t>
            </a:r>
          </a:p>
          <a:p>
            <a:endParaRPr lang="en-US" sz="1600" dirty="0"/>
          </a:p>
          <a:p>
            <a:r>
              <a:rPr lang="en-US" sz="1600" dirty="0"/>
              <a:t>    def </a:t>
            </a:r>
            <a:r>
              <a:rPr lang="en-US" sz="1600" dirty="0" err="1"/>
              <a:t>get_sideup</a:t>
            </a:r>
            <a:r>
              <a:rPr lang="en-US" sz="1600" dirty="0"/>
              <a:t>(self):</a:t>
            </a:r>
          </a:p>
          <a:p>
            <a:r>
              <a:rPr lang="en-US" sz="1600" dirty="0"/>
              <a:t>        return </a:t>
            </a:r>
            <a:r>
              <a:rPr lang="en-US" sz="1600" dirty="0" err="1"/>
              <a:t>self.sideup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def main():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my_coin</a:t>
            </a:r>
            <a:r>
              <a:rPr lang="en-US" sz="1600" dirty="0"/>
              <a:t> = Coin()</a:t>
            </a:r>
          </a:p>
          <a:p>
            <a:r>
              <a:rPr lang="en-US" sz="1600" dirty="0"/>
              <a:t>    print('This side is up:', </a:t>
            </a:r>
            <a:r>
              <a:rPr lang="en-US" sz="1600" dirty="0" err="1"/>
              <a:t>my_coin.get_sideup</a:t>
            </a:r>
            <a:r>
              <a:rPr lang="en-US" sz="1600" dirty="0"/>
              <a:t>())</a:t>
            </a:r>
          </a:p>
          <a:p>
            <a:r>
              <a:rPr lang="en-US" sz="1600" dirty="0"/>
              <a:t>    print('I am tossing the coin ...')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my_coin.toss</a:t>
            </a:r>
            <a:r>
              <a:rPr lang="en-US" sz="1600" dirty="0"/>
              <a:t>()</a:t>
            </a:r>
          </a:p>
          <a:p>
            <a:r>
              <a:rPr lang="en-US" sz="1600" dirty="0"/>
              <a:t>    print('This side is up:', </a:t>
            </a:r>
            <a:r>
              <a:rPr lang="en-US" sz="1600" dirty="0" err="1"/>
              <a:t>my_coin.get_sideup</a:t>
            </a:r>
            <a:r>
              <a:rPr lang="en-US" sz="1600" dirty="0"/>
              <a:t>())</a:t>
            </a:r>
          </a:p>
          <a:p>
            <a:endParaRPr lang="en-US" sz="1600" dirty="0"/>
          </a:p>
          <a:p>
            <a:r>
              <a:rPr lang="en-US" sz="1600" dirty="0"/>
              <a:t>if __name__ == '__main__':</a:t>
            </a:r>
          </a:p>
          <a:p>
            <a:r>
              <a:rPr lang="en-US" sz="1600" dirty="0"/>
              <a:t>    main()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ACE878-F9EB-444B-8428-CE03EFCC4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269" y="685610"/>
            <a:ext cx="4851041" cy="14822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2F130E-4776-4175-ADBA-D70D04492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574" y="2402441"/>
            <a:ext cx="6251607" cy="415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616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01F4FC-1A0B-4A19-A9BC-B25982C6D991}"/>
              </a:ext>
            </a:extLst>
          </p:cNvPr>
          <p:cNvSpPr/>
          <p:nvPr/>
        </p:nvSpPr>
        <p:spPr>
          <a:xfrm>
            <a:off x="1161043" y="163319"/>
            <a:ext cx="4105836" cy="4247317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:</a:t>
            </a:r>
          </a:p>
          <a:p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__(self, balance):</a:t>
            </a:r>
          </a:p>
          <a:p>
            <a:r>
              <a:rPr lang="en-US" dirty="0"/>
              <a:t>        </a:t>
            </a:r>
            <a:r>
              <a:rPr lang="en-US" dirty="0" err="1"/>
              <a:t>self.__balance</a:t>
            </a:r>
            <a:r>
              <a:rPr lang="en-US" dirty="0"/>
              <a:t> = balance</a:t>
            </a:r>
          </a:p>
          <a:p>
            <a:endParaRPr lang="en-US" dirty="0"/>
          </a:p>
          <a:p>
            <a:r>
              <a:rPr lang="en-US" dirty="0"/>
              <a:t>    def deposit(self, amount):</a:t>
            </a:r>
          </a:p>
          <a:p>
            <a:r>
              <a:rPr lang="en-US" dirty="0"/>
              <a:t>        </a:t>
            </a:r>
            <a:r>
              <a:rPr lang="en-US" dirty="0" err="1"/>
              <a:t>self.__balance</a:t>
            </a:r>
            <a:r>
              <a:rPr lang="en-US" dirty="0"/>
              <a:t> += amount</a:t>
            </a:r>
          </a:p>
          <a:p>
            <a:endParaRPr lang="en-US" dirty="0"/>
          </a:p>
          <a:p>
            <a:r>
              <a:rPr lang="en-US" dirty="0"/>
              <a:t>    def withdraw(self, amount):</a:t>
            </a:r>
          </a:p>
          <a:p>
            <a:r>
              <a:rPr lang="en-US" dirty="0"/>
              <a:t>        if </a:t>
            </a:r>
            <a:r>
              <a:rPr lang="en-US" dirty="0" err="1"/>
              <a:t>self.__balance</a:t>
            </a:r>
            <a:r>
              <a:rPr lang="en-US" dirty="0"/>
              <a:t> &gt;= amount:</a:t>
            </a:r>
          </a:p>
          <a:p>
            <a:r>
              <a:rPr lang="en-US" dirty="0"/>
              <a:t>            </a:t>
            </a:r>
            <a:r>
              <a:rPr lang="en-US" dirty="0" err="1"/>
              <a:t>self.__balance</a:t>
            </a:r>
            <a:r>
              <a:rPr lang="en-US" dirty="0"/>
              <a:t> -= amount</a:t>
            </a:r>
          </a:p>
          <a:p>
            <a:r>
              <a:rPr lang="en-US" dirty="0"/>
              <a:t>        else:</a:t>
            </a:r>
          </a:p>
          <a:p>
            <a:r>
              <a:rPr lang="en-US" dirty="0"/>
              <a:t>            print('Error: Insufficient funds')</a:t>
            </a:r>
          </a:p>
          <a:p>
            <a:endParaRPr lang="en-US" dirty="0"/>
          </a:p>
          <a:p>
            <a:r>
              <a:rPr lang="en-US" dirty="0"/>
              <a:t>    def </a:t>
            </a:r>
            <a:r>
              <a:rPr lang="en-US" dirty="0" err="1"/>
              <a:t>get_balance</a:t>
            </a:r>
            <a:r>
              <a:rPr lang="en-US" dirty="0"/>
              <a:t>(self):</a:t>
            </a:r>
          </a:p>
          <a:p>
            <a:r>
              <a:rPr lang="en-US" dirty="0"/>
              <a:t>        return </a:t>
            </a:r>
            <a:r>
              <a:rPr lang="en-US" dirty="0" err="1"/>
              <a:t>self.__balance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82611F-E519-421B-B80A-88B39B0A8E2C}"/>
              </a:ext>
            </a:extLst>
          </p:cNvPr>
          <p:cNvSpPr/>
          <p:nvPr/>
        </p:nvSpPr>
        <p:spPr>
          <a:xfrm>
            <a:off x="6096000" y="163319"/>
            <a:ext cx="5983942" cy="6124754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import </a:t>
            </a:r>
            <a:r>
              <a:rPr lang="en-US" sz="1400" dirty="0" err="1"/>
              <a:t>bankaccount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def main():</a:t>
            </a:r>
          </a:p>
          <a:p>
            <a:r>
              <a:rPr lang="en-US" sz="1400" dirty="0"/>
              <a:t>    # Get the starting balance.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start_bal</a:t>
            </a:r>
            <a:r>
              <a:rPr lang="en-US" sz="1400" dirty="0"/>
              <a:t> = float(input('Enter your starting balance: '))</a:t>
            </a:r>
          </a:p>
          <a:p>
            <a:endParaRPr lang="en-US" sz="1400" dirty="0"/>
          </a:p>
          <a:p>
            <a:r>
              <a:rPr lang="en-US" sz="1400" dirty="0"/>
              <a:t>    # Create a </a:t>
            </a:r>
            <a:r>
              <a:rPr lang="en-US" sz="1400" dirty="0" err="1"/>
              <a:t>BankAccount</a:t>
            </a:r>
            <a:r>
              <a:rPr lang="en-US" sz="1400" dirty="0"/>
              <a:t> object.</a:t>
            </a:r>
          </a:p>
          <a:p>
            <a:r>
              <a:rPr lang="en-US" sz="1400" dirty="0"/>
              <a:t>    savings = </a:t>
            </a:r>
            <a:r>
              <a:rPr lang="en-US" sz="1400" dirty="0" err="1"/>
              <a:t>bankaccount.BankAccount</a:t>
            </a:r>
            <a:r>
              <a:rPr lang="en-US" sz="1400" dirty="0"/>
              <a:t>(</a:t>
            </a:r>
            <a:r>
              <a:rPr lang="en-US" sz="1400" dirty="0" err="1"/>
              <a:t>start_bal</a:t>
            </a:r>
            <a:r>
              <a:rPr lang="en-US" sz="1400" dirty="0"/>
              <a:t>)</a:t>
            </a:r>
          </a:p>
          <a:p>
            <a:endParaRPr lang="en-US" sz="1400" dirty="0"/>
          </a:p>
          <a:p>
            <a:r>
              <a:rPr lang="en-US" sz="1400" dirty="0"/>
              <a:t>    # Deposit the user's paycheck.</a:t>
            </a:r>
          </a:p>
          <a:p>
            <a:r>
              <a:rPr lang="en-US" sz="1400" dirty="0"/>
              <a:t>    pay = float(input('How much were you paid this week? '))</a:t>
            </a:r>
          </a:p>
          <a:p>
            <a:r>
              <a:rPr lang="en-US" sz="1400" dirty="0"/>
              <a:t>    print('I will deposit that into your account.')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savings.deposit</a:t>
            </a:r>
            <a:r>
              <a:rPr lang="en-US" sz="1400" dirty="0"/>
              <a:t>(pay)</a:t>
            </a:r>
          </a:p>
          <a:p>
            <a:endParaRPr lang="en-US" sz="1400" dirty="0"/>
          </a:p>
          <a:p>
            <a:r>
              <a:rPr lang="en-US" sz="1400" dirty="0"/>
              <a:t>    # Display the balance.</a:t>
            </a:r>
          </a:p>
          <a:p>
            <a:r>
              <a:rPr lang="en-US" sz="1400" dirty="0"/>
              <a:t>    print(</a:t>
            </a:r>
            <a:r>
              <a:rPr lang="en-US" sz="1400" dirty="0" err="1"/>
              <a:t>f'Your</a:t>
            </a:r>
            <a:r>
              <a:rPr lang="en-US" sz="1400" dirty="0"/>
              <a:t> account balance is RM{</a:t>
            </a:r>
            <a:r>
              <a:rPr lang="en-US" sz="1400" dirty="0" err="1"/>
              <a:t>savings.get_balance</a:t>
            </a:r>
            <a:r>
              <a:rPr lang="en-US" sz="1400" dirty="0"/>
              <a:t>():,.2f}.')</a:t>
            </a:r>
          </a:p>
          <a:p>
            <a:endParaRPr lang="en-US" sz="1400" dirty="0"/>
          </a:p>
          <a:p>
            <a:r>
              <a:rPr lang="en-US" sz="1400" dirty="0"/>
              <a:t>    # Get the amount to withdraw.</a:t>
            </a:r>
          </a:p>
          <a:p>
            <a:r>
              <a:rPr lang="en-US" sz="1400" dirty="0"/>
              <a:t>    cash = float(input('How much would you like to withdraw? '))</a:t>
            </a:r>
          </a:p>
          <a:p>
            <a:r>
              <a:rPr lang="en-US" sz="1400" dirty="0"/>
              <a:t>    print('I will withdraw that from your account.')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savings.withdraw</a:t>
            </a:r>
            <a:r>
              <a:rPr lang="en-US" sz="1400" dirty="0"/>
              <a:t>(cash)</a:t>
            </a:r>
          </a:p>
          <a:p>
            <a:endParaRPr lang="en-US" sz="1400" dirty="0"/>
          </a:p>
          <a:p>
            <a:r>
              <a:rPr lang="en-US" sz="1400" dirty="0"/>
              <a:t>    # Display the balance.</a:t>
            </a:r>
          </a:p>
          <a:p>
            <a:r>
              <a:rPr lang="en-US" sz="1400" dirty="0"/>
              <a:t>    print(</a:t>
            </a:r>
            <a:r>
              <a:rPr lang="en-US" sz="1400" dirty="0" err="1"/>
              <a:t>f'Your</a:t>
            </a:r>
            <a:r>
              <a:rPr lang="en-US" sz="1400" dirty="0"/>
              <a:t> account balance is RM{</a:t>
            </a:r>
            <a:r>
              <a:rPr lang="en-US" sz="1400" dirty="0" err="1"/>
              <a:t>savings.get_balance</a:t>
            </a:r>
            <a:r>
              <a:rPr lang="en-US" sz="1400" dirty="0"/>
              <a:t>():,.2f}.')</a:t>
            </a:r>
          </a:p>
          <a:p>
            <a:endParaRPr lang="en-US" sz="1400" dirty="0"/>
          </a:p>
          <a:p>
            <a:r>
              <a:rPr lang="en-US" sz="1400" dirty="0"/>
              <a:t># Call the main function.</a:t>
            </a:r>
          </a:p>
          <a:p>
            <a:r>
              <a:rPr lang="en-US" sz="1400" dirty="0"/>
              <a:t>if __name__ == '__main__':</a:t>
            </a:r>
          </a:p>
          <a:p>
            <a:r>
              <a:rPr lang="en-US" sz="1400" dirty="0"/>
              <a:t>    main()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CE2221-D944-4305-B739-1DA9007342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350" b="12343"/>
          <a:stretch/>
        </p:blipFill>
        <p:spPr>
          <a:xfrm>
            <a:off x="364416" y="4529705"/>
            <a:ext cx="5699089" cy="216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69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0DB91-63C6-4D84-A356-BC4024BC4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418093"/>
            <a:ext cx="7958331" cy="738356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Working with Instances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869EF-AB0F-4D60-B4F4-832E34119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7730" y="1479175"/>
            <a:ext cx="7796540" cy="3160059"/>
          </a:xfrm>
        </p:spPr>
        <p:txBody>
          <a:bodyPr>
            <a:noAutofit/>
          </a:bodyPr>
          <a:lstStyle/>
          <a:p>
            <a:r>
              <a:rPr lang="en-US" dirty="0"/>
              <a:t>Each instance of a class has its own set of data attributes. </a:t>
            </a:r>
          </a:p>
          <a:p>
            <a:r>
              <a:rPr lang="en-US" dirty="0"/>
              <a:t>We call these attributes instance attributes because they belong to a specific instance of the class.</a:t>
            </a:r>
          </a:p>
          <a:p>
            <a:r>
              <a:rPr lang="en-US" dirty="0"/>
              <a:t>It is possible to create many instances of the same class in a program. </a:t>
            </a:r>
          </a:p>
          <a:p>
            <a:r>
              <a:rPr lang="en-US" dirty="0"/>
              <a:t>Each instance will then have its own set of attributes. </a:t>
            </a:r>
          </a:p>
        </p:txBody>
      </p:sp>
    </p:spTree>
    <p:extLst>
      <p:ext uri="{BB962C8B-B14F-4D97-AF65-F5344CB8AC3E}">
        <p14:creationId xmlns:p14="http://schemas.microsoft.com/office/powerpoint/2010/main" val="3538366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185680-A707-4DB7-9CE3-114ED5917D4F}"/>
              </a:ext>
            </a:extLst>
          </p:cNvPr>
          <p:cNvSpPr/>
          <p:nvPr/>
        </p:nvSpPr>
        <p:spPr>
          <a:xfrm>
            <a:off x="210670" y="893873"/>
            <a:ext cx="4917141" cy="4278094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/>
              <a:t>import random</a:t>
            </a:r>
          </a:p>
          <a:p>
            <a:endParaRPr lang="en-US" sz="1600" dirty="0"/>
          </a:p>
          <a:p>
            <a:r>
              <a:rPr lang="en-US" sz="1600" dirty="0"/>
              <a:t>class Coin:</a:t>
            </a:r>
          </a:p>
          <a:p>
            <a:r>
              <a:rPr lang="en-US" sz="1600" dirty="0"/>
              <a:t>    def __</a:t>
            </a:r>
            <a:r>
              <a:rPr lang="en-US" sz="1600" dirty="0" err="1"/>
              <a:t>init</a:t>
            </a:r>
            <a:r>
              <a:rPr lang="en-US" sz="1600" dirty="0"/>
              <a:t>__(self):</a:t>
            </a:r>
          </a:p>
          <a:p>
            <a:r>
              <a:rPr lang="en-US" sz="1600" dirty="0"/>
              <a:t>        # Constructor: Initialize __</a:t>
            </a:r>
            <a:r>
              <a:rPr lang="en-US" sz="1600" dirty="0" err="1"/>
              <a:t>sideup</a:t>
            </a:r>
            <a:r>
              <a:rPr lang="en-US" sz="1600" dirty="0"/>
              <a:t> with 'Heads'</a:t>
            </a:r>
          </a:p>
          <a:p>
            <a:r>
              <a:rPr lang="en-US" sz="1600" dirty="0"/>
              <a:t>        self.__</a:t>
            </a:r>
            <a:r>
              <a:rPr lang="en-US" sz="1600" dirty="0" err="1"/>
              <a:t>sideup</a:t>
            </a:r>
            <a:r>
              <a:rPr lang="en-US" sz="1600" dirty="0"/>
              <a:t> = 'Heads'</a:t>
            </a:r>
          </a:p>
          <a:p>
            <a:endParaRPr lang="en-US" sz="1600" dirty="0"/>
          </a:p>
          <a:p>
            <a:r>
              <a:rPr lang="en-US" sz="1600" dirty="0"/>
              <a:t>    def toss(self):</a:t>
            </a:r>
          </a:p>
          <a:p>
            <a:r>
              <a:rPr lang="en-US" sz="1600" dirty="0"/>
              <a:t>        # Simulate a coin toss</a:t>
            </a:r>
          </a:p>
          <a:p>
            <a:r>
              <a:rPr lang="en-US" sz="1600" dirty="0"/>
              <a:t>        if </a:t>
            </a:r>
            <a:r>
              <a:rPr lang="en-US" sz="1600" dirty="0" err="1"/>
              <a:t>random.randint</a:t>
            </a:r>
            <a:r>
              <a:rPr lang="en-US" sz="1600" dirty="0"/>
              <a:t>(0, 1) == 0:</a:t>
            </a:r>
          </a:p>
          <a:p>
            <a:r>
              <a:rPr lang="en-US" sz="1600" dirty="0"/>
              <a:t>            self.__</a:t>
            </a:r>
            <a:r>
              <a:rPr lang="en-US" sz="1600" dirty="0" err="1"/>
              <a:t>sideup</a:t>
            </a:r>
            <a:r>
              <a:rPr lang="en-US" sz="1600" dirty="0"/>
              <a:t> = 'Heads'</a:t>
            </a:r>
          </a:p>
          <a:p>
            <a:r>
              <a:rPr lang="en-US" sz="1600" dirty="0"/>
              <a:t>        else:</a:t>
            </a:r>
          </a:p>
          <a:p>
            <a:r>
              <a:rPr lang="en-US" sz="1600" dirty="0"/>
              <a:t>            self.__</a:t>
            </a:r>
            <a:r>
              <a:rPr lang="en-US" sz="1600" dirty="0" err="1"/>
              <a:t>sideup</a:t>
            </a:r>
            <a:r>
              <a:rPr lang="en-US" sz="1600" dirty="0"/>
              <a:t> = 'Tails'</a:t>
            </a:r>
          </a:p>
          <a:p>
            <a:endParaRPr lang="en-US" sz="1600" dirty="0"/>
          </a:p>
          <a:p>
            <a:r>
              <a:rPr lang="en-US" sz="1600" dirty="0"/>
              <a:t>    def </a:t>
            </a:r>
            <a:r>
              <a:rPr lang="en-US" sz="1600" dirty="0" err="1"/>
              <a:t>get_sideup</a:t>
            </a:r>
            <a:r>
              <a:rPr lang="en-US" sz="1600" dirty="0"/>
              <a:t>(self):</a:t>
            </a:r>
          </a:p>
          <a:p>
            <a:r>
              <a:rPr lang="en-US" sz="1600" dirty="0"/>
              <a:t>        # Get the current side facing up</a:t>
            </a:r>
          </a:p>
          <a:p>
            <a:r>
              <a:rPr lang="en-US" sz="1600" dirty="0"/>
              <a:t>        return self.__</a:t>
            </a:r>
            <a:r>
              <a:rPr lang="en-US" sz="1600" dirty="0" err="1"/>
              <a:t>sideup</a:t>
            </a:r>
            <a:endParaRPr lang="en-US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B1E00C-1036-47DC-A934-E6B61F47138A}"/>
              </a:ext>
            </a:extLst>
          </p:cNvPr>
          <p:cNvSpPr/>
          <p:nvPr/>
        </p:nvSpPr>
        <p:spPr>
          <a:xfrm>
            <a:off x="4977656" y="151179"/>
            <a:ext cx="4173070" cy="6555641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sz="1200" dirty="0"/>
              <a:t># This program imports the simulation module and</a:t>
            </a:r>
          </a:p>
          <a:p>
            <a:r>
              <a:rPr lang="en-US" sz="1200" dirty="0"/>
              <a:t># creates three instances of the Coin class.</a:t>
            </a:r>
          </a:p>
          <a:p>
            <a:endParaRPr lang="en-US" sz="1200" dirty="0"/>
          </a:p>
          <a:p>
            <a:r>
              <a:rPr lang="en-US" sz="1200" dirty="0"/>
              <a:t>import coin</a:t>
            </a:r>
          </a:p>
          <a:p>
            <a:endParaRPr lang="en-US" sz="1200" dirty="0"/>
          </a:p>
          <a:p>
            <a:r>
              <a:rPr lang="en-US" sz="1200" dirty="0"/>
              <a:t>def main():</a:t>
            </a:r>
          </a:p>
          <a:p>
            <a:r>
              <a:rPr lang="en-US" sz="1200" dirty="0"/>
              <a:t>    # Create three objects from the Coin class.</a:t>
            </a:r>
          </a:p>
          <a:p>
            <a:r>
              <a:rPr lang="en-US" sz="1200" dirty="0"/>
              <a:t>    coin1 = </a:t>
            </a:r>
            <a:r>
              <a:rPr lang="en-US" sz="1200" dirty="0" err="1"/>
              <a:t>coin.Coin</a:t>
            </a:r>
            <a:r>
              <a:rPr lang="en-US" sz="1200" dirty="0"/>
              <a:t>()</a:t>
            </a:r>
          </a:p>
          <a:p>
            <a:r>
              <a:rPr lang="en-US" sz="1200" dirty="0"/>
              <a:t>    coin2 = </a:t>
            </a:r>
            <a:r>
              <a:rPr lang="en-US" sz="1200" dirty="0" err="1"/>
              <a:t>coin.Coin</a:t>
            </a:r>
            <a:r>
              <a:rPr lang="en-US" sz="1200" dirty="0"/>
              <a:t>()</a:t>
            </a:r>
          </a:p>
          <a:p>
            <a:r>
              <a:rPr lang="en-US" sz="1200" dirty="0"/>
              <a:t>    coin3 = </a:t>
            </a:r>
            <a:r>
              <a:rPr lang="en-US" sz="1200" dirty="0" err="1"/>
              <a:t>coin.Coin</a:t>
            </a:r>
            <a:r>
              <a:rPr lang="en-US" sz="1200" dirty="0"/>
              <a:t>()</a:t>
            </a:r>
          </a:p>
          <a:p>
            <a:endParaRPr lang="en-US" sz="1200" dirty="0"/>
          </a:p>
          <a:p>
            <a:r>
              <a:rPr lang="en-US" sz="1200" dirty="0"/>
              <a:t>    # Display the side of each coin that is facing up.</a:t>
            </a:r>
          </a:p>
          <a:p>
            <a:r>
              <a:rPr lang="en-US" sz="1200" dirty="0"/>
              <a:t>    print('I have three coins with these sides up:')</a:t>
            </a:r>
          </a:p>
          <a:p>
            <a:r>
              <a:rPr lang="en-US" sz="1200" dirty="0"/>
              <a:t>    print(coin1.get_sideup())</a:t>
            </a:r>
          </a:p>
          <a:p>
            <a:r>
              <a:rPr lang="en-US" sz="1200" dirty="0"/>
              <a:t>    print(coin2.get_sideup())</a:t>
            </a:r>
          </a:p>
          <a:p>
            <a:r>
              <a:rPr lang="en-US" sz="1200" dirty="0"/>
              <a:t>    print(coin3.get_sideup())</a:t>
            </a:r>
          </a:p>
          <a:p>
            <a:r>
              <a:rPr lang="en-US" sz="1200" dirty="0"/>
              <a:t>    print()</a:t>
            </a:r>
          </a:p>
          <a:p>
            <a:endParaRPr lang="en-US" sz="1200" dirty="0"/>
          </a:p>
          <a:p>
            <a:r>
              <a:rPr lang="en-US" sz="1200" dirty="0"/>
              <a:t>    # Toss the coin.</a:t>
            </a:r>
          </a:p>
          <a:p>
            <a:r>
              <a:rPr lang="en-US" sz="1200" dirty="0"/>
              <a:t>    print('I am tossing all three coins ...')</a:t>
            </a:r>
          </a:p>
          <a:p>
            <a:r>
              <a:rPr lang="en-US" sz="1200" dirty="0"/>
              <a:t>    print()</a:t>
            </a:r>
          </a:p>
          <a:p>
            <a:r>
              <a:rPr lang="en-US" sz="1200" dirty="0"/>
              <a:t>    coin1.toss()</a:t>
            </a:r>
          </a:p>
          <a:p>
            <a:r>
              <a:rPr lang="en-US" sz="1200" dirty="0"/>
              <a:t>    coin2.toss()</a:t>
            </a:r>
          </a:p>
          <a:p>
            <a:r>
              <a:rPr lang="en-US" sz="1200" dirty="0"/>
              <a:t>    coin3.toss()</a:t>
            </a:r>
          </a:p>
          <a:p>
            <a:endParaRPr lang="en-US" sz="1200" dirty="0"/>
          </a:p>
          <a:p>
            <a:r>
              <a:rPr lang="en-US" sz="1200" dirty="0"/>
              <a:t>    # Display the side of each coin that is facing up.</a:t>
            </a:r>
          </a:p>
          <a:p>
            <a:r>
              <a:rPr lang="en-US" sz="1200" dirty="0"/>
              <a:t>    print('Now here are the sides that are up:')</a:t>
            </a:r>
          </a:p>
          <a:p>
            <a:r>
              <a:rPr lang="en-US" sz="1200" dirty="0"/>
              <a:t>    print(coin1.get_sideup())</a:t>
            </a:r>
          </a:p>
          <a:p>
            <a:r>
              <a:rPr lang="en-US" sz="1200" dirty="0"/>
              <a:t>    print(coin2.get_sideup())</a:t>
            </a:r>
          </a:p>
          <a:p>
            <a:r>
              <a:rPr lang="en-US" sz="1200" dirty="0"/>
              <a:t>    print(coin3.get_sideup())</a:t>
            </a:r>
          </a:p>
          <a:p>
            <a:r>
              <a:rPr lang="en-US" sz="1200" dirty="0"/>
              <a:t>    print()</a:t>
            </a:r>
          </a:p>
          <a:p>
            <a:endParaRPr lang="en-US" sz="1200" dirty="0"/>
          </a:p>
          <a:p>
            <a:r>
              <a:rPr lang="en-US" sz="1200" dirty="0"/>
              <a:t># Call the main function.</a:t>
            </a:r>
          </a:p>
          <a:p>
            <a:r>
              <a:rPr lang="en-US" sz="1200" dirty="0"/>
              <a:t>if __name__ == '__main__':</a:t>
            </a:r>
          </a:p>
          <a:p>
            <a:r>
              <a:rPr lang="en-US" sz="1200" dirty="0"/>
              <a:t>    main()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B50BC9-5B39-4050-A6BB-4F26AB968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89" y="4061012"/>
            <a:ext cx="3619411" cy="197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438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2DD1B5-1D07-4B2E-9EB9-1F32A8634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783" y="1223555"/>
            <a:ext cx="6693731" cy="348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48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07E52-003A-4AC6-AEA1-5D90BA906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796" y="122258"/>
            <a:ext cx="7958331" cy="603884"/>
          </a:xfrm>
        </p:spPr>
        <p:txBody>
          <a:bodyPr/>
          <a:lstStyle/>
          <a:p>
            <a:pPr algn="ctr"/>
            <a:r>
              <a:rPr lang="en-US" dirty="0"/>
              <a:t>QUESTION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6DFE75-35A6-466E-8209-62C513BCDAD7}"/>
              </a:ext>
            </a:extLst>
          </p:cNvPr>
          <p:cNvSpPr/>
          <p:nvPr/>
        </p:nvSpPr>
        <p:spPr>
          <a:xfrm>
            <a:off x="1219200" y="856357"/>
            <a:ext cx="97536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Wireless Solutions, Inc. is a business that sells cell phones and wireless service. You are a programmer in the company’s IT department, and your team is designing a program to manage all of the cell phones that are in inventory. You have been asked to design a class that represents a cell phone. The data that should be kept as attributes in the class are as </a:t>
            </a:r>
          </a:p>
          <a:p>
            <a:r>
              <a:rPr lang="en-US" sz="1600" dirty="0"/>
              <a:t>follows:</a:t>
            </a:r>
          </a:p>
          <a:p>
            <a:r>
              <a:rPr lang="en-US" sz="1600" dirty="0"/>
              <a:t>• The name of the phone’s manufacturer will be assigned to the _ _</a:t>
            </a:r>
            <a:r>
              <a:rPr lang="en-US" sz="1600" dirty="0" err="1"/>
              <a:t>manufact</a:t>
            </a:r>
            <a:r>
              <a:rPr lang="en-US" sz="1600" dirty="0"/>
              <a:t> attribute.</a:t>
            </a:r>
          </a:p>
          <a:p>
            <a:r>
              <a:rPr lang="en-US" sz="1600" dirty="0"/>
              <a:t>• The phone’s model number will be assigned to the _ _model attribute.</a:t>
            </a:r>
          </a:p>
          <a:p>
            <a:r>
              <a:rPr lang="en-US" sz="1600" dirty="0"/>
              <a:t>• The phone’s retail price will be assigned to the _ _</a:t>
            </a:r>
            <a:r>
              <a:rPr lang="en-US" sz="1600" dirty="0" err="1"/>
              <a:t>retail_price</a:t>
            </a:r>
            <a:r>
              <a:rPr lang="en-US" sz="1600" dirty="0"/>
              <a:t> attribute.</a:t>
            </a:r>
          </a:p>
          <a:p>
            <a:endParaRPr lang="en-US" sz="1600" dirty="0"/>
          </a:p>
          <a:p>
            <a:r>
              <a:rPr lang="en-US" sz="1600" dirty="0"/>
              <a:t>The class will also have the following methods:</a:t>
            </a:r>
          </a:p>
          <a:p>
            <a:r>
              <a:rPr lang="en-US" sz="1600" dirty="0"/>
              <a:t>• An _ _</a:t>
            </a:r>
            <a:r>
              <a:rPr lang="en-US" sz="1600" dirty="0" err="1"/>
              <a:t>init</a:t>
            </a:r>
            <a:r>
              <a:rPr lang="en-US" sz="1600" dirty="0"/>
              <a:t>_ _ method that accepts arguments for the manufacturer, model number, </a:t>
            </a:r>
          </a:p>
          <a:p>
            <a:r>
              <a:rPr lang="en-US" sz="1600" dirty="0"/>
              <a:t>and retail price.</a:t>
            </a:r>
          </a:p>
          <a:p>
            <a:r>
              <a:rPr lang="en-US" sz="1600" dirty="0"/>
              <a:t>• A </a:t>
            </a:r>
            <a:r>
              <a:rPr lang="en-US" sz="1600" dirty="0" err="1"/>
              <a:t>set_manufact</a:t>
            </a:r>
            <a:r>
              <a:rPr lang="en-US" sz="1600" dirty="0"/>
              <a:t> method that accepts an argument for the manufacturer. This method </a:t>
            </a:r>
          </a:p>
          <a:p>
            <a:r>
              <a:rPr lang="en-US" sz="1600" dirty="0"/>
              <a:t>will allow us to change the value of the _ _</a:t>
            </a:r>
            <a:r>
              <a:rPr lang="en-US" sz="1600" dirty="0" err="1"/>
              <a:t>manufact</a:t>
            </a:r>
            <a:r>
              <a:rPr lang="en-US" sz="1600" dirty="0"/>
              <a:t> attribute after the object has </a:t>
            </a:r>
          </a:p>
          <a:p>
            <a:r>
              <a:rPr lang="en-US" sz="1600" dirty="0"/>
              <a:t>been created, if necessary.</a:t>
            </a:r>
          </a:p>
          <a:p>
            <a:r>
              <a:rPr lang="en-US" sz="1600" dirty="0"/>
              <a:t>• A </a:t>
            </a:r>
            <a:r>
              <a:rPr lang="en-US" sz="1600" dirty="0" err="1"/>
              <a:t>set_model</a:t>
            </a:r>
            <a:r>
              <a:rPr lang="en-US" sz="1600" dirty="0"/>
              <a:t> method that accepts an argument for the model. This method will allow </a:t>
            </a:r>
          </a:p>
          <a:p>
            <a:r>
              <a:rPr lang="en-US" sz="1600" dirty="0"/>
              <a:t>us to change the value of the _ _model attribute after the object has been created, if </a:t>
            </a:r>
          </a:p>
          <a:p>
            <a:r>
              <a:rPr lang="en-US" sz="1600" dirty="0"/>
              <a:t>necessary.</a:t>
            </a:r>
          </a:p>
          <a:p>
            <a:r>
              <a:rPr lang="en-US" sz="1600" dirty="0"/>
              <a:t>• A </a:t>
            </a:r>
            <a:r>
              <a:rPr lang="en-US" sz="1600" dirty="0" err="1"/>
              <a:t>set_retail_price</a:t>
            </a:r>
            <a:r>
              <a:rPr lang="en-US" sz="1600" dirty="0"/>
              <a:t> method that accepts an argument for the retail price. This </a:t>
            </a:r>
          </a:p>
          <a:p>
            <a:r>
              <a:rPr lang="en-US" sz="1600" dirty="0"/>
              <a:t>method will allow us to change the value of the _ _</a:t>
            </a:r>
            <a:r>
              <a:rPr lang="en-US" sz="1600" dirty="0" err="1"/>
              <a:t>retail_price</a:t>
            </a:r>
            <a:r>
              <a:rPr lang="en-US" sz="1600" dirty="0"/>
              <a:t> attribute after the </a:t>
            </a:r>
          </a:p>
          <a:p>
            <a:r>
              <a:rPr lang="en-US" sz="1600" dirty="0"/>
              <a:t>object has been created, if necessary.</a:t>
            </a:r>
          </a:p>
          <a:p>
            <a:r>
              <a:rPr lang="en-US" sz="1600" dirty="0"/>
              <a:t>• A </a:t>
            </a:r>
            <a:r>
              <a:rPr lang="en-US" sz="1600" dirty="0" err="1"/>
              <a:t>get_manufact</a:t>
            </a:r>
            <a:r>
              <a:rPr lang="en-US" sz="1600" dirty="0"/>
              <a:t> method that returns the phone’s manufacturer.</a:t>
            </a:r>
          </a:p>
          <a:p>
            <a:r>
              <a:rPr lang="en-US" sz="1600" dirty="0"/>
              <a:t>• A </a:t>
            </a:r>
            <a:r>
              <a:rPr lang="en-US" sz="1600" dirty="0" err="1"/>
              <a:t>get_model</a:t>
            </a:r>
            <a:r>
              <a:rPr lang="en-US" sz="1600" dirty="0"/>
              <a:t> method that returns the phone’s model number.</a:t>
            </a:r>
          </a:p>
          <a:p>
            <a:r>
              <a:rPr lang="en-US" sz="1600" dirty="0"/>
              <a:t>• A </a:t>
            </a:r>
            <a:r>
              <a:rPr lang="en-US" sz="1600" dirty="0" err="1"/>
              <a:t>get_retail_price</a:t>
            </a:r>
            <a:r>
              <a:rPr lang="en-US" sz="1600" dirty="0"/>
              <a:t> method that returns the phone’s retail price.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884610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2D251F"/>
      </a:dk2>
      <a:lt2>
        <a:srgbClr val="FAE9C5"/>
      </a:lt2>
      <a:accent1>
        <a:srgbClr val="ED3846"/>
      </a:accent1>
      <a:accent2>
        <a:srgbClr val="F87184"/>
      </a:accent2>
      <a:accent3>
        <a:srgbClr val="EC9DA9"/>
      </a:accent3>
      <a:accent4>
        <a:srgbClr val="ECC190"/>
      </a:accent4>
      <a:accent5>
        <a:srgbClr val="FFB268"/>
      </a:accent5>
      <a:accent6>
        <a:srgbClr val="F98657"/>
      </a:accent6>
      <a:hlink>
        <a:srgbClr val="B97669"/>
      </a:hlink>
      <a:folHlink>
        <a:srgbClr val="9E94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BCCF8060-3FCB-4641-B728-8A589529B13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8ABB186A85454283779F1D5AC4F082" ma:contentTypeVersion="10" ma:contentTypeDescription="Create a new document." ma:contentTypeScope="" ma:versionID="16b1ca030e39e0bce44b9a93edd2ee3b">
  <xsd:schema xmlns:xsd="http://www.w3.org/2001/XMLSchema" xmlns:xs="http://www.w3.org/2001/XMLSchema" xmlns:p="http://schemas.microsoft.com/office/2006/metadata/properties" xmlns:ns3="5e421343-59c8-40ef-9ea1-ece5ea67b612" targetNamespace="http://schemas.microsoft.com/office/2006/metadata/properties" ma:root="true" ma:fieldsID="33a2301729f0b4ee79a0fb5b0dd671ec" ns3:_="">
    <xsd:import namespace="5e421343-59c8-40ef-9ea1-ece5ea67b61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21343-59c8-40ef-9ea1-ece5ea67b6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E916F6-0366-4D9A-A868-8E66360C06FF}">
  <ds:schemaRefs>
    <ds:schemaRef ds:uri="http://schemas.microsoft.com/office/2006/documentManagement/types"/>
    <ds:schemaRef ds:uri="http://purl.org/dc/dcmitype/"/>
    <ds:schemaRef ds:uri="5e421343-59c8-40ef-9ea1-ece5ea67b612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ED4381B-EEB4-4A43-969A-DB0F0591E5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421343-59c8-40ef-9ea1-ece5ea67b6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0C6E356-98D0-4622-A341-65E33A78DE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367</TotalTime>
  <Words>1368</Words>
  <Application>Microsoft Office PowerPoint</Application>
  <PresentationFormat>Widescreen</PresentationFormat>
  <Paragraphs>173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MS Shell Dlg 2</vt:lpstr>
      <vt:lpstr>Wingdings</vt:lpstr>
      <vt:lpstr>Wingdings 3</vt:lpstr>
      <vt:lpstr>Madison</vt:lpstr>
      <vt:lpstr>Object-Oriented Programming</vt:lpstr>
      <vt:lpstr>CONTENTS</vt:lpstr>
      <vt:lpstr>9.1 Procedural and Object-Oriented  Programming Defining Classes:</vt:lpstr>
      <vt:lpstr>PowerPoint Presentation</vt:lpstr>
      <vt:lpstr>Classes</vt:lpstr>
      <vt:lpstr>Class Definitions</vt:lpstr>
      <vt:lpstr>PowerPoint Presentation</vt:lpstr>
      <vt:lpstr>PowerPoint Presentation</vt:lpstr>
      <vt:lpstr>Working with Instances</vt:lpstr>
      <vt:lpstr>PowerPoint Presentation</vt:lpstr>
      <vt:lpstr>PowerPoint Presentation</vt:lpstr>
      <vt:lpstr>QUESTION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Navitha A/P. Gunalan</dc:creator>
  <cp:lastModifiedBy>Navitha A/P. Gunalan</cp:lastModifiedBy>
  <cp:revision>16</cp:revision>
  <dcterms:created xsi:type="dcterms:W3CDTF">2023-10-23T07:42:27Z</dcterms:created>
  <dcterms:modified xsi:type="dcterms:W3CDTF">2023-10-25T04:39:36Z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0x010100958ABB186A85454283779F1D5AC4F082</vt:lpwstr>
  </property>
</Properties>
</file>